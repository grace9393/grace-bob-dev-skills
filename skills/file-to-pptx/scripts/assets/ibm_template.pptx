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ags/tag2.xml" ContentType="application/vnd.openxmlformats-officedocument.presentationml.tags+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theme/theme3.xml" ContentType="application/vnd.openxmlformats-officedocument.theme+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theme/theme5.xml" ContentType="application/vnd.openxmlformats-officedocument.theme+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theme/theme6.xml" ContentType="application/vnd.openxmlformats-officedocument.theme+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theme/theme7.xml" ContentType="application/vnd.openxmlformats-officedocument.theme+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 id="2147483966" r:id="rId2"/>
    <p:sldMasterId id="2147484022" r:id="rId3"/>
    <p:sldMasterId id="2147484181" r:id="rId4"/>
    <p:sldMasterId id="2147484239" r:id="rId5"/>
    <p:sldMasterId id="2147484348" r:id="rId6"/>
    <p:sldMasterId id="2147485356" r:id="rId7"/>
    <p:sldMasterId id="2147485539" r:id="rId8"/>
  </p:sldMasterIdLst>
  <p:notesMasterIdLst>
    <p:notesMasterId r:id="rId28"/>
  </p:notesMasterIdLst>
  <p:handoutMasterIdLst>
    <p:handoutMasterId r:id="rId29"/>
  </p:handoutMasterIdLst>
  <p:sldIdLst>
    <p:sldId id="268" r:id="rId9"/>
    <p:sldId id="276" r:id="rId10"/>
    <p:sldId id="278" r:id="rId11"/>
    <p:sldId id="2147482931" r:id="rId12"/>
    <p:sldId id="2147483573" r:id="rId13"/>
    <p:sldId id="2147482878" r:id="rId14"/>
    <p:sldId id="261" r:id="rId15"/>
    <p:sldId id="264" r:id="rId16"/>
    <p:sldId id="2147483567" r:id="rId17"/>
    <p:sldId id="280" r:id="rId18"/>
    <p:sldId id="338" r:id="rId19"/>
    <p:sldId id="319" r:id="rId20"/>
    <p:sldId id="2147482933" r:id="rId21"/>
    <p:sldId id="2147483570" r:id="rId22"/>
    <p:sldId id="2147483569" r:id="rId23"/>
    <p:sldId id="2147483572" r:id="rId24"/>
    <p:sldId id="2147483568" r:id="rId25"/>
    <p:sldId id="323" r:id="rId26"/>
    <p:sldId id="2147483566" r:id="rId27"/>
  </p:sldIdLst>
  <p:sldSz cx="24387175" cy="13716000"/>
  <p:notesSz cx="6794500" cy="9931400"/>
  <p:custDataLst>
    <p:tags r:id="rId30"/>
  </p:custData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BC1A30B-E9E6-A540-8EA5-AFB2A004C5C3}" name="Amber Gittens" initials="AG" userId="S::amber.gittens@ibm.com::58946c7c-dbe0-45b1-87fb-83d3c2106cd2" providerId="AD"/>
  <p188:author id="{DA48BF47-2A03-CE76-BAFE-578F0F2C7FD2}" name="MAYA IVANOVA" initials="MI" userId="S::maya.ivanova@bg.ibm.com::5a867c85-7ae9-460b-a65e-c58195ad2ffe" providerId="AD"/>
  <p188:author id="{713FC54F-3BB1-3CA6-7042-B964585D3685}" name="ALOK LAL" initials="AL" userId="S::Alok.Lal1@ibm.com::6e1b2f9f-0274-4a9b-9719-ede070f2eb3d" providerId="AD"/>
  <p188:author id="{748D0A79-07D9-DC70-98DD-63784DE12ECA}" name="Daniel Lenkeit" initials="DL" userId="S::Daniel.Lenkeit@ibm.com::11107840-63ad-4321-af11-1940871dbd18" providerId="AD"/>
  <p188:author id="{2C6CE28A-E8B5-FF0E-D212-647E9C022B14}" name="Saicharan Ramagiri" initials="SR" userId="S::saicharan.rama@ibm.com::e954805f-48f2-4952-a611-7ee66b58df7a" providerId="AD"/>
  <p188:author id="{6EDC42D0-233A-93D3-748C-311A41FF1CB8}" name="Fabian Straesser" initials="FS" userId="S::Fabian.Straesser@ibm.com::62676c5c-2fe9-443d-9b8a-706f2e9c530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DEE"/>
    <a:srgbClr val="0F62FE"/>
    <a:srgbClr val="E5F7FF"/>
    <a:srgbClr val="C17A00"/>
    <a:srgbClr val="012F86"/>
    <a:srgbClr val="D1E3FF"/>
    <a:srgbClr val="E6EEFF"/>
    <a:srgbClr val="9FC0FF"/>
    <a:srgbClr val="CFE0FF"/>
    <a:srgbClr val="6FA1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817039-7564-0383-6790-DE2A518C87D9}" v="1" dt="2026-05-08T09:07:40.045"/>
    <p1510:client id="{0A9E1DD6-87E1-D5C9-30FF-40C75463C1A0}" v="7" dt="2026-05-08T11:02:10.961"/>
    <p1510:client id="{10067BA5-A300-B828-47C2-1E765C24B125}" v="72" dt="2026-05-08T00:22:58.750"/>
    <p1510:client id="{153EB089-0079-7B18-EB66-70DE0158550E}" v="4" dt="2026-05-08T17:43:21.759"/>
    <p1510:client id="{19DB60E9-177A-A2A9-0D90-B80CEE197675}" v="1" dt="2026-05-08T12:07:10.588"/>
    <p1510:client id="{22B7E43D-EE75-F9E4-354F-CF6C0A5F5D02}" v="8" dt="2026-05-08T10:55:18.634"/>
    <p1510:client id="{24CA2E27-EBD6-BB22-48F3-0B22E058242E}" v="21" dt="2026-05-08T04:33:42.987"/>
    <p1510:client id="{2B67F854-24CF-2F82-8275-FA09F649E102}" v="10" dt="2026-05-08T00:18:10.065"/>
    <p1510:client id="{2E0C0042-F71C-A322-1BC8-93124A5B2485}" v="7" dt="2026-05-08T09:44:22.280"/>
    <p1510:client id="{37676DC7-FCD8-DC3C-25EC-34A3E8FA13EA}" v="902" dt="2026-05-08T09:26:26.218"/>
    <p1510:client id="{48FEAB4E-E3E2-AA2E-AEB1-9819142D6044}" v="1" dt="2026-05-08T08:59:39.618"/>
    <p1510:client id="{55764BF8-2591-79E6-C27B-117EA7E0C6A0}" v="20" dt="2026-05-07T19:05:01.373"/>
    <p1510:client id="{569BD5B3-26AD-BD43-ADAA-2F25EB5C7FD8}" v="3696" dt="2026-05-08T13:35:52.873"/>
    <p1510:client id="{56B1347F-19EF-585F-A58A-530F7B155921}" v="151" dt="2026-05-08T16:40:36.825"/>
    <p1510:client id="{663C54DA-948C-CE4C-0F28-91468884FDB5}" v="5" dt="2026-05-08T10:08:09.825"/>
    <p1510:client id="{70EFF730-CFAE-EE22-0EBD-02CB18938BF1}" v="84" dt="2026-05-08T00:10:57.723"/>
    <p1510:client id="{78624D91-0E02-664C-B3C6-9CD941861361}" v="425" dt="2026-05-08T18:27:34.719"/>
    <p1510:client id="{7D18F3AA-2447-4640-2F46-8EA969303944}" v="17" dt="2026-05-07T23:56:08.306"/>
    <p1510:client id="{7E2177DC-C313-2395-C2EF-86281C693883}" v="35" dt="2026-05-08T11:51:54.209"/>
    <p1510:client id="{A1BB40F5-8BC0-FF86-D354-29EB798C4A7D}" v="12" dt="2026-05-08T03:26:36.823"/>
    <p1510:client id="{A9651E87-CD30-FC03-CF58-14FD32EA95B3}" v="5" dt="2026-05-08T11:42:08.594"/>
    <p1510:client id="{B32AF242-F6AD-5756-55C6-A0E969EC1644}" v="1" dt="2026-05-08T18:25:14.116"/>
    <p1510:client id="{B5E5D5BB-39AE-0EF4-5BF1-4792DDE5A971}" v="14" dt="2026-05-08T12:15:31.446"/>
    <p1510:client id="{B63F54FC-6535-FB63-42CE-CB9B20E78676}" v="392" dt="2026-05-08T09:34:36.571"/>
    <p1510:client id="{C13616B1-CD48-5277-7E80-AB507FD5E637}" v="2" dt="2026-05-08T10:09:04.794"/>
    <p1510:client id="{D206E2DC-11D6-C805-0B92-28761C243BC9}" v="2" dt="2026-05-08T16:12:59.797"/>
    <p1510:client id="{DA5476BF-6085-3A64-4E94-B93DEF73B303}" v="293" dt="2026-05-08T12:00:18.502"/>
    <p1510:client id="{E1AE34D3-FE16-E784-5095-B52A15126A23}" v="185" dt="2026-05-08T04:09:48.252"/>
    <p1510:client id="{E5C03A4C-A93F-A031-73E6-7EF81BF076F4}" v="1344" dt="2026-05-08T14:58:41.725"/>
    <p1510:client id="{F93B8B51-FD4B-207E-99F5-0BFCD08E324A}" v="36" dt="2026-05-07T18:40:47.797"/>
    <p1510:client id="{FE2FAA52-69A1-4BB0-864A-DAE613B5AC4D}" v="4" dt="2026-05-07T18:49:04.0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ce PAN" userId="S::gracepan@ibm.com::005e5af3-4512-458e-8280-6559b1d3712f" providerId="AD" clId="Web-{153EB089-0079-7B18-EB66-70DE0158550E}"/>
    <pc:docChg chg="addSld delSld">
      <pc:chgData name="Grace PAN" userId="S::gracepan@ibm.com::005e5af3-4512-458e-8280-6559b1d3712f" providerId="AD" clId="Web-{153EB089-0079-7B18-EB66-70DE0158550E}" dt="2026-05-08T17:43:21.759" v="3"/>
      <pc:docMkLst>
        <pc:docMk/>
      </pc:docMkLst>
      <pc:sldChg chg="del">
        <pc:chgData name="Grace PAN" userId="S::gracepan@ibm.com::005e5af3-4512-458e-8280-6559b1d3712f" providerId="AD" clId="Web-{153EB089-0079-7B18-EB66-70DE0158550E}" dt="2026-05-08T17:43:21.759" v="3"/>
        <pc:sldMkLst>
          <pc:docMk/>
          <pc:sldMk cId="2874164004" sldId="2147482950"/>
        </pc:sldMkLst>
      </pc:sldChg>
      <pc:sldChg chg="add del">
        <pc:chgData name="Grace PAN" userId="S::gracepan@ibm.com::005e5af3-4512-458e-8280-6559b1d3712f" providerId="AD" clId="Web-{153EB089-0079-7B18-EB66-70DE0158550E}" dt="2026-05-08T17:43:18.040" v="2"/>
        <pc:sldMkLst>
          <pc:docMk/>
          <pc:sldMk cId="937168117" sldId="2147483571"/>
        </pc:sldMkLst>
      </pc:sldChg>
      <pc:sldChg chg="add">
        <pc:chgData name="Grace PAN" userId="S::gracepan@ibm.com::005e5af3-4512-458e-8280-6559b1d3712f" providerId="AD" clId="Web-{153EB089-0079-7B18-EB66-70DE0158550E}" dt="2026-05-08T17:43:10.321" v="1"/>
        <pc:sldMkLst>
          <pc:docMk/>
          <pc:sldMk cId="3859902497" sldId="2147483572"/>
        </pc:sldMkLst>
      </pc:sldChg>
    </pc:docChg>
  </pc:docChgLst>
  <pc:docChgLst>
    <pc:chgData name="Grace PAN" userId="S::gracepan@ibm.com::005e5af3-4512-458e-8280-6559b1d3712f" providerId="AD" clId="Web-{55764BF8-2591-79E6-C27B-117EA7E0C6A0}"/>
    <pc:docChg chg="modSld">
      <pc:chgData name="Grace PAN" userId="S::gracepan@ibm.com::005e5af3-4512-458e-8280-6559b1d3712f" providerId="AD" clId="Web-{55764BF8-2591-79E6-C27B-117EA7E0C6A0}" dt="2026-05-07T19:05:01.373" v="19"/>
      <pc:docMkLst>
        <pc:docMk/>
      </pc:docMkLst>
      <pc:sldChg chg="modSp">
        <pc:chgData name="Grace PAN" userId="S::gracepan@ibm.com::005e5af3-4512-458e-8280-6559b1d3712f" providerId="AD" clId="Web-{55764BF8-2591-79E6-C27B-117EA7E0C6A0}" dt="2026-05-07T19:03:58.163" v="6"/>
        <pc:sldMkLst>
          <pc:docMk/>
          <pc:sldMk cId="1484708536" sldId="2147483578"/>
        </pc:sldMkLst>
        <pc:spChg chg="mod">
          <ac:chgData name="Grace PAN" userId="S::gracepan@ibm.com::005e5af3-4512-458e-8280-6559b1d3712f" providerId="AD" clId="Web-{55764BF8-2591-79E6-C27B-117EA7E0C6A0}" dt="2026-05-07T19:03:58.163" v="6"/>
          <ac:spMkLst>
            <pc:docMk/>
            <pc:sldMk cId="1484708536" sldId="2147483578"/>
            <ac:spMk id="18" creationId="{2126F8CE-21D2-0A28-DF2B-32F73B72A427}"/>
          </ac:spMkLst>
        </pc:spChg>
      </pc:sldChg>
      <pc:sldChg chg="modSp">
        <pc:chgData name="Grace PAN" userId="S::gracepan@ibm.com::005e5af3-4512-458e-8280-6559b1d3712f" providerId="AD" clId="Web-{55764BF8-2591-79E6-C27B-117EA7E0C6A0}" dt="2026-05-07T19:05:01.373" v="19"/>
        <pc:sldMkLst>
          <pc:docMk/>
          <pc:sldMk cId="4145923774" sldId="2147483609"/>
        </pc:sldMkLst>
        <pc:spChg chg="mod">
          <ac:chgData name="Grace PAN" userId="S::gracepan@ibm.com::005e5af3-4512-458e-8280-6559b1d3712f" providerId="AD" clId="Web-{55764BF8-2591-79E6-C27B-117EA7E0C6A0}" dt="2026-05-07T19:05:01.373" v="19"/>
          <ac:spMkLst>
            <pc:docMk/>
            <pc:sldMk cId="4145923774" sldId="2147483609"/>
            <ac:spMk id="18" creationId="{0872BC66-48D7-2F80-FBE5-A98466B64807}"/>
          </ac:spMkLst>
        </pc:spChg>
      </pc:sldChg>
      <pc:sldChg chg="modSp">
        <pc:chgData name="Grace PAN" userId="S::gracepan@ibm.com::005e5af3-4512-458e-8280-6559b1d3712f" providerId="AD" clId="Web-{55764BF8-2591-79E6-C27B-117EA7E0C6A0}" dt="2026-05-07T19:04:56.821" v="18"/>
        <pc:sldMkLst>
          <pc:docMk/>
          <pc:sldMk cId="1430034805" sldId="2147483610"/>
        </pc:sldMkLst>
        <pc:spChg chg="mod">
          <ac:chgData name="Grace PAN" userId="S::gracepan@ibm.com::005e5af3-4512-458e-8280-6559b1d3712f" providerId="AD" clId="Web-{55764BF8-2591-79E6-C27B-117EA7E0C6A0}" dt="2026-05-07T19:04:56.821" v="18"/>
          <ac:spMkLst>
            <pc:docMk/>
            <pc:sldMk cId="1430034805" sldId="2147483610"/>
            <ac:spMk id="18" creationId="{2126F8CE-21D2-0A28-DF2B-32F73B72A427}"/>
          </ac:spMkLst>
        </pc:spChg>
        <pc:spChg chg="mod">
          <ac:chgData name="Grace PAN" userId="S::gracepan@ibm.com::005e5af3-4512-458e-8280-6559b1d3712f" providerId="AD" clId="Web-{55764BF8-2591-79E6-C27B-117EA7E0C6A0}" dt="2026-05-07T19:02:57.941" v="0"/>
          <ac:spMkLst>
            <pc:docMk/>
            <pc:sldMk cId="1430034805" sldId="2147483610"/>
            <ac:spMk id="27" creationId="{C643D38C-781B-A154-FC3E-741A9DE57635}"/>
          </ac:spMkLst>
        </pc:spChg>
      </pc:sldChg>
      <pc:sldChg chg="modSp">
        <pc:chgData name="Grace PAN" userId="S::gracepan@ibm.com::005e5af3-4512-458e-8280-6559b1d3712f" providerId="AD" clId="Web-{55764BF8-2591-79E6-C27B-117EA7E0C6A0}" dt="2026-05-07T19:04:38.367" v="14"/>
        <pc:sldMkLst>
          <pc:docMk/>
          <pc:sldMk cId="3163863379" sldId="2147483619"/>
        </pc:sldMkLst>
        <pc:spChg chg="mod">
          <ac:chgData name="Grace PAN" userId="S::gracepan@ibm.com::005e5af3-4512-458e-8280-6559b1d3712f" providerId="AD" clId="Web-{55764BF8-2591-79E6-C27B-117EA7E0C6A0}" dt="2026-05-07T19:04:38.367" v="14"/>
          <ac:spMkLst>
            <pc:docMk/>
            <pc:sldMk cId="3163863379" sldId="2147483619"/>
            <ac:spMk id="97" creationId="{3925F384-A255-556F-AF84-FE97FF06C3E8}"/>
          </ac:spMkLst>
        </pc:spChg>
      </pc:sldChg>
      <pc:sldChg chg="modSp">
        <pc:chgData name="Grace PAN" userId="S::gracepan@ibm.com::005e5af3-4512-458e-8280-6559b1d3712f" providerId="AD" clId="Web-{55764BF8-2591-79E6-C27B-117EA7E0C6A0}" dt="2026-05-07T19:04:26.351" v="11"/>
        <pc:sldMkLst>
          <pc:docMk/>
          <pc:sldMk cId="3924008080" sldId="2147483624"/>
        </pc:sldMkLst>
        <pc:spChg chg="mod">
          <ac:chgData name="Grace PAN" userId="S::gracepan@ibm.com::005e5af3-4512-458e-8280-6559b1d3712f" providerId="AD" clId="Web-{55764BF8-2591-79E6-C27B-117EA7E0C6A0}" dt="2026-05-07T19:04:26.351" v="11"/>
          <ac:spMkLst>
            <pc:docMk/>
            <pc:sldMk cId="3924008080" sldId="2147483624"/>
            <ac:spMk id="13" creationId="{B497A6B3-4C1E-11B9-06BE-EE062729D545}"/>
          </ac:spMkLst>
        </pc:spChg>
      </pc:sldChg>
      <pc:sldChg chg="modSp">
        <pc:chgData name="Grace PAN" userId="S::gracepan@ibm.com::005e5af3-4512-458e-8280-6559b1d3712f" providerId="AD" clId="Web-{55764BF8-2591-79E6-C27B-117EA7E0C6A0}" dt="2026-05-07T19:04:21.788" v="10"/>
        <pc:sldMkLst>
          <pc:docMk/>
          <pc:sldMk cId="2760681832" sldId="2147483625"/>
        </pc:sldMkLst>
        <pc:spChg chg="mod">
          <ac:chgData name="Grace PAN" userId="S::gracepan@ibm.com::005e5af3-4512-458e-8280-6559b1d3712f" providerId="AD" clId="Web-{55764BF8-2591-79E6-C27B-117EA7E0C6A0}" dt="2026-05-07T19:04:21.788" v="10"/>
          <ac:spMkLst>
            <pc:docMk/>
            <pc:sldMk cId="2760681832" sldId="2147483625"/>
            <ac:spMk id="13" creationId="{794D695B-2E7B-5481-B5B4-7E20E6CDF548}"/>
          </ac:spMkLst>
        </pc:spChg>
      </pc:sldChg>
      <pc:sldChg chg="modSp">
        <pc:chgData name="Grace PAN" userId="S::gracepan@ibm.com::005e5af3-4512-458e-8280-6559b1d3712f" providerId="AD" clId="Web-{55764BF8-2591-79E6-C27B-117EA7E0C6A0}" dt="2026-05-07T19:04:16.538" v="9"/>
        <pc:sldMkLst>
          <pc:docMk/>
          <pc:sldMk cId="3081633174" sldId="2147483626"/>
        </pc:sldMkLst>
        <pc:spChg chg="mod">
          <ac:chgData name="Grace PAN" userId="S::gracepan@ibm.com::005e5af3-4512-458e-8280-6559b1d3712f" providerId="AD" clId="Web-{55764BF8-2591-79E6-C27B-117EA7E0C6A0}" dt="2026-05-07T19:03:11.192" v="1"/>
          <ac:spMkLst>
            <pc:docMk/>
            <pc:sldMk cId="3081633174" sldId="2147483626"/>
            <ac:spMk id="3" creationId="{2B06AADA-7011-BE6B-0978-E502227D7E8E}"/>
          </ac:spMkLst>
        </pc:spChg>
        <pc:spChg chg="mod">
          <ac:chgData name="Grace PAN" userId="S::gracepan@ibm.com::005e5af3-4512-458e-8280-6559b1d3712f" providerId="AD" clId="Web-{55764BF8-2591-79E6-C27B-117EA7E0C6A0}" dt="2026-05-07T19:04:16.538" v="9"/>
          <ac:spMkLst>
            <pc:docMk/>
            <pc:sldMk cId="3081633174" sldId="2147483626"/>
            <ac:spMk id="13" creationId="{216140D6-1E40-4E61-42EB-9E45E059D5F4}"/>
          </ac:spMkLst>
        </pc:spChg>
      </pc:sldChg>
      <pc:sldChg chg="modSp">
        <pc:chgData name="Grace PAN" userId="S::gracepan@ibm.com::005e5af3-4512-458e-8280-6559b1d3712f" providerId="AD" clId="Web-{55764BF8-2591-79E6-C27B-117EA7E0C6A0}" dt="2026-05-07T19:04:12.413" v="8"/>
        <pc:sldMkLst>
          <pc:docMk/>
          <pc:sldMk cId="86445548" sldId="2147483627"/>
        </pc:sldMkLst>
        <pc:spChg chg="mod">
          <ac:chgData name="Grace PAN" userId="S::gracepan@ibm.com::005e5af3-4512-458e-8280-6559b1d3712f" providerId="AD" clId="Web-{55764BF8-2591-79E6-C27B-117EA7E0C6A0}" dt="2026-05-07T19:03:17.645" v="2"/>
          <ac:spMkLst>
            <pc:docMk/>
            <pc:sldMk cId="86445548" sldId="2147483627"/>
            <ac:spMk id="4" creationId="{CA76E855-40DB-4C6E-AA1B-3FE309D17550}"/>
          </ac:spMkLst>
        </pc:spChg>
        <pc:spChg chg="mod">
          <ac:chgData name="Grace PAN" userId="S::gracepan@ibm.com::005e5af3-4512-458e-8280-6559b1d3712f" providerId="AD" clId="Web-{55764BF8-2591-79E6-C27B-117EA7E0C6A0}" dt="2026-05-07T19:04:12.413" v="8"/>
          <ac:spMkLst>
            <pc:docMk/>
            <pc:sldMk cId="86445548" sldId="2147483627"/>
            <ac:spMk id="14" creationId="{8AA60E4C-D19E-4407-AA53-D949390A39A1}"/>
          </ac:spMkLst>
        </pc:spChg>
      </pc:sldChg>
      <pc:sldChg chg="modSp">
        <pc:chgData name="Grace PAN" userId="S::gracepan@ibm.com::005e5af3-4512-458e-8280-6559b1d3712f" providerId="AD" clId="Web-{55764BF8-2591-79E6-C27B-117EA7E0C6A0}" dt="2026-05-07T19:04:06.288" v="7"/>
        <pc:sldMkLst>
          <pc:docMk/>
          <pc:sldMk cId="3034227909" sldId="2147483628"/>
        </pc:sldMkLst>
        <pc:spChg chg="mod">
          <ac:chgData name="Grace PAN" userId="S::gracepan@ibm.com::005e5af3-4512-458e-8280-6559b1d3712f" providerId="AD" clId="Web-{55764BF8-2591-79E6-C27B-117EA7E0C6A0}" dt="2026-05-07T19:03:21.630" v="3"/>
          <ac:spMkLst>
            <pc:docMk/>
            <pc:sldMk cId="3034227909" sldId="2147483628"/>
            <ac:spMk id="7" creationId="{A8382F00-4A7B-74E0-FC7B-37771B6C86BF}"/>
          </ac:spMkLst>
        </pc:spChg>
        <pc:spChg chg="mod">
          <ac:chgData name="Grace PAN" userId="S::gracepan@ibm.com::005e5af3-4512-458e-8280-6559b1d3712f" providerId="AD" clId="Web-{55764BF8-2591-79E6-C27B-117EA7E0C6A0}" dt="2026-05-07T19:04:06.288" v="7"/>
          <ac:spMkLst>
            <pc:docMk/>
            <pc:sldMk cId="3034227909" sldId="2147483628"/>
            <ac:spMk id="15" creationId="{A326D3DA-BB4D-CCA8-529B-920526E2D939}"/>
          </ac:spMkLst>
        </pc:spChg>
      </pc:sldChg>
      <pc:sldChg chg="modSp">
        <pc:chgData name="Grace PAN" userId="S::gracepan@ibm.com::005e5af3-4512-458e-8280-6559b1d3712f" providerId="AD" clId="Web-{55764BF8-2591-79E6-C27B-117EA7E0C6A0}" dt="2026-05-07T19:03:42.068" v="4"/>
        <pc:sldMkLst>
          <pc:docMk/>
          <pc:sldMk cId="89259513" sldId="2147483629"/>
        </pc:sldMkLst>
        <pc:spChg chg="mod">
          <ac:chgData name="Grace PAN" userId="S::gracepan@ibm.com::005e5af3-4512-458e-8280-6559b1d3712f" providerId="AD" clId="Web-{55764BF8-2591-79E6-C27B-117EA7E0C6A0}" dt="2026-05-07T19:03:42.068" v="4"/>
          <ac:spMkLst>
            <pc:docMk/>
            <pc:sldMk cId="89259513" sldId="2147483629"/>
            <ac:spMk id="15" creationId="{A4301F62-A01A-D3C8-25C2-F012A3204709}"/>
          </ac:spMkLst>
        </pc:spChg>
      </pc:sldChg>
      <pc:sldChg chg="modSp">
        <pc:chgData name="Grace PAN" userId="S::gracepan@ibm.com::005e5af3-4512-458e-8280-6559b1d3712f" providerId="AD" clId="Web-{55764BF8-2591-79E6-C27B-117EA7E0C6A0}" dt="2026-05-07T19:03:49.272" v="5" actId="20577"/>
        <pc:sldMkLst>
          <pc:docMk/>
          <pc:sldMk cId="2604379679" sldId="2147483630"/>
        </pc:sldMkLst>
        <pc:spChg chg="mod">
          <ac:chgData name="Grace PAN" userId="S::gracepan@ibm.com::005e5af3-4512-458e-8280-6559b1d3712f" providerId="AD" clId="Web-{55764BF8-2591-79E6-C27B-117EA7E0C6A0}" dt="2026-05-07T19:03:49.272" v="5" actId="20577"/>
          <ac:spMkLst>
            <pc:docMk/>
            <pc:sldMk cId="2604379679" sldId="2147483630"/>
            <ac:spMk id="13" creationId="{03E710B7-1940-151C-CEA5-30AB7605EE08}"/>
          </ac:spMkLst>
        </pc:spChg>
      </pc:sldChg>
      <pc:sldChg chg="modSp">
        <pc:chgData name="Grace PAN" userId="S::gracepan@ibm.com::005e5af3-4512-458e-8280-6559b1d3712f" providerId="AD" clId="Web-{55764BF8-2591-79E6-C27B-117EA7E0C6A0}" dt="2026-05-07T19:04:52.133" v="17"/>
        <pc:sldMkLst>
          <pc:docMk/>
          <pc:sldMk cId="2402745676" sldId="2147483633"/>
        </pc:sldMkLst>
        <pc:spChg chg="mod">
          <ac:chgData name="Grace PAN" userId="S::gracepan@ibm.com::005e5af3-4512-458e-8280-6559b1d3712f" providerId="AD" clId="Web-{55764BF8-2591-79E6-C27B-117EA7E0C6A0}" dt="2026-05-07T19:04:52.133" v="17"/>
          <ac:spMkLst>
            <pc:docMk/>
            <pc:sldMk cId="2402745676" sldId="2147483633"/>
            <ac:spMk id="18" creationId="{2126F8CE-21D2-0A28-DF2B-32F73B72A427}"/>
          </ac:spMkLst>
        </pc:spChg>
      </pc:sldChg>
      <pc:sldChg chg="modSp">
        <pc:chgData name="Grace PAN" userId="S::gracepan@ibm.com::005e5af3-4512-458e-8280-6559b1d3712f" providerId="AD" clId="Web-{55764BF8-2591-79E6-C27B-117EA7E0C6A0}" dt="2026-05-07T19:04:47.117" v="16"/>
        <pc:sldMkLst>
          <pc:docMk/>
          <pc:sldMk cId="1181449732" sldId="2147483634"/>
        </pc:sldMkLst>
        <pc:spChg chg="mod">
          <ac:chgData name="Grace PAN" userId="S::gracepan@ibm.com::005e5af3-4512-458e-8280-6559b1d3712f" providerId="AD" clId="Web-{55764BF8-2591-79E6-C27B-117EA7E0C6A0}" dt="2026-05-07T19:04:47.117" v="16"/>
          <ac:spMkLst>
            <pc:docMk/>
            <pc:sldMk cId="1181449732" sldId="2147483634"/>
            <ac:spMk id="18" creationId="{2126F8CE-21D2-0A28-DF2B-32F73B72A427}"/>
          </ac:spMkLst>
        </pc:spChg>
      </pc:sldChg>
      <pc:sldChg chg="modSp">
        <pc:chgData name="Grace PAN" userId="S::gracepan@ibm.com::005e5af3-4512-458e-8280-6559b1d3712f" providerId="AD" clId="Web-{55764BF8-2591-79E6-C27B-117EA7E0C6A0}" dt="2026-05-07T19:04:43.477" v="15"/>
        <pc:sldMkLst>
          <pc:docMk/>
          <pc:sldMk cId="2941937503" sldId="2147483635"/>
        </pc:sldMkLst>
        <pc:spChg chg="mod">
          <ac:chgData name="Grace PAN" userId="S::gracepan@ibm.com::005e5af3-4512-458e-8280-6559b1d3712f" providerId="AD" clId="Web-{55764BF8-2591-79E6-C27B-117EA7E0C6A0}" dt="2026-05-07T19:04:43.477" v="15"/>
          <ac:spMkLst>
            <pc:docMk/>
            <pc:sldMk cId="2941937503" sldId="2147483635"/>
            <ac:spMk id="18" creationId="{2126F8CE-21D2-0A28-DF2B-32F73B72A427}"/>
          </ac:spMkLst>
        </pc:spChg>
      </pc:sldChg>
      <pc:sldChg chg="modSp">
        <pc:chgData name="Grace PAN" userId="S::gracepan@ibm.com::005e5af3-4512-458e-8280-6559b1d3712f" providerId="AD" clId="Web-{55764BF8-2591-79E6-C27B-117EA7E0C6A0}" dt="2026-05-07T19:04:35.601" v="13"/>
        <pc:sldMkLst>
          <pc:docMk/>
          <pc:sldMk cId="1546481170" sldId="2147483636"/>
        </pc:sldMkLst>
        <pc:spChg chg="mod">
          <ac:chgData name="Grace PAN" userId="S::gracepan@ibm.com::005e5af3-4512-458e-8280-6559b1d3712f" providerId="AD" clId="Web-{55764BF8-2591-79E6-C27B-117EA7E0C6A0}" dt="2026-05-07T19:04:35.601" v="13"/>
          <ac:spMkLst>
            <pc:docMk/>
            <pc:sldMk cId="1546481170" sldId="2147483636"/>
            <ac:spMk id="18" creationId="{0872BC66-48D7-2F80-FBE5-A98466B64807}"/>
          </ac:spMkLst>
        </pc:spChg>
      </pc:sldChg>
      <pc:sldChg chg="modSp">
        <pc:chgData name="Grace PAN" userId="S::gracepan@ibm.com::005e5af3-4512-458e-8280-6559b1d3712f" providerId="AD" clId="Web-{55764BF8-2591-79E6-C27B-117EA7E0C6A0}" dt="2026-05-07T19:04:30.679" v="12"/>
        <pc:sldMkLst>
          <pc:docMk/>
          <pc:sldMk cId="850034108" sldId="2147483637"/>
        </pc:sldMkLst>
        <pc:spChg chg="mod">
          <ac:chgData name="Grace PAN" userId="S::gracepan@ibm.com::005e5af3-4512-458e-8280-6559b1d3712f" providerId="AD" clId="Web-{55764BF8-2591-79E6-C27B-117EA7E0C6A0}" dt="2026-05-07T19:04:30.679" v="12"/>
          <ac:spMkLst>
            <pc:docMk/>
            <pc:sldMk cId="850034108" sldId="2147483637"/>
            <ac:spMk id="59" creationId="{3D77484E-508A-6006-7A91-58FF3DBF6347}"/>
          </ac:spMkLst>
        </pc:spChg>
      </pc:sldChg>
    </pc:docChg>
  </pc:docChgLst>
  <pc:docChgLst>
    <pc:chgData name="Grace PAN" userId="S::gracepan@ibm.com::005e5af3-4512-458e-8280-6559b1d3712f" providerId="AD" clId="Web-{70EFF730-CFAE-EE22-0EBD-02CB18938BF1}"/>
    <pc:docChg chg="addSld delSld modSld addMainMaster modMainMaster">
      <pc:chgData name="Grace PAN" userId="S::gracepan@ibm.com::005e5af3-4512-458e-8280-6559b1d3712f" providerId="AD" clId="Web-{70EFF730-CFAE-EE22-0EBD-02CB18938BF1}" dt="2026-05-08T00:10:57.629" v="74" actId="20577"/>
      <pc:docMkLst>
        <pc:docMk/>
      </pc:docMkLst>
      <pc:sldChg chg="modSp add">
        <pc:chgData name="Grace PAN" userId="S::gracepan@ibm.com::005e5af3-4512-458e-8280-6559b1d3712f" providerId="AD" clId="Web-{70EFF730-CFAE-EE22-0EBD-02CB18938BF1}" dt="2026-05-08T00:04:49.423" v="10"/>
        <pc:sldMkLst>
          <pc:docMk/>
          <pc:sldMk cId="2098810042" sldId="258"/>
        </pc:sldMkLst>
        <pc:spChg chg="mod">
          <ac:chgData name="Grace PAN" userId="S::gracepan@ibm.com::005e5af3-4512-458e-8280-6559b1d3712f" providerId="AD" clId="Web-{70EFF730-CFAE-EE22-0EBD-02CB18938BF1}" dt="2026-05-08T00:04:49.423" v="10"/>
          <ac:spMkLst>
            <pc:docMk/>
            <pc:sldMk cId="2098810042" sldId="258"/>
            <ac:spMk id="5" creationId="{DF1BAC10-9322-F8CD-6BE2-816BAEB3C2EA}"/>
          </ac:spMkLst>
        </pc:spChg>
      </pc:sldChg>
      <pc:sldChg chg="modSp add">
        <pc:chgData name="Grace PAN" userId="S::gracepan@ibm.com::005e5af3-4512-458e-8280-6559b1d3712f" providerId="AD" clId="Web-{70EFF730-CFAE-EE22-0EBD-02CB18938BF1}" dt="2026-05-08T00:09:04.758" v="38" actId="20577"/>
        <pc:sldMkLst>
          <pc:docMk/>
          <pc:sldMk cId="2980091807" sldId="260"/>
        </pc:sldMkLst>
        <pc:spChg chg="mod">
          <ac:chgData name="Grace PAN" userId="S::gracepan@ibm.com::005e5af3-4512-458e-8280-6559b1d3712f" providerId="AD" clId="Web-{70EFF730-CFAE-EE22-0EBD-02CB18938BF1}" dt="2026-05-08T00:04:56.438" v="11"/>
          <ac:spMkLst>
            <pc:docMk/>
            <pc:sldMk cId="2980091807" sldId="260"/>
            <ac:spMk id="5" creationId="{D9A46ED4-5928-1478-37E1-7962A9CF8422}"/>
          </ac:spMkLst>
        </pc:spChg>
        <pc:spChg chg="mod">
          <ac:chgData name="Grace PAN" userId="S::gracepan@ibm.com::005e5af3-4512-458e-8280-6559b1d3712f" providerId="AD" clId="Web-{70EFF730-CFAE-EE22-0EBD-02CB18938BF1}" dt="2026-05-08T00:07:25.503" v="22" actId="20577"/>
          <ac:spMkLst>
            <pc:docMk/>
            <pc:sldMk cId="2980091807" sldId="260"/>
            <ac:spMk id="115" creationId="{CD1887F4-FF8C-ABC2-E52F-A12E4B96839D}"/>
          </ac:spMkLst>
        </pc:spChg>
        <pc:spChg chg="mod">
          <ac:chgData name="Grace PAN" userId="S::gracepan@ibm.com::005e5af3-4512-458e-8280-6559b1d3712f" providerId="AD" clId="Web-{70EFF730-CFAE-EE22-0EBD-02CB18938BF1}" dt="2026-05-08T00:08:39.224" v="37" actId="20577"/>
          <ac:spMkLst>
            <pc:docMk/>
            <pc:sldMk cId="2980091807" sldId="260"/>
            <ac:spMk id="118" creationId="{381F1CCD-6696-8BF6-0257-64416CC956FA}"/>
          </ac:spMkLst>
        </pc:spChg>
        <pc:spChg chg="mod">
          <ac:chgData name="Grace PAN" userId="S::gracepan@ibm.com::005e5af3-4512-458e-8280-6559b1d3712f" providerId="AD" clId="Web-{70EFF730-CFAE-EE22-0EBD-02CB18938BF1}" dt="2026-05-08T00:09:04.758" v="38" actId="20577"/>
          <ac:spMkLst>
            <pc:docMk/>
            <pc:sldMk cId="2980091807" sldId="260"/>
            <ac:spMk id="119" creationId="{8B7B2CBA-46CE-308D-E502-82239852D8F0}"/>
          </ac:spMkLst>
        </pc:spChg>
        <pc:graphicFrameChg chg="mod modGraphic">
          <ac:chgData name="Grace PAN" userId="S::gracepan@ibm.com::005e5af3-4512-458e-8280-6559b1d3712f" providerId="AD" clId="Web-{70EFF730-CFAE-EE22-0EBD-02CB18938BF1}" dt="2026-05-08T00:08:16.331" v="36"/>
          <ac:graphicFrameMkLst>
            <pc:docMk/>
            <pc:sldMk cId="2980091807" sldId="260"/>
            <ac:graphicFrameMk id="103" creationId="{781A016C-34CB-3D51-E5B2-BFC17CC38C6B}"/>
          </ac:graphicFrameMkLst>
        </pc:graphicFrameChg>
      </pc:sldChg>
      <pc:sldChg chg="add del">
        <pc:chgData name="Grace PAN" userId="S::gracepan@ibm.com::005e5af3-4512-458e-8280-6559b1d3712f" providerId="AD" clId="Web-{70EFF730-CFAE-EE22-0EBD-02CB18938BF1}" dt="2026-05-08T00:04:00.969" v="4"/>
        <pc:sldMkLst>
          <pc:docMk/>
          <pc:sldMk cId="171429725" sldId="2147482952"/>
        </pc:sldMkLst>
      </pc:sldChg>
      <pc:sldChg chg="del">
        <pc:chgData name="Grace PAN" userId="S::gracepan@ibm.com::005e5af3-4512-458e-8280-6559b1d3712f" providerId="AD" clId="Web-{70EFF730-CFAE-EE22-0EBD-02CB18938BF1}" dt="2026-05-08T00:04:21.563" v="7"/>
        <pc:sldMkLst>
          <pc:docMk/>
          <pc:sldMk cId="35011497" sldId="2147482953"/>
        </pc:sldMkLst>
      </pc:sldChg>
      <pc:sldChg chg="addSp delSp modSp">
        <pc:chgData name="Grace PAN" userId="S::gracepan@ibm.com::005e5af3-4512-458e-8280-6559b1d3712f" providerId="AD" clId="Web-{70EFF730-CFAE-EE22-0EBD-02CB18938BF1}" dt="2026-05-08T00:10:57.629" v="74" actId="20577"/>
        <pc:sldMkLst>
          <pc:docMk/>
          <pc:sldMk cId="2517799750" sldId="2147483607"/>
        </pc:sldMkLst>
        <pc:spChg chg="del">
          <ac:chgData name="Grace PAN" userId="S::gracepan@ibm.com::005e5af3-4512-458e-8280-6559b1d3712f" providerId="AD" clId="Web-{70EFF730-CFAE-EE22-0EBD-02CB18938BF1}" dt="2026-05-08T00:10:23.704" v="67"/>
          <ac:spMkLst>
            <pc:docMk/>
            <pc:sldMk cId="2517799750" sldId="2147483607"/>
            <ac:spMk id="2" creationId="{3C4FA6FD-F3A8-872D-EF74-B1BFB3741C0A}"/>
          </ac:spMkLst>
        </pc:spChg>
        <pc:spChg chg="del">
          <ac:chgData name="Grace PAN" userId="S::gracepan@ibm.com::005e5af3-4512-458e-8280-6559b1d3712f" providerId="AD" clId="Web-{70EFF730-CFAE-EE22-0EBD-02CB18938BF1}" dt="2026-05-08T00:10:23.704" v="66"/>
          <ac:spMkLst>
            <pc:docMk/>
            <pc:sldMk cId="2517799750" sldId="2147483607"/>
            <ac:spMk id="7" creationId="{1696BB8F-29C9-0A8E-A5D5-FE720F085E62}"/>
          </ac:spMkLst>
        </pc:spChg>
        <pc:spChg chg="del">
          <ac:chgData name="Grace PAN" userId="S::gracepan@ibm.com::005e5af3-4512-458e-8280-6559b1d3712f" providerId="AD" clId="Web-{70EFF730-CFAE-EE22-0EBD-02CB18938BF1}" dt="2026-05-08T00:10:23.704" v="65"/>
          <ac:spMkLst>
            <pc:docMk/>
            <pc:sldMk cId="2517799750" sldId="2147483607"/>
            <ac:spMk id="8" creationId="{707CFEE6-9641-8069-A7C0-2CC46324986F}"/>
          </ac:spMkLst>
        </pc:spChg>
        <pc:spChg chg="del">
          <ac:chgData name="Grace PAN" userId="S::gracepan@ibm.com::005e5af3-4512-458e-8280-6559b1d3712f" providerId="AD" clId="Web-{70EFF730-CFAE-EE22-0EBD-02CB18938BF1}" dt="2026-05-08T00:10:23.704" v="64"/>
          <ac:spMkLst>
            <pc:docMk/>
            <pc:sldMk cId="2517799750" sldId="2147483607"/>
            <ac:spMk id="11" creationId="{7C941B51-78FE-A68E-A28B-D3C0016CB022}"/>
          </ac:spMkLst>
        </pc:spChg>
        <pc:spChg chg="del">
          <ac:chgData name="Grace PAN" userId="S::gracepan@ibm.com::005e5af3-4512-458e-8280-6559b1d3712f" providerId="AD" clId="Web-{70EFF730-CFAE-EE22-0EBD-02CB18938BF1}" dt="2026-05-08T00:10:23.704" v="63"/>
          <ac:spMkLst>
            <pc:docMk/>
            <pc:sldMk cId="2517799750" sldId="2147483607"/>
            <ac:spMk id="12" creationId="{8097237B-A998-EDEA-14CB-6391C0865B41}"/>
          </ac:spMkLst>
        </pc:spChg>
        <pc:spChg chg="del">
          <ac:chgData name="Grace PAN" userId="S::gracepan@ibm.com::005e5af3-4512-458e-8280-6559b1d3712f" providerId="AD" clId="Web-{70EFF730-CFAE-EE22-0EBD-02CB18938BF1}" dt="2026-05-08T00:10:23.704" v="62"/>
          <ac:spMkLst>
            <pc:docMk/>
            <pc:sldMk cId="2517799750" sldId="2147483607"/>
            <ac:spMk id="17" creationId="{1FE4023B-97AF-BF2F-FC25-8DC1B840EB41}"/>
          </ac:spMkLst>
        </pc:spChg>
        <pc:spChg chg="del">
          <ac:chgData name="Grace PAN" userId="S::gracepan@ibm.com::005e5af3-4512-458e-8280-6559b1d3712f" providerId="AD" clId="Web-{70EFF730-CFAE-EE22-0EBD-02CB18938BF1}" dt="2026-05-08T00:10:23.704" v="61"/>
          <ac:spMkLst>
            <pc:docMk/>
            <pc:sldMk cId="2517799750" sldId="2147483607"/>
            <ac:spMk id="18" creationId="{0872BC66-48D7-2F80-FBE5-A98466B64807}"/>
          </ac:spMkLst>
        </pc:spChg>
        <pc:spChg chg="del">
          <ac:chgData name="Grace PAN" userId="S::gracepan@ibm.com::005e5af3-4512-458e-8280-6559b1d3712f" providerId="AD" clId="Web-{70EFF730-CFAE-EE22-0EBD-02CB18938BF1}" dt="2026-05-08T00:10:23.704" v="60"/>
          <ac:spMkLst>
            <pc:docMk/>
            <pc:sldMk cId="2517799750" sldId="2147483607"/>
            <ac:spMk id="19" creationId="{2E8F5A27-A3BF-64DD-8241-805B79D6C98F}"/>
          </ac:spMkLst>
        </pc:spChg>
        <pc:spChg chg="del">
          <ac:chgData name="Grace PAN" userId="S::gracepan@ibm.com::005e5af3-4512-458e-8280-6559b1d3712f" providerId="AD" clId="Web-{70EFF730-CFAE-EE22-0EBD-02CB18938BF1}" dt="2026-05-08T00:10:23.704" v="59"/>
          <ac:spMkLst>
            <pc:docMk/>
            <pc:sldMk cId="2517799750" sldId="2147483607"/>
            <ac:spMk id="20" creationId="{A1DEBCB7-F9F0-8596-04D1-5B6ABC8D9210}"/>
          </ac:spMkLst>
        </pc:spChg>
        <pc:spChg chg="del">
          <ac:chgData name="Grace PAN" userId="S::gracepan@ibm.com::005e5af3-4512-458e-8280-6559b1d3712f" providerId="AD" clId="Web-{70EFF730-CFAE-EE22-0EBD-02CB18938BF1}" dt="2026-05-08T00:10:23.704" v="58"/>
          <ac:spMkLst>
            <pc:docMk/>
            <pc:sldMk cId="2517799750" sldId="2147483607"/>
            <ac:spMk id="22" creationId="{C6E0AB51-B466-EC4B-2C61-8EED28F4AA58}"/>
          </ac:spMkLst>
        </pc:spChg>
        <pc:spChg chg="del">
          <ac:chgData name="Grace PAN" userId="S::gracepan@ibm.com::005e5af3-4512-458e-8280-6559b1d3712f" providerId="AD" clId="Web-{70EFF730-CFAE-EE22-0EBD-02CB18938BF1}" dt="2026-05-08T00:10:23.704" v="57"/>
          <ac:spMkLst>
            <pc:docMk/>
            <pc:sldMk cId="2517799750" sldId="2147483607"/>
            <ac:spMk id="23" creationId="{6C29BEC7-0ABD-3314-F689-BD06ACE416E8}"/>
          </ac:spMkLst>
        </pc:spChg>
        <pc:spChg chg="del">
          <ac:chgData name="Grace PAN" userId="S::gracepan@ibm.com::005e5af3-4512-458e-8280-6559b1d3712f" providerId="AD" clId="Web-{70EFF730-CFAE-EE22-0EBD-02CB18938BF1}" dt="2026-05-08T00:10:23.704" v="56"/>
          <ac:spMkLst>
            <pc:docMk/>
            <pc:sldMk cId="2517799750" sldId="2147483607"/>
            <ac:spMk id="25" creationId="{4E6F7DB2-3710-1522-C024-E2A8868776F7}"/>
          </ac:spMkLst>
        </pc:spChg>
        <pc:spChg chg="del">
          <ac:chgData name="Grace PAN" userId="S::gracepan@ibm.com::005e5af3-4512-458e-8280-6559b1d3712f" providerId="AD" clId="Web-{70EFF730-CFAE-EE22-0EBD-02CB18938BF1}" dt="2026-05-08T00:10:23.704" v="68"/>
          <ac:spMkLst>
            <pc:docMk/>
            <pc:sldMk cId="2517799750" sldId="2147483607"/>
            <ac:spMk id="26" creationId="{07DCEF6F-1164-4787-7EAB-DD1FC5899DDA}"/>
          </ac:spMkLst>
        </pc:spChg>
        <pc:spChg chg="mod">
          <ac:chgData name="Grace PAN" userId="S::gracepan@ibm.com::005e5af3-4512-458e-8280-6559b1d3712f" providerId="AD" clId="Web-{70EFF730-CFAE-EE22-0EBD-02CB18938BF1}" dt="2026-05-08T00:10:57.629" v="74" actId="20577"/>
          <ac:spMkLst>
            <pc:docMk/>
            <pc:sldMk cId="2517799750" sldId="2147483607"/>
            <ac:spMk id="27" creationId="{F375FCBD-62E5-1572-29F4-45921F0610A0}"/>
          </ac:spMkLst>
        </pc:spChg>
        <pc:spChg chg="del">
          <ac:chgData name="Grace PAN" userId="S::gracepan@ibm.com::005e5af3-4512-458e-8280-6559b1d3712f" providerId="AD" clId="Web-{70EFF730-CFAE-EE22-0EBD-02CB18938BF1}" dt="2026-05-08T00:10:23.704" v="55"/>
          <ac:spMkLst>
            <pc:docMk/>
            <pc:sldMk cId="2517799750" sldId="2147483607"/>
            <ac:spMk id="29" creationId="{C6CDA3A3-B566-50E9-5E36-FF18A82D1C8D}"/>
          </ac:spMkLst>
        </pc:spChg>
        <pc:spChg chg="del">
          <ac:chgData name="Grace PAN" userId="S::gracepan@ibm.com::005e5af3-4512-458e-8280-6559b1d3712f" providerId="AD" clId="Web-{70EFF730-CFAE-EE22-0EBD-02CB18938BF1}" dt="2026-05-08T00:10:23.704" v="54"/>
          <ac:spMkLst>
            <pc:docMk/>
            <pc:sldMk cId="2517799750" sldId="2147483607"/>
            <ac:spMk id="31" creationId="{E273D90C-07FE-89AA-B742-75786D6B95B9}"/>
          </ac:spMkLst>
        </pc:spChg>
        <pc:spChg chg="add">
          <ac:chgData name="Grace PAN" userId="S::gracepan@ibm.com::005e5af3-4512-458e-8280-6559b1d3712f" providerId="AD" clId="Web-{70EFF730-CFAE-EE22-0EBD-02CB18938BF1}" dt="2026-05-08T00:10:25.954" v="69"/>
          <ac:spMkLst>
            <pc:docMk/>
            <pc:sldMk cId="2517799750" sldId="2147483607"/>
            <ac:spMk id="32" creationId="{4E6F7DB2-3710-1522-C024-E2A8868776F7}"/>
          </ac:spMkLst>
        </pc:spChg>
        <pc:spChg chg="del">
          <ac:chgData name="Grace PAN" userId="S::gracepan@ibm.com::005e5af3-4512-458e-8280-6559b1d3712f" providerId="AD" clId="Web-{70EFF730-CFAE-EE22-0EBD-02CB18938BF1}" dt="2026-05-08T00:10:23.704" v="53"/>
          <ac:spMkLst>
            <pc:docMk/>
            <pc:sldMk cId="2517799750" sldId="2147483607"/>
            <ac:spMk id="33" creationId="{F836BDDE-9750-D5F8-A624-01BE3961EA01}"/>
          </ac:spMkLst>
        </pc:spChg>
        <pc:spChg chg="del">
          <ac:chgData name="Grace PAN" userId="S::gracepan@ibm.com::005e5af3-4512-458e-8280-6559b1d3712f" providerId="AD" clId="Web-{70EFF730-CFAE-EE22-0EBD-02CB18938BF1}" dt="2026-05-08T00:10:23.704" v="52"/>
          <ac:spMkLst>
            <pc:docMk/>
            <pc:sldMk cId="2517799750" sldId="2147483607"/>
            <ac:spMk id="34" creationId="{4986E5E0-DF69-2E84-5783-0AE0B2E80DF9}"/>
          </ac:spMkLst>
        </pc:spChg>
        <pc:spChg chg="del">
          <ac:chgData name="Grace PAN" userId="S::gracepan@ibm.com::005e5af3-4512-458e-8280-6559b1d3712f" providerId="AD" clId="Web-{70EFF730-CFAE-EE22-0EBD-02CB18938BF1}" dt="2026-05-08T00:10:23.704" v="51"/>
          <ac:spMkLst>
            <pc:docMk/>
            <pc:sldMk cId="2517799750" sldId="2147483607"/>
            <ac:spMk id="35" creationId="{66746696-1861-C254-99F8-2AE93FB1FA82}"/>
          </ac:spMkLst>
        </pc:spChg>
        <pc:spChg chg="del">
          <ac:chgData name="Grace PAN" userId="S::gracepan@ibm.com::005e5af3-4512-458e-8280-6559b1d3712f" providerId="AD" clId="Web-{70EFF730-CFAE-EE22-0EBD-02CB18938BF1}" dt="2026-05-08T00:10:23.704" v="50"/>
          <ac:spMkLst>
            <pc:docMk/>
            <pc:sldMk cId="2517799750" sldId="2147483607"/>
            <ac:spMk id="36" creationId="{C31A858B-4CFC-F058-A6F5-28996C89A5A9}"/>
          </ac:spMkLst>
        </pc:spChg>
        <pc:spChg chg="del">
          <ac:chgData name="Grace PAN" userId="S::gracepan@ibm.com::005e5af3-4512-458e-8280-6559b1d3712f" providerId="AD" clId="Web-{70EFF730-CFAE-EE22-0EBD-02CB18938BF1}" dt="2026-05-08T00:10:23.704" v="49"/>
          <ac:spMkLst>
            <pc:docMk/>
            <pc:sldMk cId="2517799750" sldId="2147483607"/>
            <ac:spMk id="37" creationId="{0223A294-E197-2136-C362-F865B4BEAA77}"/>
          </ac:spMkLst>
        </pc:spChg>
        <pc:spChg chg="del">
          <ac:chgData name="Grace PAN" userId="S::gracepan@ibm.com::005e5af3-4512-458e-8280-6559b1d3712f" providerId="AD" clId="Web-{70EFF730-CFAE-EE22-0EBD-02CB18938BF1}" dt="2026-05-08T00:10:23.704" v="48"/>
          <ac:spMkLst>
            <pc:docMk/>
            <pc:sldMk cId="2517799750" sldId="2147483607"/>
            <ac:spMk id="38" creationId="{F8876235-0629-C4C1-424C-9D618CDCEEE0}"/>
          </ac:spMkLst>
        </pc:spChg>
        <pc:spChg chg="del">
          <ac:chgData name="Grace PAN" userId="S::gracepan@ibm.com::005e5af3-4512-458e-8280-6559b1d3712f" providerId="AD" clId="Web-{70EFF730-CFAE-EE22-0EBD-02CB18938BF1}" dt="2026-05-08T00:10:23.704" v="47"/>
          <ac:spMkLst>
            <pc:docMk/>
            <pc:sldMk cId="2517799750" sldId="2147483607"/>
            <ac:spMk id="39" creationId="{1F7918C6-EF97-F925-8503-B618F821CEEC}"/>
          </ac:spMkLst>
        </pc:spChg>
        <pc:spChg chg="del">
          <ac:chgData name="Grace PAN" userId="S::gracepan@ibm.com::005e5af3-4512-458e-8280-6559b1d3712f" providerId="AD" clId="Web-{70EFF730-CFAE-EE22-0EBD-02CB18938BF1}" dt="2026-05-08T00:10:23.704" v="46"/>
          <ac:spMkLst>
            <pc:docMk/>
            <pc:sldMk cId="2517799750" sldId="2147483607"/>
            <ac:spMk id="40" creationId="{4E8B6A5F-20AA-5FD6-5EF9-BD24FB858F22}"/>
          </ac:spMkLst>
        </pc:spChg>
        <pc:spChg chg="del">
          <ac:chgData name="Grace PAN" userId="S::gracepan@ibm.com::005e5af3-4512-458e-8280-6559b1d3712f" providerId="AD" clId="Web-{70EFF730-CFAE-EE22-0EBD-02CB18938BF1}" dt="2026-05-08T00:10:23.704" v="45"/>
          <ac:spMkLst>
            <pc:docMk/>
            <pc:sldMk cId="2517799750" sldId="2147483607"/>
            <ac:spMk id="41" creationId="{188AF744-B756-B736-7599-A304F4DA4306}"/>
          </ac:spMkLst>
        </pc:spChg>
        <pc:spChg chg="del">
          <ac:chgData name="Grace PAN" userId="S::gracepan@ibm.com::005e5af3-4512-458e-8280-6559b1d3712f" providerId="AD" clId="Web-{70EFF730-CFAE-EE22-0EBD-02CB18938BF1}" dt="2026-05-08T00:10:23.704" v="44"/>
          <ac:spMkLst>
            <pc:docMk/>
            <pc:sldMk cId="2517799750" sldId="2147483607"/>
            <ac:spMk id="42" creationId="{8A4E14A8-CEBC-8178-BF93-9461101DCE0F}"/>
          </ac:spMkLst>
        </pc:spChg>
        <pc:spChg chg="add">
          <ac:chgData name="Grace PAN" userId="S::gracepan@ibm.com::005e5af3-4512-458e-8280-6559b1d3712f" providerId="AD" clId="Web-{70EFF730-CFAE-EE22-0EBD-02CB18938BF1}" dt="2026-05-08T00:10:25.954" v="69"/>
          <ac:spMkLst>
            <pc:docMk/>
            <pc:sldMk cId="2517799750" sldId="2147483607"/>
            <ac:spMk id="45" creationId="{F836BDDE-9750-D5F8-A624-01BE3961EA01}"/>
          </ac:spMkLst>
        </pc:spChg>
        <pc:spChg chg="del">
          <ac:chgData name="Grace PAN" userId="S::gracepan@ibm.com::005e5af3-4512-458e-8280-6559b1d3712f" providerId="AD" clId="Web-{70EFF730-CFAE-EE22-0EBD-02CB18938BF1}" dt="2026-05-08T00:10:23.689" v="43"/>
          <ac:spMkLst>
            <pc:docMk/>
            <pc:sldMk cId="2517799750" sldId="2147483607"/>
            <ac:spMk id="47" creationId="{FB80BDAF-23A6-12EC-9A3A-6F10259C075A}"/>
          </ac:spMkLst>
        </pc:spChg>
        <pc:spChg chg="del">
          <ac:chgData name="Grace PAN" userId="S::gracepan@ibm.com::005e5af3-4512-458e-8280-6559b1d3712f" providerId="AD" clId="Web-{70EFF730-CFAE-EE22-0EBD-02CB18938BF1}" dt="2026-05-08T00:10:23.689" v="42"/>
          <ac:spMkLst>
            <pc:docMk/>
            <pc:sldMk cId="2517799750" sldId="2147483607"/>
            <ac:spMk id="48" creationId="{2DCE5D50-A7A4-01EA-62BF-289D6A51E930}"/>
          </ac:spMkLst>
        </pc:spChg>
        <pc:spChg chg="add">
          <ac:chgData name="Grace PAN" userId="S::gracepan@ibm.com::005e5af3-4512-458e-8280-6559b1d3712f" providerId="AD" clId="Web-{70EFF730-CFAE-EE22-0EBD-02CB18938BF1}" dt="2026-05-08T00:10:25.954" v="69"/>
          <ac:spMkLst>
            <pc:docMk/>
            <pc:sldMk cId="2517799750" sldId="2147483607"/>
            <ac:spMk id="51" creationId="{C31A858B-4CFC-F058-A6F5-28996C89A5A9}"/>
          </ac:spMkLst>
        </pc:spChg>
        <pc:spChg chg="add">
          <ac:chgData name="Grace PAN" userId="S::gracepan@ibm.com::005e5af3-4512-458e-8280-6559b1d3712f" providerId="AD" clId="Web-{70EFF730-CFAE-EE22-0EBD-02CB18938BF1}" dt="2026-05-08T00:10:25.954" v="69"/>
          <ac:spMkLst>
            <pc:docMk/>
            <pc:sldMk cId="2517799750" sldId="2147483607"/>
            <ac:spMk id="52" creationId="{0223A294-E197-2136-C362-F865B4BEAA77}"/>
          </ac:spMkLst>
        </pc:spChg>
        <pc:spChg chg="add">
          <ac:chgData name="Grace PAN" userId="S::gracepan@ibm.com::005e5af3-4512-458e-8280-6559b1d3712f" providerId="AD" clId="Web-{70EFF730-CFAE-EE22-0EBD-02CB18938BF1}" dt="2026-05-08T00:10:25.954" v="69"/>
          <ac:spMkLst>
            <pc:docMk/>
            <pc:sldMk cId="2517799750" sldId="2147483607"/>
            <ac:spMk id="56" creationId="{F8876235-0629-C4C1-424C-9D618CDCEEE0}"/>
          </ac:spMkLst>
        </pc:spChg>
        <pc:spChg chg="add">
          <ac:chgData name="Grace PAN" userId="S::gracepan@ibm.com::005e5af3-4512-458e-8280-6559b1d3712f" providerId="AD" clId="Web-{70EFF730-CFAE-EE22-0EBD-02CB18938BF1}" dt="2026-05-08T00:10:25.954" v="69"/>
          <ac:spMkLst>
            <pc:docMk/>
            <pc:sldMk cId="2517799750" sldId="2147483607"/>
            <ac:spMk id="61" creationId="{FB80BDAF-23A6-12EC-9A3A-6F10259C075A}"/>
          </ac:spMkLst>
        </pc:spChg>
        <pc:spChg chg="add">
          <ac:chgData name="Grace PAN" userId="S::gracepan@ibm.com::005e5af3-4512-458e-8280-6559b1d3712f" providerId="AD" clId="Web-{70EFF730-CFAE-EE22-0EBD-02CB18938BF1}" dt="2026-05-08T00:10:25.954" v="69"/>
          <ac:spMkLst>
            <pc:docMk/>
            <pc:sldMk cId="2517799750" sldId="2147483607"/>
            <ac:spMk id="72" creationId="{13B79C0B-BE9D-20C9-7B75-1F4CD5F1A720}"/>
          </ac:spMkLst>
        </pc:spChg>
        <pc:spChg chg="add">
          <ac:chgData name="Grace PAN" userId="S::gracepan@ibm.com::005e5af3-4512-458e-8280-6559b1d3712f" providerId="AD" clId="Web-{70EFF730-CFAE-EE22-0EBD-02CB18938BF1}" dt="2026-05-08T00:10:25.954" v="69"/>
          <ac:spMkLst>
            <pc:docMk/>
            <pc:sldMk cId="2517799750" sldId="2147483607"/>
            <ac:spMk id="84" creationId="{EC892615-6B0D-EFB7-04BD-2144237964A7}"/>
          </ac:spMkLst>
        </pc:spChg>
        <pc:spChg chg="add">
          <ac:chgData name="Grace PAN" userId="S::gracepan@ibm.com::005e5af3-4512-458e-8280-6559b1d3712f" providerId="AD" clId="Web-{70EFF730-CFAE-EE22-0EBD-02CB18938BF1}" dt="2026-05-08T00:10:25.954" v="69"/>
          <ac:spMkLst>
            <pc:docMk/>
            <pc:sldMk cId="2517799750" sldId="2147483607"/>
            <ac:spMk id="91" creationId="{ACE6F591-FF8D-6515-2BEA-62749307F0C1}"/>
          </ac:spMkLst>
        </pc:spChg>
        <pc:spChg chg="add">
          <ac:chgData name="Grace PAN" userId="S::gracepan@ibm.com::005e5af3-4512-458e-8280-6559b1d3712f" providerId="AD" clId="Web-{70EFF730-CFAE-EE22-0EBD-02CB18938BF1}" dt="2026-05-08T00:10:25.954" v="69"/>
          <ac:spMkLst>
            <pc:docMk/>
            <pc:sldMk cId="2517799750" sldId="2147483607"/>
            <ac:spMk id="93" creationId="{4FCFFFF4-8522-2342-6751-44B8ACEE518B}"/>
          </ac:spMkLst>
        </pc:spChg>
        <pc:grpChg chg="del">
          <ac:chgData name="Grace PAN" userId="S::gracepan@ibm.com::005e5af3-4512-458e-8280-6559b1d3712f" providerId="AD" clId="Web-{70EFF730-CFAE-EE22-0EBD-02CB18938BF1}" dt="2026-05-08T00:10:23.689" v="40"/>
          <ac:grpSpMkLst>
            <pc:docMk/>
            <pc:sldMk cId="2517799750" sldId="2147483607"/>
            <ac:grpSpMk id="13" creationId="{64EB21B6-80D8-9AB4-71CC-0189C8907170}"/>
          </ac:grpSpMkLst>
        </pc:grpChg>
        <pc:grpChg chg="del">
          <ac:chgData name="Grace PAN" userId="S::gracepan@ibm.com::005e5af3-4512-458e-8280-6559b1d3712f" providerId="AD" clId="Web-{70EFF730-CFAE-EE22-0EBD-02CB18938BF1}" dt="2026-05-08T00:10:23.689" v="39"/>
          <ac:grpSpMkLst>
            <pc:docMk/>
            <pc:sldMk cId="2517799750" sldId="2147483607"/>
            <ac:grpSpMk id="53" creationId="{7211F58E-FEF6-5902-4C44-6041BDF26E7A}"/>
          </ac:grpSpMkLst>
        </pc:grpChg>
        <pc:cxnChg chg="del">
          <ac:chgData name="Grace PAN" userId="S::gracepan@ibm.com::005e5af3-4512-458e-8280-6559b1d3712f" providerId="AD" clId="Web-{70EFF730-CFAE-EE22-0EBD-02CB18938BF1}" dt="2026-05-08T00:10:23.689" v="41"/>
          <ac:cxnSpMkLst>
            <pc:docMk/>
            <pc:sldMk cId="2517799750" sldId="2147483607"/>
            <ac:cxnSpMk id="49" creationId="{D435FA0F-80F2-9DA1-C317-DF609762C486}"/>
          </ac:cxnSpMkLst>
        </pc:cxnChg>
      </pc:sldChg>
      <pc:sldChg chg="del">
        <pc:chgData name="Grace PAN" userId="S::gracepan@ibm.com::005e5af3-4512-458e-8280-6559b1d3712f" providerId="AD" clId="Web-{70EFF730-CFAE-EE22-0EBD-02CB18938BF1}" dt="2026-05-08T00:05:18.923" v="13"/>
        <pc:sldMkLst>
          <pc:docMk/>
          <pc:sldMk cId="1553863312" sldId="2147483631"/>
        </pc:sldMkLst>
      </pc:sldChg>
      <pc:sldChg chg="add replId">
        <pc:chgData name="Grace PAN" userId="S::gracepan@ibm.com::005e5af3-4512-458e-8280-6559b1d3712f" providerId="AD" clId="Web-{70EFF730-CFAE-EE22-0EBD-02CB18938BF1}" dt="2026-05-08T00:05:16.017" v="12"/>
        <pc:sldMkLst>
          <pc:docMk/>
          <pc:sldMk cId="2567665223" sldId="2147483645"/>
        </pc:sldMkLst>
      </pc:sldChg>
      <pc:sldChg chg="del">
        <pc:chgData name="Grace PAN" userId="S::gracepan@ibm.com::005e5af3-4512-458e-8280-6559b1d3712f" providerId="AD" clId="Web-{70EFF730-CFAE-EE22-0EBD-02CB18938BF1}" dt="2026-05-08T00:04:15.094" v="6"/>
        <pc:sldMkLst>
          <pc:docMk/>
          <pc:sldMk cId="1163285058" sldId="2147483646"/>
        </pc:sldMkLst>
      </pc:sldChg>
      <pc:sldChg chg="add del">
        <pc:chgData name="Grace PAN" userId="S::gracepan@ibm.com::005e5af3-4512-458e-8280-6559b1d3712f" providerId="AD" clId="Web-{70EFF730-CFAE-EE22-0EBD-02CB18938BF1}" dt="2026-05-08T00:04:02.656" v="5"/>
        <pc:sldMkLst>
          <pc:docMk/>
          <pc:sldMk cId="1091678662" sldId="2147483647"/>
        </pc:sldMkLst>
      </pc:sldChg>
      <pc:sldMasterChg chg="add addSldLayout">
        <pc:chgData name="Grace PAN" userId="S::gracepan@ibm.com::005e5af3-4512-458e-8280-6559b1d3712f" providerId="AD" clId="Web-{70EFF730-CFAE-EE22-0EBD-02CB18938BF1}" dt="2026-05-08T00:03:49.203" v="2"/>
        <pc:sldMasterMkLst>
          <pc:docMk/>
          <pc:sldMasterMk cId="3617943784" sldId="2147483660"/>
        </pc:sldMasterMkLst>
        <pc:sldLayoutChg chg="add">
          <pc:chgData name="Grace PAN" userId="S::gracepan@ibm.com::005e5af3-4512-458e-8280-6559b1d3712f" providerId="AD" clId="Web-{70EFF730-CFAE-EE22-0EBD-02CB18938BF1}" dt="2026-05-08T00:03:49.203" v="2"/>
          <pc:sldLayoutMkLst>
            <pc:docMk/>
            <pc:sldMasterMk cId="3617943784" sldId="2147483660"/>
            <pc:sldLayoutMk cId="1741779961" sldId="214748366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819253852" sldId="214748366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568095014" sldId="214748366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513484621" sldId="214748366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696089891" sldId="214748366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447318197" sldId="214748366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573707337" sldId="214748366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86994768" sldId="214748366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456133098" sldId="214748366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914463405" sldId="214748367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942168741" sldId="214748367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753444271" sldId="214748367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63927302" sldId="214748367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369537299" sldId="214748367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634750077" sldId="214748367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399644742" sldId="214748367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519681579" sldId="214748367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666858275" sldId="214748367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867001883" sldId="214748367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492528636" sldId="214748368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701080409" sldId="214748368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469168957" sldId="214748368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106561895" sldId="214748368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804277368" sldId="214748368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799775162" sldId="214748368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731854486" sldId="214748368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07721730" sldId="214748368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233511695" sldId="214748368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879420255" sldId="214748368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888287537" sldId="214748369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53160934" sldId="214748369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32345693" sldId="214748369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21294233" sldId="214748369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379779921" sldId="214748369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348213499" sldId="214748369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209475550" sldId="214748369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266279518" sldId="214748369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434369924" sldId="214748369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837761648" sldId="214748369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091312285" sldId="214748370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558102567" sldId="214748370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262146038" sldId="214748370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025667704" sldId="214748370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503510754" sldId="214748370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111810654" sldId="214748370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761037933" sldId="214748370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889794022" sldId="214748370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698963722" sldId="214748370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780123585" sldId="214748370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532300012" sldId="214748371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866662569" sldId="214748371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77031839" sldId="214748371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370331164" sldId="214748371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201312420" sldId="214748371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430172707" sldId="214748371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045141999" sldId="214748371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436828710" sldId="214748371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039343571" sldId="214748371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980520914" sldId="214748371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373862271" sldId="214748372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041212862" sldId="214748372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083026136" sldId="214748372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741343282" sldId="214748372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697596711" sldId="214748372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39563387" sldId="214748372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202236349" sldId="214748372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516521188" sldId="214748372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896694939" sldId="214748372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31968516" sldId="214748372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180599652" sldId="214748373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227694490" sldId="214748373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211648919" sldId="214748373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693047238" sldId="214748373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667280319" sldId="214748373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537173977" sldId="214748373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088257253" sldId="214748373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570549629" sldId="214748373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376593467" sldId="214748373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727013395" sldId="214748373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601874920" sldId="214748374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04132090" sldId="214748374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926971083" sldId="214748374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040133882" sldId="214748374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764481714" sldId="214748374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6605549" sldId="214748374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960061554" sldId="214748374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47024236" sldId="214748374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82199674" sldId="214748374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212100" sldId="214748374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367930634" sldId="214748375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49439779" sldId="214748375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548459375" sldId="214748375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840202269" sldId="214748375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162525147" sldId="214748375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963622814" sldId="214748375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052931853" sldId="214748375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73131416" sldId="214748375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127168362" sldId="214748375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008008975" sldId="214748375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427397217" sldId="214748376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429910786" sldId="214748376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4201547827" sldId="214748376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870412084" sldId="214748376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758824224" sldId="214748376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178569619" sldId="214748376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760852272" sldId="214748376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486397927" sldId="214748376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408441956" sldId="214748376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881750163" sldId="214748376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308490824" sldId="214748377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237484859" sldId="214748377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742121838" sldId="214748377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542009488" sldId="214748377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690816215" sldId="214748377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131882281" sldId="214748377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505561185" sldId="214748377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716043369" sldId="214748377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933630351" sldId="214748377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017471597" sldId="214748377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920776716" sldId="214748378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922445889" sldId="214748378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974319395" sldId="2147483782"/>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122923014" sldId="2147483783"/>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781359919" sldId="2147483784"/>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652526859" sldId="2147483785"/>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96817897" sldId="2147483786"/>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721187079" sldId="2147483787"/>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820504823" sldId="2147483788"/>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3284760566" sldId="2147483789"/>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2676156264" sldId="2147483790"/>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187230654" sldId="2147483791"/>
          </pc:sldLayoutMkLst>
        </pc:sldLayoutChg>
        <pc:sldLayoutChg chg="add">
          <pc:chgData name="Grace PAN" userId="S::gracepan@ibm.com::005e5af3-4512-458e-8280-6559b1d3712f" providerId="AD" clId="Web-{70EFF730-CFAE-EE22-0EBD-02CB18938BF1}" dt="2026-05-08T00:03:49.203" v="2"/>
          <pc:sldLayoutMkLst>
            <pc:docMk/>
            <pc:sldMasterMk cId="3617943784" sldId="2147483660"/>
            <pc:sldLayoutMk cId="1216599857" sldId="2147483792"/>
          </pc:sldLayoutMkLst>
        </pc:sldLayoutChg>
      </pc:sldMasterChg>
      <pc:sldMasterChg chg="modSldLayout">
        <pc:chgData name="Grace PAN" userId="S::gracepan@ibm.com::005e5af3-4512-458e-8280-6559b1d3712f" providerId="AD" clId="Web-{70EFF730-CFAE-EE22-0EBD-02CB18938BF1}" dt="2026-05-08T00:03:49.203" v="2"/>
        <pc:sldMasterMkLst>
          <pc:docMk/>
          <pc:sldMasterMk cId="3669031262" sldId="2147483962"/>
        </pc:sldMasterMkLst>
        <pc:sldLayoutChg chg="replId">
          <pc:chgData name="Grace PAN" userId="S::gracepan@ibm.com::005e5af3-4512-458e-8280-6559b1d3712f" providerId="AD" clId="Web-{70EFF730-CFAE-EE22-0EBD-02CB18938BF1}" dt="2026-05-08T00:03:49.203" v="2"/>
          <pc:sldLayoutMkLst>
            <pc:docMk/>
            <pc:sldMasterMk cId="3669031262" sldId="2147483962"/>
            <pc:sldLayoutMk cId="3340209367" sldId="2147485537"/>
          </pc:sldLayoutMkLst>
        </pc:sldLayoutChg>
      </pc:sldMasterChg>
    </pc:docChg>
  </pc:docChgLst>
  <pc:docChgLst>
    <pc:chgData name="Grace PAN" userId="S::gracepan@ibm.com::005e5af3-4512-458e-8280-6559b1d3712f" providerId="AD" clId="Web-{BD96E9D0-3B9B-29BA-C3E0-C6300B6599C6}"/>
    <pc:docChg chg="addSld delSld modSld sldOrd">
      <pc:chgData name="Grace PAN" userId="S::gracepan@ibm.com::005e5af3-4512-458e-8280-6559b1d3712f" providerId="AD" clId="Web-{BD96E9D0-3B9B-29BA-C3E0-C6300B6599C6}" dt="2026-05-06T13:04:04.531" v="1177"/>
      <pc:docMkLst>
        <pc:docMk/>
      </pc:docMkLst>
      <pc:sldChg chg="del">
        <pc:chgData name="Grace PAN" userId="S::gracepan@ibm.com::005e5af3-4512-458e-8280-6559b1d3712f" providerId="AD" clId="Web-{BD96E9D0-3B9B-29BA-C3E0-C6300B6599C6}" dt="2026-05-06T07:33:31.067" v="26"/>
        <pc:sldMkLst>
          <pc:docMk/>
          <pc:sldMk cId="3222926200" sldId="261"/>
        </pc:sldMkLst>
      </pc:sldChg>
    </pc:docChg>
  </pc:docChgLst>
  <pc:docChgLst>
    <pc:chgData name="Grace PAN" userId="S::gracepan@ibm.com::005e5af3-4512-458e-8280-6559b1d3712f" providerId="AD" clId="Web-{A1BB40F5-8BC0-FF86-D354-29EB798C4A7D}"/>
    <pc:docChg chg="modSld">
      <pc:chgData name="Grace PAN" userId="S::gracepan@ibm.com::005e5af3-4512-458e-8280-6559b1d3712f" providerId="AD" clId="Web-{A1BB40F5-8BC0-FF86-D354-29EB798C4A7D}" dt="2026-05-08T03:26:36.823" v="4" actId="20577"/>
      <pc:docMkLst>
        <pc:docMk/>
      </pc:docMkLst>
      <pc:sldChg chg="modSp">
        <pc:chgData name="Grace PAN" userId="S::gracepan@ibm.com::005e5af3-4512-458e-8280-6559b1d3712f" providerId="AD" clId="Web-{A1BB40F5-8BC0-FF86-D354-29EB798C4A7D}" dt="2026-05-08T03:26:36.823" v="4" actId="20577"/>
        <pc:sldMkLst>
          <pc:docMk/>
          <pc:sldMk cId="1430034805" sldId="2147483610"/>
        </pc:sldMkLst>
        <pc:spChg chg="mod">
          <ac:chgData name="Grace PAN" userId="S::gracepan@ibm.com::005e5af3-4512-458e-8280-6559b1d3712f" providerId="AD" clId="Web-{A1BB40F5-8BC0-FF86-D354-29EB798C4A7D}" dt="2026-05-08T03:26:36.823" v="4" actId="20577"/>
          <ac:spMkLst>
            <pc:docMk/>
            <pc:sldMk cId="1430034805" sldId="2147483610"/>
            <ac:spMk id="27" creationId="{C643D38C-781B-A154-FC3E-741A9DE57635}"/>
          </ac:spMkLst>
        </pc:spChg>
      </pc:sldChg>
      <pc:sldChg chg="modSp">
        <pc:chgData name="Grace PAN" userId="S::gracepan@ibm.com::005e5af3-4512-458e-8280-6559b1d3712f" providerId="AD" clId="Web-{A1BB40F5-8BC0-FF86-D354-29EB798C4A7D}" dt="2026-05-08T03:26:17.745" v="1" actId="20577"/>
        <pc:sldMkLst>
          <pc:docMk/>
          <pc:sldMk cId="3081633174" sldId="2147483626"/>
        </pc:sldMkLst>
        <pc:spChg chg="mod">
          <ac:chgData name="Grace PAN" userId="S::gracepan@ibm.com::005e5af3-4512-458e-8280-6559b1d3712f" providerId="AD" clId="Web-{A1BB40F5-8BC0-FF86-D354-29EB798C4A7D}" dt="2026-05-08T03:26:17.745" v="1" actId="20577"/>
          <ac:spMkLst>
            <pc:docMk/>
            <pc:sldMk cId="3081633174" sldId="2147483626"/>
            <ac:spMk id="3" creationId="{2B06AADA-7011-BE6B-0978-E502227D7E8E}"/>
          </ac:spMkLst>
        </pc:spChg>
      </pc:sldChg>
      <pc:sldChg chg="modSp">
        <pc:chgData name="Grace PAN" userId="S::gracepan@ibm.com::005e5af3-4512-458e-8280-6559b1d3712f" providerId="AD" clId="Web-{A1BB40F5-8BC0-FF86-D354-29EB798C4A7D}" dt="2026-05-08T03:26:22.698" v="2" actId="20577"/>
        <pc:sldMkLst>
          <pc:docMk/>
          <pc:sldMk cId="86445548" sldId="2147483627"/>
        </pc:sldMkLst>
        <pc:spChg chg="mod">
          <ac:chgData name="Grace PAN" userId="S::gracepan@ibm.com::005e5af3-4512-458e-8280-6559b1d3712f" providerId="AD" clId="Web-{A1BB40F5-8BC0-FF86-D354-29EB798C4A7D}" dt="2026-05-08T03:26:22.698" v="2" actId="20577"/>
          <ac:spMkLst>
            <pc:docMk/>
            <pc:sldMk cId="86445548" sldId="2147483627"/>
            <ac:spMk id="4" creationId="{CA76E855-40DB-4C6E-AA1B-3FE309D17550}"/>
          </ac:spMkLst>
        </pc:spChg>
      </pc:sldChg>
      <pc:sldChg chg="modSp">
        <pc:chgData name="Grace PAN" userId="S::gracepan@ibm.com::005e5af3-4512-458e-8280-6559b1d3712f" providerId="AD" clId="Web-{A1BB40F5-8BC0-FF86-D354-29EB798C4A7D}" dt="2026-05-08T03:26:27.823" v="3" actId="20577"/>
        <pc:sldMkLst>
          <pc:docMk/>
          <pc:sldMk cId="3034227909" sldId="2147483628"/>
        </pc:sldMkLst>
        <pc:spChg chg="mod">
          <ac:chgData name="Grace PAN" userId="S::gracepan@ibm.com::005e5af3-4512-458e-8280-6559b1d3712f" providerId="AD" clId="Web-{A1BB40F5-8BC0-FF86-D354-29EB798C4A7D}" dt="2026-05-08T03:26:27.823" v="3" actId="20577"/>
          <ac:spMkLst>
            <pc:docMk/>
            <pc:sldMk cId="3034227909" sldId="2147483628"/>
            <ac:spMk id="7" creationId="{A8382F00-4A7B-74E0-FC7B-37771B6C86BF}"/>
          </ac:spMkLst>
        </pc:spChg>
      </pc:sldChg>
    </pc:docChg>
  </pc:docChgLst>
  <pc:docChgLst>
    <pc:chgData name="Grace PAN" userId="S::gracepan@ibm.com::005e5af3-4512-458e-8280-6559b1d3712f" providerId="AD" clId="Web-{E1AE34D3-FE16-E784-5095-B52A15126A23}"/>
    <pc:docChg chg="addSld delSld modSld">
      <pc:chgData name="Grace PAN" userId="S::gracepan@ibm.com::005e5af3-4512-458e-8280-6559b1d3712f" providerId="AD" clId="Web-{E1AE34D3-FE16-E784-5095-B52A15126A23}" dt="2026-05-08T04:09:48.252" v="182"/>
      <pc:docMkLst>
        <pc:docMk/>
      </pc:docMkLst>
      <pc:sldChg chg="modSp add del">
        <pc:chgData name="Grace PAN" userId="S::gracepan@ibm.com::005e5af3-4512-458e-8280-6559b1d3712f" providerId="AD" clId="Web-{E1AE34D3-FE16-E784-5095-B52A15126A23}" dt="2026-05-08T04:09:48.252" v="182"/>
        <pc:sldMkLst>
          <pc:docMk/>
          <pc:sldMk cId="3819718142" sldId="324"/>
        </pc:sldMkLst>
        <pc:spChg chg="mod">
          <ac:chgData name="Grace PAN" userId="S::gracepan@ibm.com::005e5af3-4512-458e-8280-6559b1d3712f" providerId="AD" clId="Web-{E1AE34D3-FE16-E784-5095-B52A15126A23}" dt="2026-05-08T04:06:44.105" v="1" actId="20577"/>
          <ac:spMkLst>
            <pc:docMk/>
            <pc:sldMk cId="3819718142" sldId="324"/>
            <ac:spMk id="28" creationId="{9B8D7EE0-80FE-4FA5-FE49-32459DC3B16C}"/>
          </ac:spMkLst>
        </pc:spChg>
      </pc:sldChg>
      <pc:sldChg chg="addSp delSp modSp">
        <pc:chgData name="Grace PAN" userId="S::gracepan@ibm.com::005e5af3-4512-458e-8280-6559b1d3712f" providerId="AD" clId="Web-{E1AE34D3-FE16-E784-5095-B52A15126A23}" dt="2026-05-08T04:09:40.173" v="181"/>
        <pc:sldMkLst>
          <pc:docMk/>
          <pc:sldMk cId="2874164004" sldId="2147482950"/>
        </pc:sldMkLst>
        <pc:spChg chg="add del">
          <ac:chgData name="Grace PAN" userId="S::gracepan@ibm.com::005e5af3-4512-458e-8280-6559b1d3712f" providerId="AD" clId="Web-{E1AE34D3-FE16-E784-5095-B52A15126A23}" dt="2026-05-08T04:07:47.699" v="71"/>
          <ac:spMkLst>
            <pc:docMk/>
            <pc:sldMk cId="2874164004" sldId="2147482950"/>
            <ac:spMk id="16" creationId="{5C308012-BAE2-8402-EE89-C379A7841ED1}"/>
          </ac:spMkLst>
        </pc:spChg>
        <pc:spChg chg="add del">
          <ac:chgData name="Grace PAN" userId="S::gracepan@ibm.com::005e5af3-4512-458e-8280-6559b1d3712f" providerId="AD" clId="Web-{E1AE34D3-FE16-E784-5095-B52A15126A23}" dt="2026-05-08T04:07:47.699" v="70"/>
          <ac:spMkLst>
            <pc:docMk/>
            <pc:sldMk cId="2874164004" sldId="2147482950"/>
            <ac:spMk id="18" creationId="{977B90C5-926B-1AA0-0AC6-6E085DA32E9F}"/>
          </ac:spMkLst>
        </pc:spChg>
        <pc:spChg chg="add del">
          <ac:chgData name="Grace PAN" userId="S::gracepan@ibm.com::005e5af3-4512-458e-8280-6559b1d3712f" providerId="AD" clId="Web-{E1AE34D3-FE16-E784-5095-B52A15126A23}" dt="2026-05-08T04:08:31.668" v="107"/>
          <ac:spMkLst>
            <pc:docMk/>
            <pc:sldMk cId="2874164004" sldId="2147482950"/>
            <ac:spMk id="20" creationId="{E54BE0AB-2E9E-B994-29E2-9F59F5E8E016}"/>
          </ac:spMkLst>
        </pc:spChg>
        <pc:spChg chg="add del">
          <ac:chgData name="Grace PAN" userId="S::gracepan@ibm.com::005e5af3-4512-458e-8280-6559b1d3712f" providerId="AD" clId="Web-{E1AE34D3-FE16-E784-5095-B52A15126A23}" dt="2026-05-08T04:08:40.387" v="149"/>
          <ac:spMkLst>
            <pc:docMk/>
            <pc:sldMk cId="2874164004" sldId="2147482950"/>
            <ac:spMk id="23" creationId="{7600B701-146F-9EA2-E1F4-49E76194FFC5}"/>
          </ac:spMkLst>
        </pc:spChg>
        <pc:spChg chg="add del">
          <ac:chgData name="Grace PAN" userId="S::gracepan@ibm.com::005e5af3-4512-458e-8280-6559b1d3712f" providerId="AD" clId="Web-{E1AE34D3-FE16-E784-5095-B52A15126A23}" dt="2026-05-08T04:08:40.387" v="148"/>
          <ac:spMkLst>
            <pc:docMk/>
            <pc:sldMk cId="2874164004" sldId="2147482950"/>
            <ac:spMk id="24" creationId="{C11EF64A-0A66-504A-C79F-2F86E6AB3B6E}"/>
          </ac:spMkLst>
        </pc:spChg>
        <pc:spChg chg="add del">
          <ac:chgData name="Grace PAN" userId="S::gracepan@ibm.com::005e5af3-4512-458e-8280-6559b1d3712f" providerId="AD" clId="Web-{E1AE34D3-FE16-E784-5095-B52A15126A23}" dt="2026-05-08T04:08:40.387" v="147"/>
          <ac:spMkLst>
            <pc:docMk/>
            <pc:sldMk cId="2874164004" sldId="2147482950"/>
            <ac:spMk id="25" creationId="{14A33CF8-ACE7-EB19-BF8B-5B9D9BA73CCA}"/>
          </ac:spMkLst>
        </pc:spChg>
        <pc:spChg chg="add del">
          <ac:chgData name="Grace PAN" userId="S::gracepan@ibm.com::005e5af3-4512-458e-8280-6559b1d3712f" providerId="AD" clId="Web-{E1AE34D3-FE16-E784-5095-B52A15126A23}" dt="2026-05-08T04:08:31.668" v="106"/>
          <ac:spMkLst>
            <pc:docMk/>
            <pc:sldMk cId="2874164004" sldId="2147482950"/>
            <ac:spMk id="26" creationId="{3B3B97E4-ACE9-1BFF-183C-24050AD8C9B0}"/>
          </ac:spMkLst>
        </pc:spChg>
        <pc:spChg chg="add del">
          <ac:chgData name="Grace PAN" userId="S::gracepan@ibm.com::005e5af3-4512-458e-8280-6559b1d3712f" providerId="AD" clId="Web-{E1AE34D3-FE16-E784-5095-B52A15126A23}" dt="2026-05-08T04:08:40.387" v="146"/>
          <ac:spMkLst>
            <pc:docMk/>
            <pc:sldMk cId="2874164004" sldId="2147482950"/>
            <ac:spMk id="29" creationId="{88F79D7B-6DE3-9568-9A84-A567F0E69746}"/>
          </ac:spMkLst>
        </pc:spChg>
        <pc:spChg chg="add del">
          <ac:chgData name="Grace PAN" userId="S::gracepan@ibm.com::005e5af3-4512-458e-8280-6559b1d3712f" providerId="AD" clId="Web-{E1AE34D3-FE16-E784-5095-B52A15126A23}" dt="2026-05-08T04:08:40.387" v="145"/>
          <ac:spMkLst>
            <pc:docMk/>
            <pc:sldMk cId="2874164004" sldId="2147482950"/>
            <ac:spMk id="30" creationId="{405566FF-00E3-B612-084F-EF4B269C11A4}"/>
          </ac:spMkLst>
        </pc:spChg>
        <pc:spChg chg="add del">
          <ac:chgData name="Grace PAN" userId="S::gracepan@ibm.com::005e5af3-4512-458e-8280-6559b1d3712f" providerId="AD" clId="Web-{E1AE34D3-FE16-E784-5095-B52A15126A23}" dt="2026-05-08T04:08:40.387" v="144"/>
          <ac:spMkLst>
            <pc:docMk/>
            <pc:sldMk cId="2874164004" sldId="2147482950"/>
            <ac:spMk id="31" creationId="{5A404B2E-77A4-D762-95AF-6155CC20B843}"/>
          </ac:spMkLst>
        </pc:spChg>
        <pc:spChg chg="add del">
          <ac:chgData name="Grace PAN" userId="S::gracepan@ibm.com::005e5af3-4512-458e-8280-6559b1d3712f" providerId="AD" clId="Web-{E1AE34D3-FE16-E784-5095-B52A15126A23}" dt="2026-05-08T04:08:40.387" v="143"/>
          <ac:spMkLst>
            <pc:docMk/>
            <pc:sldMk cId="2874164004" sldId="2147482950"/>
            <ac:spMk id="32" creationId="{133BA2BB-FFBA-8EC9-2094-7BB1E81EBA28}"/>
          </ac:spMkLst>
        </pc:spChg>
        <pc:spChg chg="add del">
          <ac:chgData name="Grace PAN" userId="S::gracepan@ibm.com::005e5af3-4512-458e-8280-6559b1d3712f" providerId="AD" clId="Web-{E1AE34D3-FE16-E784-5095-B52A15126A23}" dt="2026-05-08T04:08:40.387" v="142"/>
          <ac:spMkLst>
            <pc:docMk/>
            <pc:sldMk cId="2874164004" sldId="2147482950"/>
            <ac:spMk id="33" creationId="{06BE4FD3-C233-9B0A-2196-DB906EAF88CC}"/>
          </ac:spMkLst>
        </pc:spChg>
        <pc:spChg chg="add del">
          <ac:chgData name="Grace PAN" userId="S::gracepan@ibm.com::005e5af3-4512-458e-8280-6559b1d3712f" providerId="AD" clId="Web-{E1AE34D3-FE16-E784-5095-B52A15126A23}" dt="2026-05-08T04:08:40.387" v="141"/>
          <ac:spMkLst>
            <pc:docMk/>
            <pc:sldMk cId="2874164004" sldId="2147482950"/>
            <ac:spMk id="34" creationId="{A4F914C5-6649-5A65-B498-6171BEE729A7}"/>
          </ac:spMkLst>
        </pc:spChg>
        <pc:spChg chg="add del">
          <ac:chgData name="Grace PAN" userId="S::gracepan@ibm.com::005e5af3-4512-458e-8280-6559b1d3712f" providerId="AD" clId="Web-{E1AE34D3-FE16-E784-5095-B52A15126A23}" dt="2026-05-08T04:08:40.387" v="140"/>
          <ac:spMkLst>
            <pc:docMk/>
            <pc:sldMk cId="2874164004" sldId="2147482950"/>
            <ac:spMk id="35" creationId="{F5E297EE-74B1-E4C1-7140-1C608028E3B4}"/>
          </ac:spMkLst>
        </pc:spChg>
        <pc:spChg chg="add del">
          <ac:chgData name="Grace PAN" userId="S::gracepan@ibm.com::005e5af3-4512-458e-8280-6559b1d3712f" providerId="AD" clId="Web-{E1AE34D3-FE16-E784-5095-B52A15126A23}" dt="2026-05-08T04:08:40.387" v="139"/>
          <ac:spMkLst>
            <pc:docMk/>
            <pc:sldMk cId="2874164004" sldId="2147482950"/>
            <ac:spMk id="36" creationId="{7E013E7C-D41D-1ED5-71E2-91C519189871}"/>
          </ac:spMkLst>
        </pc:spChg>
        <pc:spChg chg="add del">
          <ac:chgData name="Grace PAN" userId="S::gracepan@ibm.com::005e5af3-4512-458e-8280-6559b1d3712f" providerId="AD" clId="Web-{E1AE34D3-FE16-E784-5095-B52A15126A23}" dt="2026-05-08T04:08:40.387" v="138"/>
          <ac:spMkLst>
            <pc:docMk/>
            <pc:sldMk cId="2874164004" sldId="2147482950"/>
            <ac:spMk id="37" creationId="{CF4F49B1-9B1F-F17B-9B81-4ABE947A1A40}"/>
          </ac:spMkLst>
        </pc:spChg>
        <pc:spChg chg="add del">
          <ac:chgData name="Grace PAN" userId="S::gracepan@ibm.com::005e5af3-4512-458e-8280-6559b1d3712f" providerId="AD" clId="Web-{E1AE34D3-FE16-E784-5095-B52A15126A23}" dt="2026-05-08T04:08:40.372" v="137"/>
          <ac:spMkLst>
            <pc:docMk/>
            <pc:sldMk cId="2874164004" sldId="2147482950"/>
            <ac:spMk id="38" creationId="{E45D03FD-98AE-F47E-73E2-4DBE87E796A4}"/>
          </ac:spMkLst>
        </pc:spChg>
        <pc:spChg chg="add del">
          <ac:chgData name="Grace PAN" userId="S::gracepan@ibm.com::005e5af3-4512-458e-8280-6559b1d3712f" providerId="AD" clId="Web-{E1AE34D3-FE16-E784-5095-B52A15126A23}" dt="2026-05-08T04:08:40.372" v="136"/>
          <ac:spMkLst>
            <pc:docMk/>
            <pc:sldMk cId="2874164004" sldId="2147482950"/>
            <ac:spMk id="39" creationId="{260EDC32-D082-C920-7995-27442EC89A78}"/>
          </ac:spMkLst>
        </pc:spChg>
        <pc:spChg chg="add del">
          <ac:chgData name="Grace PAN" userId="S::gracepan@ibm.com::005e5af3-4512-458e-8280-6559b1d3712f" providerId="AD" clId="Web-{E1AE34D3-FE16-E784-5095-B52A15126A23}" dt="2026-05-08T04:08:40.372" v="135"/>
          <ac:spMkLst>
            <pc:docMk/>
            <pc:sldMk cId="2874164004" sldId="2147482950"/>
            <ac:spMk id="40" creationId="{8AD50898-6DFF-8791-0AA6-71EA41BDD194}"/>
          </ac:spMkLst>
        </pc:spChg>
        <pc:spChg chg="add del">
          <ac:chgData name="Grace PAN" userId="S::gracepan@ibm.com::005e5af3-4512-458e-8280-6559b1d3712f" providerId="AD" clId="Web-{E1AE34D3-FE16-E784-5095-B52A15126A23}" dt="2026-05-08T04:08:40.372" v="134"/>
          <ac:spMkLst>
            <pc:docMk/>
            <pc:sldMk cId="2874164004" sldId="2147482950"/>
            <ac:spMk id="41" creationId="{EBF6DBB3-F04C-9F4D-6712-848C9B318A45}"/>
          </ac:spMkLst>
        </pc:spChg>
        <pc:spChg chg="add del">
          <ac:chgData name="Grace PAN" userId="S::gracepan@ibm.com::005e5af3-4512-458e-8280-6559b1d3712f" providerId="AD" clId="Web-{E1AE34D3-FE16-E784-5095-B52A15126A23}" dt="2026-05-08T04:08:40.372" v="133"/>
          <ac:spMkLst>
            <pc:docMk/>
            <pc:sldMk cId="2874164004" sldId="2147482950"/>
            <ac:spMk id="42" creationId="{C43C29A6-9425-DE3C-2EE0-8AAC83A7D1D2}"/>
          </ac:spMkLst>
        </pc:spChg>
        <pc:spChg chg="add del">
          <ac:chgData name="Grace PAN" userId="S::gracepan@ibm.com::005e5af3-4512-458e-8280-6559b1d3712f" providerId="AD" clId="Web-{E1AE34D3-FE16-E784-5095-B52A15126A23}" dt="2026-05-08T04:08:40.372" v="132"/>
          <ac:spMkLst>
            <pc:docMk/>
            <pc:sldMk cId="2874164004" sldId="2147482950"/>
            <ac:spMk id="43" creationId="{DB703037-D688-93C0-CAAD-3DD163BEAF44}"/>
          </ac:spMkLst>
        </pc:spChg>
        <pc:spChg chg="add del">
          <ac:chgData name="Grace PAN" userId="S::gracepan@ibm.com::005e5af3-4512-458e-8280-6559b1d3712f" providerId="AD" clId="Web-{E1AE34D3-FE16-E784-5095-B52A15126A23}" dt="2026-05-08T04:08:40.372" v="131"/>
          <ac:spMkLst>
            <pc:docMk/>
            <pc:sldMk cId="2874164004" sldId="2147482950"/>
            <ac:spMk id="44" creationId="{03A5BAB7-9E9A-D3B0-B904-EEE584E46307}"/>
          </ac:spMkLst>
        </pc:spChg>
        <pc:spChg chg="add del">
          <ac:chgData name="Grace PAN" userId="S::gracepan@ibm.com::005e5af3-4512-458e-8280-6559b1d3712f" providerId="AD" clId="Web-{E1AE34D3-FE16-E784-5095-B52A15126A23}" dt="2026-05-08T04:08:40.372" v="130"/>
          <ac:spMkLst>
            <pc:docMk/>
            <pc:sldMk cId="2874164004" sldId="2147482950"/>
            <ac:spMk id="45" creationId="{83D4550C-B1A6-18DC-1500-F997E575C853}"/>
          </ac:spMkLst>
        </pc:spChg>
        <pc:spChg chg="add del">
          <ac:chgData name="Grace PAN" userId="S::gracepan@ibm.com::005e5af3-4512-458e-8280-6559b1d3712f" providerId="AD" clId="Web-{E1AE34D3-FE16-E784-5095-B52A15126A23}" dt="2026-05-08T04:08:40.372" v="129"/>
          <ac:spMkLst>
            <pc:docMk/>
            <pc:sldMk cId="2874164004" sldId="2147482950"/>
            <ac:spMk id="46" creationId="{65B34DAF-CC51-A0CC-1235-F64BA3C33777}"/>
          </ac:spMkLst>
        </pc:spChg>
        <pc:spChg chg="del">
          <ac:chgData name="Grace PAN" userId="S::gracepan@ibm.com::005e5af3-4512-458e-8280-6559b1d3712f" providerId="AD" clId="Web-{E1AE34D3-FE16-E784-5095-B52A15126A23}" dt="2026-05-08T04:07:38.855" v="2"/>
          <ac:spMkLst>
            <pc:docMk/>
            <pc:sldMk cId="2874164004" sldId="2147482950"/>
            <ac:spMk id="63" creationId="{3AB51D56-33E2-B24A-B745-10C8C17C1EFE}"/>
          </ac:spMkLst>
        </pc:spChg>
        <pc:spChg chg="add del">
          <ac:chgData name="Grace PAN" userId="S::gracepan@ibm.com::005e5af3-4512-458e-8280-6559b1d3712f" providerId="AD" clId="Web-{E1AE34D3-FE16-E784-5095-B52A15126A23}" dt="2026-05-08T04:07:47.699" v="69"/>
          <ac:spMkLst>
            <pc:docMk/>
            <pc:sldMk cId="2874164004" sldId="2147482950"/>
            <ac:spMk id="64" creationId="{EAD4195B-4E8D-CFA7-9862-520BFD854DB6}"/>
          </ac:spMkLst>
        </pc:spChg>
        <pc:spChg chg="add del">
          <ac:chgData name="Grace PAN" userId="S::gracepan@ibm.com::005e5af3-4512-458e-8280-6559b1d3712f" providerId="AD" clId="Web-{E1AE34D3-FE16-E784-5095-B52A15126A23}" dt="2026-05-08T04:07:47.699" v="68"/>
          <ac:spMkLst>
            <pc:docMk/>
            <pc:sldMk cId="2874164004" sldId="2147482950"/>
            <ac:spMk id="66" creationId="{04A8BCA2-08EC-8F29-6091-04F634D1212F}"/>
          </ac:spMkLst>
        </pc:spChg>
        <pc:spChg chg="add del">
          <ac:chgData name="Grace PAN" userId="S::gracepan@ibm.com::005e5af3-4512-458e-8280-6559b1d3712f" providerId="AD" clId="Web-{E1AE34D3-FE16-E784-5095-B52A15126A23}" dt="2026-05-08T04:07:47.699" v="67"/>
          <ac:spMkLst>
            <pc:docMk/>
            <pc:sldMk cId="2874164004" sldId="2147482950"/>
            <ac:spMk id="68" creationId="{227778F6-72D6-C04C-7CF5-1AF57C7FA642}"/>
          </ac:spMkLst>
        </pc:spChg>
        <pc:spChg chg="add del">
          <ac:chgData name="Grace PAN" userId="S::gracepan@ibm.com::005e5af3-4512-458e-8280-6559b1d3712f" providerId="AD" clId="Web-{E1AE34D3-FE16-E784-5095-B52A15126A23}" dt="2026-05-08T04:07:47.699" v="66"/>
          <ac:spMkLst>
            <pc:docMk/>
            <pc:sldMk cId="2874164004" sldId="2147482950"/>
            <ac:spMk id="70" creationId="{8CAD82A4-D849-69FA-FCA0-729FE84D3893}"/>
          </ac:spMkLst>
        </pc:spChg>
        <pc:spChg chg="add del">
          <ac:chgData name="Grace PAN" userId="S::gracepan@ibm.com::005e5af3-4512-458e-8280-6559b1d3712f" providerId="AD" clId="Web-{E1AE34D3-FE16-E784-5095-B52A15126A23}" dt="2026-05-08T04:07:47.699" v="65"/>
          <ac:spMkLst>
            <pc:docMk/>
            <pc:sldMk cId="2874164004" sldId="2147482950"/>
            <ac:spMk id="72" creationId="{3AC85917-D151-5448-8065-78D92AADA0EC}"/>
          </ac:spMkLst>
        </pc:spChg>
        <pc:spChg chg="add del">
          <ac:chgData name="Grace PAN" userId="S::gracepan@ibm.com::005e5af3-4512-458e-8280-6559b1d3712f" providerId="AD" clId="Web-{E1AE34D3-FE16-E784-5095-B52A15126A23}" dt="2026-05-08T04:07:47.699" v="64"/>
          <ac:spMkLst>
            <pc:docMk/>
            <pc:sldMk cId="2874164004" sldId="2147482950"/>
            <ac:spMk id="74" creationId="{F82096C4-A4EA-8D73-C4C8-1C661AA96211}"/>
          </ac:spMkLst>
        </pc:spChg>
        <pc:spChg chg="add del">
          <ac:chgData name="Grace PAN" userId="S::gracepan@ibm.com::005e5af3-4512-458e-8280-6559b1d3712f" providerId="AD" clId="Web-{E1AE34D3-FE16-E784-5095-B52A15126A23}" dt="2026-05-08T04:07:47.699" v="63"/>
          <ac:spMkLst>
            <pc:docMk/>
            <pc:sldMk cId="2874164004" sldId="2147482950"/>
            <ac:spMk id="76" creationId="{35095B36-C7BD-199D-9263-D5995254B2DA}"/>
          </ac:spMkLst>
        </pc:spChg>
        <pc:spChg chg="add del">
          <ac:chgData name="Grace PAN" userId="S::gracepan@ibm.com::005e5af3-4512-458e-8280-6559b1d3712f" providerId="AD" clId="Web-{E1AE34D3-FE16-E784-5095-B52A15126A23}" dt="2026-05-08T04:07:47.699" v="62"/>
          <ac:spMkLst>
            <pc:docMk/>
            <pc:sldMk cId="2874164004" sldId="2147482950"/>
            <ac:spMk id="78" creationId="{E30614F2-8679-1EF2-9A60-8F231C035003}"/>
          </ac:spMkLst>
        </pc:spChg>
        <pc:spChg chg="add del">
          <ac:chgData name="Grace PAN" userId="S::gracepan@ibm.com::005e5af3-4512-458e-8280-6559b1d3712f" providerId="AD" clId="Web-{E1AE34D3-FE16-E784-5095-B52A15126A23}" dt="2026-05-08T04:07:47.699" v="61"/>
          <ac:spMkLst>
            <pc:docMk/>
            <pc:sldMk cId="2874164004" sldId="2147482950"/>
            <ac:spMk id="80" creationId="{8C0091E7-BD02-641D-46F6-A3EB54F0E5DC}"/>
          </ac:spMkLst>
        </pc:spChg>
        <pc:spChg chg="add del">
          <ac:chgData name="Grace PAN" userId="S::gracepan@ibm.com::005e5af3-4512-458e-8280-6559b1d3712f" providerId="AD" clId="Web-{E1AE34D3-FE16-E784-5095-B52A15126A23}" dt="2026-05-08T04:07:47.699" v="60"/>
          <ac:spMkLst>
            <pc:docMk/>
            <pc:sldMk cId="2874164004" sldId="2147482950"/>
            <ac:spMk id="82" creationId="{615C6159-CAFC-3A99-11EB-7400C12BCBB6}"/>
          </ac:spMkLst>
        </pc:spChg>
        <pc:spChg chg="add del">
          <ac:chgData name="Grace PAN" userId="S::gracepan@ibm.com::005e5af3-4512-458e-8280-6559b1d3712f" providerId="AD" clId="Web-{E1AE34D3-FE16-E784-5095-B52A15126A23}" dt="2026-05-08T04:07:47.699" v="59"/>
          <ac:spMkLst>
            <pc:docMk/>
            <pc:sldMk cId="2874164004" sldId="2147482950"/>
            <ac:spMk id="84" creationId="{40669BD4-B118-954B-7367-91B8C9E1C4C4}"/>
          </ac:spMkLst>
        </pc:spChg>
        <pc:spChg chg="add del">
          <ac:chgData name="Grace PAN" userId="S::gracepan@ibm.com::005e5af3-4512-458e-8280-6559b1d3712f" providerId="AD" clId="Web-{E1AE34D3-FE16-E784-5095-B52A15126A23}" dt="2026-05-08T04:07:47.699" v="58"/>
          <ac:spMkLst>
            <pc:docMk/>
            <pc:sldMk cId="2874164004" sldId="2147482950"/>
            <ac:spMk id="86" creationId="{6DF2B56D-EEA5-5036-E5E9-BE45CD820905}"/>
          </ac:spMkLst>
        </pc:spChg>
        <pc:spChg chg="add del">
          <ac:chgData name="Grace PAN" userId="S::gracepan@ibm.com::005e5af3-4512-458e-8280-6559b1d3712f" providerId="AD" clId="Web-{E1AE34D3-FE16-E784-5095-B52A15126A23}" dt="2026-05-08T04:07:47.699" v="57"/>
          <ac:spMkLst>
            <pc:docMk/>
            <pc:sldMk cId="2874164004" sldId="2147482950"/>
            <ac:spMk id="88" creationId="{062D9443-D09B-371C-79C0-E1ABCDCA7657}"/>
          </ac:spMkLst>
        </pc:spChg>
        <pc:spChg chg="add del">
          <ac:chgData name="Grace PAN" userId="S::gracepan@ibm.com::005e5af3-4512-458e-8280-6559b1d3712f" providerId="AD" clId="Web-{E1AE34D3-FE16-E784-5095-B52A15126A23}" dt="2026-05-08T04:07:47.699" v="56"/>
          <ac:spMkLst>
            <pc:docMk/>
            <pc:sldMk cId="2874164004" sldId="2147482950"/>
            <ac:spMk id="90" creationId="{8AFDF9A6-ED7A-D5AC-C961-F5D7D3180D77}"/>
          </ac:spMkLst>
        </pc:spChg>
        <pc:spChg chg="add del">
          <ac:chgData name="Grace PAN" userId="S::gracepan@ibm.com::005e5af3-4512-458e-8280-6559b1d3712f" providerId="AD" clId="Web-{E1AE34D3-FE16-E784-5095-B52A15126A23}" dt="2026-05-08T04:07:47.699" v="55"/>
          <ac:spMkLst>
            <pc:docMk/>
            <pc:sldMk cId="2874164004" sldId="2147482950"/>
            <ac:spMk id="92" creationId="{72D8C24F-9776-B034-E403-A559FB115560}"/>
          </ac:spMkLst>
        </pc:spChg>
        <pc:spChg chg="add del">
          <ac:chgData name="Grace PAN" userId="S::gracepan@ibm.com::005e5af3-4512-458e-8280-6559b1d3712f" providerId="AD" clId="Web-{E1AE34D3-FE16-E784-5095-B52A15126A23}" dt="2026-05-08T04:07:47.699" v="54"/>
          <ac:spMkLst>
            <pc:docMk/>
            <pc:sldMk cId="2874164004" sldId="2147482950"/>
            <ac:spMk id="94" creationId="{A4621F19-399C-3912-4BEF-29F9749B9DA0}"/>
          </ac:spMkLst>
        </pc:spChg>
        <pc:spChg chg="add del">
          <ac:chgData name="Grace PAN" userId="S::gracepan@ibm.com::005e5af3-4512-458e-8280-6559b1d3712f" providerId="AD" clId="Web-{E1AE34D3-FE16-E784-5095-B52A15126A23}" dt="2026-05-08T04:07:47.699" v="53"/>
          <ac:spMkLst>
            <pc:docMk/>
            <pc:sldMk cId="2874164004" sldId="2147482950"/>
            <ac:spMk id="96" creationId="{406CA9C8-537A-2645-237C-91D658B17D4E}"/>
          </ac:spMkLst>
        </pc:spChg>
        <pc:spChg chg="add del">
          <ac:chgData name="Grace PAN" userId="S::gracepan@ibm.com::005e5af3-4512-458e-8280-6559b1d3712f" providerId="AD" clId="Web-{E1AE34D3-FE16-E784-5095-B52A15126A23}" dt="2026-05-08T04:07:47.699" v="52"/>
          <ac:spMkLst>
            <pc:docMk/>
            <pc:sldMk cId="2874164004" sldId="2147482950"/>
            <ac:spMk id="98" creationId="{83C50255-BCD8-65E9-CDC0-97B79FE72EE3}"/>
          </ac:spMkLst>
        </pc:spChg>
        <pc:spChg chg="add del">
          <ac:chgData name="Grace PAN" userId="S::gracepan@ibm.com::005e5af3-4512-458e-8280-6559b1d3712f" providerId="AD" clId="Web-{E1AE34D3-FE16-E784-5095-B52A15126A23}" dt="2026-05-08T04:07:47.699" v="51"/>
          <ac:spMkLst>
            <pc:docMk/>
            <pc:sldMk cId="2874164004" sldId="2147482950"/>
            <ac:spMk id="100" creationId="{6FADB909-AED8-961B-A46A-88106124FC19}"/>
          </ac:spMkLst>
        </pc:spChg>
        <pc:spChg chg="add del">
          <ac:chgData name="Grace PAN" userId="S::gracepan@ibm.com::005e5af3-4512-458e-8280-6559b1d3712f" providerId="AD" clId="Web-{E1AE34D3-FE16-E784-5095-B52A15126A23}" dt="2026-05-08T04:07:47.699" v="50"/>
          <ac:spMkLst>
            <pc:docMk/>
            <pc:sldMk cId="2874164004" sldId="2147482950"/>
            <ac:spMk id="102" creationId="{D2C3E9BD-3D1C-5812-FF16-72C46E77E969}"/>
          </ac:spMkLst>
        </pc:spChg>
        <pc:spChg chg="add del">
          <ac:chgData name="Grace PAN" userId="S::gracepan@ibm.com::005e5af3-4512-458e-8280-6559b1d3712f" providerId="AD" clId="Web-{E1AE34D3-FE16-E784-5095-B52A15126A23}" dt="2026-05-08T04:07:47.699" v="49"/>
          <ac:spMkLst>
            <pc:docMk/>
            <pc:sldMk cId="2874164004" sldId="2147482950"/>
            <ac:spMk id="104" creationId="{BD9E006E-D469-9B79-200C-ED85D66CA406}"/>
          </ac:spMkLst>
        </pc:spChg>
        <pc:spChg chg="add del">
          <ac:chgData name="Grace PAN" userId="S::gracepan@ibm.com::005e5af3-4512-458e-8280-6559b1d3712f" providerId="AD" clId="Web-{E1AE34D3-FE16-E784-5095-B52A15126A23}" dt="2026-05-08T04:08:28.778" v="105"/>
          <ac:spMkLst>
            <pc:docMk/>
            <pc:sldMk cId="2874164004" sldId="2147482950"/>
            <ac:spMk id="106" creationId="{78D9D976-1F04-7EF6-3134-457457613642}"/>
          </ac:spMkLst>
        </pc:spChg>
        <pc:spChg chg="add del">
          <ac:chgData name="Grace PAN" userId="S::gracepan@ibm.com::005e5af3-4512-458e-8280-6559b1d3712f" providerId="AD" clId="Web-{E1AE34D3-FE16-E784-5095-B52A15126A23}" dt="2026-05-08T04:08:28.778" v="104"/>
          <ac:spMkLst>
            <pc:docMk/>
            <pc:sldMk cId="2874164004" sldId="2147482950"/>
            <ac:spMk id="108" creationId="{3CDB44CF-A190-4486-A31E-2A7E18A0F763}"/>
          </ac:spMkLst>
        </pc:spChg>
        <pc:spChg chg="add del">
          <ac:chgData name="Grace PAN" userId="S::gracepan@ibm.com::005e5af3-4512-458e-8280-6559b1d3712f" providerId="AD" clId="Web-{E1AE34D3-FE16-E784-5095-B52A15126A23}" dt="2026-05-08T04:08:28.778" v="103"/>
          <ac:spMkLst>
            <pc:docMk/>
            <pc:sldMk cId="2874164004" sldId="2147482950"/>
            <ac:spMk id="110" creationId="{0DF4D2D1-ACA8-21B9-85F8-0DAA0FE7DE1D}"/>
          </ac:spMkLst>
        </pc:spChg>
        <pc:spChg chg="add del">
          <ac:chgData name="Grace PAN" userId="S::gracepan@ibm.com::005e5af3-4512-458e-8280-6559b1d3712f" providerId="AD" clId="Web-{E1AE34D3-FE16-E784-5095-B52A15126A23}" dt="2026-05-08T04:08:28.778" v="102"/>
          <ac:spMkLst>
            <pc:docMk/>
            <pc:sldMk cId="2874164004" sldId="2147482950"/>
            <ac:spMk id="112" creationId="{36764346-78A5-A6F3-C6AA-5FF3A63935C5}"/>
          </ac:spMkLst>
        </pc:spChg>
        <pc:spChg chg="add del">
          <ac:chgData name="Grace PAN" userId="S::gracepan@ibm.com::005e5af3-4512-458e-8280-6559b1d3712f" providerId="AD" clId="Web-{E1AE34D3-FE16-E784-5095-B52A15126A23}" dt="2026-05-08T04:08:28.778" v="101"/>
          <ac:spMkLst>
            <pc:docMk/>
            <pc:sldMk cId="2874164004" sldId="2147482950"/>
            <ac:spMk id="114" creationId="{45829C82-7346-9919-6ABB-0CFED3C5F561}"/>
          </ac:spMkLst>
        </pc:spChg>
        <pc:spChg chg="add del">
          <ac:chgData name="Grace PAN" userId="S::gracepan@ibm.com::005e5af3-4512-458e-8280-6559b1d3712f" providerId="AD" clId="Web-{E1AE34D3-FE16-E784-5095-B52A15126A23}" dt="2026-05-08T04:08:28.778" v="100"/>
          <ac:spMkLst>
            <pc:docMk/>
            <pc:sldMk cId="2874164004" sldId="2147482950"/>
            <ac:spMk id="116" creationId="{09BB8F20-8AD9-722A-4366-F142D23698DA}"/>
          </ac:spMkLst>
        </pc:spChg>
        <pc:spChg chg="add del">
          <ac:chgData name="Grace PAN" userId="S::gracepan@ibm.com::005e5af3-4512-458e-8280-6559b1d3712f" providerId="AD" clId="Web-{E1AE34D3-FE16-E784-5095-B52A15126A23}" dt="2026-05-08T04:08:28.778" v="99"/>
          <ac:spMkLst>
            <pc:docMk/>
            <pc:sldMk cId="2874164004" sldId="2147482950"/>
            <ac:spMk id="118" creationId="{A702FF2B-D4A1-5083-6B44-220A77B23FA7}"/>
          </ac:spMkLst>
        </pc:spChg>
        <pc:spChg chg="add del">
          <ac:chgData name="Grace PAN" userId="S::gracepan@ibm.com::005e5af3-4512-458e-8280-6559b1d3712f" providerId="AD" clId="Web-{E1AE34D3-FE16-E784-5095-B52A15126A23}" dt="2026-05-08T04:08:28.778" v="98"/>
          <ac:spMkLst>
            <pc:docMk/>
            <pc:sldMk cId="2874164004" sldId="2147482950"/>
            <ac:spMk id="120" creationId="{0068D7CC-0158-E4A3-D8E2-C8D749415845}"/>
          </ac:spMkLst>
        </pc:spChg>
        <pc:spChg chg="add del">
          <ac:chgData name="Grace PAN" userId="S::gracepan@ibm.com::005e5af3-4512-458e-8280-6559b1d3712f" providerId="AD" clId="Web-{E1AE34D3-FE16-E784-5095-B52A15126A23}" dt="2026-05-08T04:08:28.778" v="97"/>
          <ac:spMkLst>
            <pc:docMk/>
            <pc:sldMk cId="2874164004" sldId="2147482950"/>
            <ac:spMk id="122" creationId="{753A0CDA-C70B-08FD-424C-74EDE8E7C267}"/>
          </ac:spMkLst>
        </pc:spChg>
        <pc:spChg chg="add del">
          <ac:chgData name="Grace PAN" userId="S::gracepan@ibm.com::005e5af3-4512-458e-8280-6559b1d3712f" providerId="AD" clId="Web-{E1AE34D3-FE16-E784-5095-B52A15126A23}" dt="2026-05-08T04:08:28.778" v="96"/>
          <ac:spMkLst>
            <pc:docMk/>
            <pc:sldMk cId="2874164004" sldId="2147482950"/>
            <ac:spMk id="124" creationId="{21124D9A-03AB-34F4-660D-BA6164F9B270}"/>
          </ac:spMkLst>
        </pc:spChg>
        <pc:spChg chg="add del">
          <ac:chgData name="Grace PAN" userId="S::gracepan@ibm.com::005e5af3-4512-458e-8280-6559b1d3712f" providerId="AD" clId="Web-{E1AE34D3-FE16-E784-5095-B52A15126A23}" dt="2026-05-08T04:08:28.778" v="95"/>
          <ac:spMkLst>
            <pc:docMk/>
            <pc:sldMk cId="2874164004" sldId="2147482950"/>
            <ac:spMk id="126" creationId="{CE638881-C070-F27C-C04F-2EC4857B8DE2}"/>
          </ac:spMkLst>
        </pc:spChg>
        <pc:spChg chg="add del">
          <ac:chgData name="Grace PAN" userId="S::gracepan@ibm.com::005e5af3-4512-458e-8280-6559b1d3712f" providerId="AD" clId="Web-{E1AE34D3-FE16-E784-5095-B52A15126A23}" dt="2026-05-08T04:08:28.778" v="94"/>
          <ac:spMkLst>
            <pc:docMk/>
            <pc:sldMk cId="2874164004" sldId="2147482950"/>
            <ac:spMk id="128" creationId="{D461CC6A-EFFC-E0B4-1B24-C08777BC22F6}"/>
          </ac:spMkLst>
        </pc:spChg>
        <pc:spChg chg="add del">
          <ac:chgData name="Grace PAN" userId="S::gracepan@ibm.com::005e5af3-4512-458e-8280-6559b1d3712f" providerId="AD" clId="Web-{E1AE34D3-FE16-E784-5095-B52A15126A23}" dt="2026-05-08T04:08:28.778" v="93"/>
          <ac:spMkLst>
            <pc:docMk/>
            <pc:sldMk cId="2874164004" sldId="2147482950"/>
            <ac:spMk id="130" creationId="{B31C35BB-1F2A-5C01-5ED0-BF9B06B99D7C}"/>
          </ac:spMkLst>
        </pc:spChg>
        <pc:spChg chg="add del">
          <ac:chgData name="Grace PAN" userId="S::gracepan@ibm.com::005e5af3-4512-458e-8280-6559b1d3712f" providerId="AD" clId="Web-{E1AE34D3-FE16-E784-5095-B52A15126A23}" dt="2026-05-08T04:08:28.778" v="92"/>
          <ac:spMkLst>
            <pc:docMk/>
            <pc:sldMk cId="2874164004" sldId="2147482950"/>
            <ac:spMk id="132" creationId="{16BDAA85-AFF5-7A51-DFAB-05EBCB2BF458}"/>
          </ac:spMkLst>
        </pc:spChg>
        <pc:spChg chg="add del">
          <ac:chgData name="Grace PAN" userId="S::gracepan@ibm.com::005e5af3-4512-458e-8280-6559b1d3712f" providerId="AD" clId="Web-{E1AE34D3-FE16-E784-5095-B52A15126A23}" dt="2026-05-08T04:08:28.778" v="91"/>
          <ac:spMkLst>
            <pc:docMk/>
            <pc:sldMk cId="2874164004" sldId="2147482950"/>
            <ac:spMk id="134" creationId="{362AA736-5F6B-0F40-6240-BB350A04CC65}"/>
          </ac:spMkLst>
        </pc:spChg>
        <pc:spChg chg="add del">
          <ac:chgData name="Grace PAN" userId="S::gracepan@ibm.com::005e5af3-4512-458e-8280-6559b1d3712f" providerId="AD" clId="Web-{E1AE34D3-FE16-E784-5095-B52A15126A23}" dt="2026-05-08T04:08:28.778" v="90"/>
          <ac:spMkLst>
            <pc:docMk/>
            <pc:sldMk cId="2874164004" sldId="2147482950"/>
            <ac:spMk id="136" creationId="{4BB9D5B0-A3C3-0425-FAD5-DCC3413BC564}"/>
          </ac:spMkLst>
        </pc:spChg>
        <pc:spChg chg="add del">
          <ac:chgData name="Grace PAN" userId="S::gracepan@ibm.com::005e5af3-4512-458e-8280-6559b1d3712f" providerId="AD" clId="Web-{E1AE34D3-FE16-E784-5095-B52A15126A23}" dt="2026-05-08T04:08:26.496" v="89"/>
          <ac:spMkLst>
            <pc:docMk/>
            <pc:sldMk cId="2874164004" sldId="2147482950"/>
            <ac:spMk id="138" creationId="{2B9D5C98-6151-B2EF-607E-91003596BCB7}"/>
          </ac:spMkLst>
        </pc:spChg>
        <pc:spChg chg="add mod">
          <ac:chgData name="Grace PAN" userId="S::gracepan@ibm.com::005e5af3-4512-458e-8280-6559b1d3712f" providerId="AD" clId="Web-{E1AE34D3-FE16-E784-5095-B52A15126A23}" dt="2026-05-08T04:09:39.720" v="166"/>
          <ac:spMkLst>
            <pc:docMk/>
            <pc:sldMk cId="2874164004" sldId="2147482950"/>
            <ac:spMk id="140" creationId="{E1F82D16-EB67-70ED-4AE4-5FA5702E0F90}"/>
          </ac:spMkLst>
        </pc:spChg>
        <pc:spChg chg="add mod">
          <ac:chgData name="Grace PAN" userId="S::gracepan@ibm.com::005e5af3-4512-458e-8280-6559b1d3712f" providerId="AD" clId="Web-{E1AE34D3-FE16-E784-5095-B52A15126A23}" dt="2026-05-08T04:09:39.720" v="167"/>
          <ac:spMkLst>
            <pc:docMk/>
            <pc:sldMk cId="2874164004" sldId="2147482950"/>
            <ac:spMk id="142" creationId="{3E79B4CF-1F82-E333-CA58-511E56520FFC}"/>
          </ac:spMkLst>
        </pc:spChg>
        <pc:spChg chg="add mod">
          <ac:chgData name="Grace PAN" userId="S::gracepan@ibm.com::005e5af3-4512-458e-8280-6559b1d3712f" providerId="AD" clId="Web-{E1AE34D3-FE16-E784-5095-B52A15126A23}" dt="2026-05-08T04:09:39.720" v="168"/>
          <ac:spMkLst>
            <pc:docMk/>
            <pc:sldMk cId="2874164004" sldId="2147482950"/>
            <ac:spMk id="144" creationId="{01C8F89D-B0CE-4111-2BF4-AE2D4FBF558F}"/>
          </ac:spMkLst>
        </pc:spChg>
        <pc:spChg chg="add mod">
          <ac:chgData name="Grace PAN" userId="S::gracepan@ibm.com::005e5af3-4512-458e-8280-6559b1d3712f" providerId="AD" clId="Web-{E1AE34D3-FE16-E784-5095-B52A15126A23}" dt="2026-05-08T04:09:39.720" v="169"/>
          <ac:spMkLst>
            <pc:docMk/>
            <pc:sldMk cId="2874164004" sldId="2147482950"/>
            <ac:spMk id="146" creationId="{6D419C20-6208-CFA0-DBB8-DE118668ACF0}"/>
          </ac:spMkLst>
        </pc:spChg>
        <pc:spChg chg="add mod">
          <ac:chgData name="Grace PAN" userId="S::gracepan@ibm.com::005e5af3-4512-458e-8280-6559b1d3712f" providerId="AD" clId="Web-{E1AE34D3-FE16-E784-5095-B52A15126A23}" dt="2026-05-08T04:09:39.720" v="170"/>
          <ac:spMkLst>
            <pc:docMk/>
            <pc:sldMk cId="2874164004" sldId="2147482950"/>
            <ac:spMk id="148" creationId="{8787098A-B112-8A52-F422-03625097F17D}"/>
          </ac:spMkLst>
        </pc:spChg>
        <pc:spChg chg="add mod">
          <ac:chgData name="Grace PAN" userId="S::gracepan@ibm.com::005e5af3-4512-458e-8280-6559b1d3712f" providerId="AD" clId="Web-{E1AE34D3-FE16-E784-5095-B52A15126A23}" dt="2026-05-08T04:09:39.720" v="171"/>
          <ac:spMkLst>
            <pc:docMk/>
            <pc:sldMk cId="2874164004" sldId="2147482950"/>
            <ac:spMk id="150" creationId="{9843286F-EECC-C699-3B9C-32A39D54447C}"/>
          </ac:spMkLst>
        </pc:spChg>
        <pc:spChg chg="add mod">
          <ac:chgData name="Grace PAN" userId="S::gracepan@ibm.com::005e5af3-4512-458e-8280-6559b1d3712f" providerId="AD" clId="Web-{E1AE34D3-FE16-E784-5095-B52A15126A23}" dt="2026-05-08T04:09:39.720" v="172"/>
          <ac:spMkLst>
            <pc:docMk/>
            <pc:sldMk cId="2874164004" sldId="2147482950"/>
            <ac:spMk id="152" creationId="{7B8F970F-712F-965A-9BD6-5F28FA773721}"/>
          </ac:spMkLst>
        </pc:spChg>
        <pc:spChg chg="add mod">
          <ac:chgData name="Grace PAN" userId="S::gracepan@ibm.com::005e5af3-4512-458e-8280-6559b1d3712f" providerId="AD" clId="Web-{E1AE34D3-FE16-E784-5095-B52A15126A23}" dt="2026-05-08T04:09:39.720" v="173"/>
          <ac:spMkLst>
            <pc:docMk/>
            <pc:sldMk cId="2874164004" sldId="2147482950"/>
            <ac:spMk id="154" creationId="{D66472E9-AEE3-7708-93EC-5656CA1D3A53}"/>
          </ac:spMkLst>
        </pc:spChg>
        <pc:spChg chg="add mod">
          <ac:chgData name="Grace PAN" userId="S::gracepan@ibm.com::005e5af3-4512-458e-8280-6559b1d3712f" providerId="AD" clId="Web-{E1AE34D3-FE16-E784-5095-B52A15126A23}" dt="2026-05-08T04:09:39.720" v="174"/>
          <ac:spMkLst>
            <pc:docMk/>
            <pc:sldMk cId="2874164004" sldId="2147482950"/>
            <ac:spMk id="156" creationId="{283A7E05-A521-707A-EDC8-B14A7D49735A}"/>
          </ac:spMkLst>
        </pc:spChg>
        <pc:spChg chg="add mod">
          <ac:chgData name="Grace PAN" userId="S::gracepan@ibm.com::005e5af3-4512-458e-8280-6559b1d3712f" providerId="AD" clId="Web-{E1AE34D3-FE16-E784-5095-B52A15126A23}" dt="2026-05-08T04:09:39.735" v="175"/>
          <ac:spMkLst>
            <pc:docMk/>
            <pc:sldMk cId="2874164004" sldId="2147482950"/>
            <ac:spMk id="158" creationId="{703EFFD5-7B9D-7F73-98AC-FF776C5BFFD9}"/>
          </ac:spMkLst>
        </pc:spChg>
        <pc:spChg chg="add mod">
          <ac:chgData name="Grace PAN" userId="S::gracepan@ibm.com::005e5af3-4512-458e-8280-6559b1d3712f" providerId="AD" clId="Web-{E1AE34D3-FE16-E784-5095-B52A15126A23}" dt="2026-05-08T04:09:39.735" v="176"/>
          <ac:spMkLst>
            <pc:docMk/>
            <pc:sldMk cId="2874164004" sldId="2147482950"/>
            <ac:spMk id="160" creationId="{4FBC49E0-E1DE-8E92-0A83-099093958B38}"/>
          </ac:spMkLst>
        </pc:spChg>
        <pc:spChg chg="add mod">
          <ac:chgData name="Grace PAN" userId="S::gracepan@ibm.com::005e5af3-4512-458e-8280-6559b1d3712f" providerId="AD" clId="Web-{E1AE34D3-FE16-E784-5095-B52A15126A23}" dt="2026-05-08T04:09:39.735" v="177"/>
          <ac:spMkLst>
            <pc:docMk/>
            <pc:sldMk cId="2874164004" sldId="2147482950"/>
            <ac:spMk id="162" creationId="{034BC302-0131-977D-6E72-CD6DBC0D7C0C}"/>
          </ac:spMkLst>
        </pc:spChg>
        <pc:spChg chg="add mod">
          <ac:chgData name="Grace PAN" userId="S::gracepan@ibm.com::005e5af3-4512-458e-8280-6559b1d3712f" providerId="AD" clId="Web-{E1AE34D3-FE16-E784-5095-B52A15126A23}" dt="2026-05-08T04:09:39.735" v="178"/>
          <ac:spMkLst>
            <pc:docMk/>
            <pc:sldMk cId="2874164004" sldId="2147482950"/>
            <ac:spMk id="164" creationId="{A71675DB-6778-9AEE-43DC-DEE94C920236}"/>
          </ac:spMkLst>
        </pc:spChg>
        <pc:spChg chg="add mod">
          <ac:chgData name="Grace PAN" userId="S::gracepan@ibm.com::005e5af3-4512-458e-8280-6559b1d3712f" providerId="AD" clId="Web-{E1AE34D3-FE16-E784-5095-B52A15126A23}" dt="2026-05-08T04:09:39.735" v="179"/>
          <ac:spMkLst>
            <pc:docMk/>
            <pc:sldMk cId="2874164004" sldId="2147482950"/>
            <ac:spMk id="166" creationId="{17F0F3C4-5964-816C-77CF-2222FFF2BFB9}"/>
          </ac:spMkLst>
        </pc:spChg>
        <pc:spChg chg="add mod">
          <ac:chgData name="Grace PAN" userId="S::gracepan@ibm.com::005e5af3-4512-458e-8280-6559b1d3712f" providerId="AD" clId="Web-{E1AE34D3-FE16-E784-5095-B52A15126A23}" dt="2026-05-08T04:09:39.735" v="180"/>
          <ac:spMkLst>
            <pc:docMk/>
            <pc:sldMk cId="2874164004" sldId="2147482950"/>
            <ac:spMk id="168" creationId="{2826D148-CDBA-9630-94A3-8916F9F88B18}"/>
          </ac:spMkLst>
        </pc:spChg>
        <pc:spChg chg="add mod">
          <ac:chgData name="Grace PAN" userId="S::gracepan@ibm.com::005e5af3-4512-458e-8280-6559b1d3712f" providerId="AD" clId="Web-{E1AE34D3-FE16-E784-5095-B52A15126A23}" dt="2026-05-08T04:09:40.173" v="181"/>
          <ac:spMkLst>
            <pc:docMk/>
            <pc:sldMk cId="2874164004" sldId="2147482950"/>
            <ac:spMk id="170" creationId="{D5D402BD-394B-FB4A-9E6A-A9DCCC5B6D65}"/>
          </ac:spMkLst>
        </pc:spChg>
      </pc:sldChg>
    </pc:docChg>
  </pc:docChgLst>
  <pc:docChgLst>
    <pc:chgData name="Aleksandra Lopatynska" userId="S::aleksandra.lopatynska@pl.ibm.com::1418d13c-4133-4af0-81a9-348344733057" providerId="AD" clId="Web-{C13616B1-CD48-5277-7E80-AB507FD5E637}"/>
    <pc:docChg chg="modSld">
      <pc:chgData name="Aleksandra Lopatynska" userId="S::aleksandra.lopatynska@pl.ibm.com::1418d13c-4133-4af0-81a9-348344733057" providerId="AD" clId="Web-{C13616B1-CD48-5277-7E80-AB507FD5E637}" dt="2026-05-08T10:09:04.794" v="1" actId="1076"/>
      <pc:docMkLst>
        <pc:docMk/>
      </pc:docMkLst>
      <pc:sldChg chg="modSp">
        <pc:chgData name="Aleksandra Lopatynska" userId="S::aleksandra.lopatynska@pl.ibm.com::1418d13c-4133-4af0-81a9-348344733057" providerId="AD" clId="Web-{C13616B1-CD48-5277-7E80-AB507FD5E637}" dt="2026-05-08T10:09:04.794" v="1" actId="1076"/>
        <pc:sldMkLst>
          <pc:docMk/>
          <pc:sldMk cId="1208127481" sldId="319"/>
        </pc:sldMkLst>
        <pc:spChg chg="mod">
          <ac:chgData name="Aleksandra Lopatynska" userId="S::aleksandra.lopatynska@pl.ibm.com::1418d13c-4133-4af0-81a9-348344733057" providerId="AD" clId="Web-{C13616B1-CD48-5277-7E80-AB507FD5E637}" dt="2026-05-08T10:09:04.794" v="1" actId="1076"/>
          <ac:spMkLst>
            <pc:docMk/>
            <pc:sldMk cId="1208127481" sldId="319"/>
            <ac:spMk id="2" creationId="{D57705F8-3C19-F824-AB76-E6D14DC7DD23}"/>
          </ac:spMkLst>
        </pc:spChg>
        <pc:graphicFrameChg chg="mod">
          <ac:chgData name="Aleksandra Lopatynska" userId="S::aleksandra.lopatynska@pl.ibm.com::1418d13c-4133-4af0-81a9-348344733057" providerId="AD" clId="Web-{C13616B1-CD48-5277-7E80-AB507FD5E637}" dt="2026-05-08T10:08:55.934" v="0" actId="1076"/>
          <ac:graphicFrameMkLst>
            <pc:docMk/>
            <pc:sldMk cId="1208127481" sldId="319"/>
            <ac:graphicFrameMk id="3" creationId="{88010ABF-B7FD-B267-1C52-0FA53C191E76}"/>
          </ac:graphicFrameMkLst>
        </pc:graphicFrameChg>
      </pc:sldChg>
    </pc:docChg>
  </pc:docChgLst>
  <pc:docChgLst>
    <pc:chgData name="Aleksandra Lopatynska" userId="S::aleksandra.lopatynska@pl.ibm.com::1418d13c-4133-4af0-81a9-348344733057" providerId="AD" clId="Web-{D206E2DC-11D6-C805-0B92-28761C243BC9}"/>
    <pc:docChg chg="modSld">
      <pc:chgData name="Aleksandra Lopatynska" userId="S::aleksandra.lopatynska@pl.ibm.com::1418d13c-4133-4af0-81a9-348344733057" providerId="AD" clId="Web-{D206E2DC-11D6-C805-0B92-28761C243BC9}" dt="2026-05-08T16:12:59.797" v="1" actId="14100"/>
      <pc:docMkLst>
        <pc:docMk/>
      </pc:docMkLst>
      <pc:sldChg chg="modSp">
        <pc:chgData name="Aleksandra Lopatynska" userId="S::aleksandra.lopatynska@pl.ibm.com::1418d13c-4133-4af0-81a9-348344733057" providerId="AD" clId="Web-{D206E2DC-11D6-C805-0B92-28761C243BC9}" dt="2026-05-08T16:12:59.797" v="1" actId="14100"/>
        <pc:sldMkLst>
          <pc:docMk/>
          <pc:sldMk cId="2072875655" sldId="264"/>
        </pc:sldMkLst>
        <pc:spChg chg="mod">
          <ac:chgData name="Aleksandra Lopatynska" userId="S::aleksandra.lopatynska@pl.ibm.com::1418d13c-4133-4af0-81a9-348344733057" providerId="AD" clId="Web-{D206E2DC-11D6-C805-0B92-28761C243BC9}" dt="2026-05-08T16:12:59.797" v="1" actId="14100"/>
          <ac:spMkLst>
            <pc:docMk/>
            <pc:sldMk cId="2072875655" sldId="264"/>
            <ac:spMk id="2" creationId="{33223A2B-18BE-987F-7547-1CA55DFE4ECB}"/>
          </ac:spMkLst>
        </pc:spChg>
      </pc:sldChg>
    </pc:docChg>
  </pc:docChgLst>
  <pc:docChgLst>
    <pc:chgData name="Bostjan Sekovanic" userId="S::sekovanic@hu.ibm.com::a9d24dd4-9bc3-4055-9794-a772062e265e" providerId="AD" clId="Web-{37676DC7-FCD8-DC3C-25EC-34A3E8FA13EA}"/>
    <pc:docChg chg="addSld delSld modSld">
      <pc:chgData name="Bostjan Sekovanic" userId="S::sekovanic@hu.ibm.com::a9d24dd4-9bc3-4055-9794-a772062e265e" providerId="AD" clId="Web-{37676DC7-FCD8-DC3C-25EC-34A3E8FA13EA}" dt="2026-05-08T09:26:26.218" v="657" actId="1076"/>
      <pc:docMkLst>
        <pc:docMk/>
      </pc:docMkLst>
      <pc:sldChg chg="modSp">
        <pc:chgData name="Bostjan Sekovanic" userId="S::sekovanic@hu.ibm.com::a9d24dd4-9bc3-4055-9794-a772062e265e" providerId="AD" clId="Web-{37676DC7-FCD8-DC3C-25EC-34A3E8FA13EA}" dt="2026-05-08T09:02:25.837" v="620"/>
        <pc:sldMkLst>
          <pc:docMk/>
          <pc:sldMk cId="664691264" sldId="309"/>
        </pc:sldMkLst>
        <pc:graphicFrameChg chg="mod modGraphic">
          <ac:chgData name="Bostjan Sekovanic" userId="S::sekovanic@hu.ibm.com::a9d24dd4-9bc3-4055-9794-a772062e265e" providerId="AD" clId="Web-{37676DC7-FCD8-DC3C-25EC-34A3E8FA13EA}" dt="2026-05-08T09:02:25.837" v="620"/>
          <ac:graphicFrameMkLst>
            <pc:docMk/>
            <pc:sldMk cId="664691264" sldId="309"/>
            <ac:graphicFrameMk id="9" creationId="{551BDBEE-A5CD-06FE-8037-1280F1A5DE3E}"/>
          </ac:graphicFrameMkLst>
        </pc:graphicFrameChg>
      </pc:sldChg>
      <pc:sldChg chg="add">
        <pc:chgData name="Bostjan Sekovanic" userId="S::sekovanic@hu.ibm.com::a9d24dd4-9bc3-4055-9794-a772062e265e" providerId="AD" clId="Web-{37676DC7-FCD8-DC3C-25EC-34A3E8FA13EA}" dt="2026-05-08T08:00:04.762" v="355"/>
        <pc:sldMkLst>
          <pc:docMk/>
          <pc:sldMk cId="1208127481" sldId="319"/>
        </pc:sldMkLst>
      </pc:sldChg>
      <pc:sldChg chg="delSp modSp">
        <pc:chgData name="Bostjan Sekovanic" userId="S::sekovanic@hu.ibm.com::a9d24dd4-9bc3-4055-9794-a772062e265e" providerId="AD" clId="Web-{37676DC7-FCD8-DC3C-25EC-34A3E8FA13EA}" dt="2026-05-08T09:26:26.218" v="657" actId="1076"/>
        <pc:sldMkLst>
          <pc:docMk/>
          <pc:sldMk cId="2404149551" sldId="323"/>
        </pc:sldMkLst>
        <pc:spChg chg="mod">
          <ac:chgData name="Bostjan Sekovanic" userId="S::sekovanic@hu.ibm.com::a9d24dd4-9bc3-4055-9794-a772062e265e" providerId="AD" clId="Web-{37676DC7-FCD8-DC3C-25EC-34A3E8FA13EA}" dt="2026-05-08T09:25:27.702" v="646" actId="20577"/>
          <ac:spMkLst>
            <pc:docMk/>
            <pc:sldMk cId="2404149551" sldId="323"/>
            <ac:spMk id="3" creationId="{4F43298C-B47D-DC07-0D80-88EA7BDC432D}"/>
          </ac:spMkLst>
        </pc:spChg>
        <pc:spChg chg="mod">
          <ac:chgData name="Bostjan Sekovanic" userId="S::sekovanic@hu.ibm.com::a9d24dd4-9bc3-4055-9794-a772062e265e" providerId="AD" clId="Web-{37676DC7-FCD8-DC3C-25EC-34A3E8FA13EA}" dt="2026-05-08T09:26:06.124" v="654" actId="1076"/>
          <ac:spMkLst>
            <pc:docMk/>
            <pc:sldMk cId="2404149551" sldId="323"/>
            <ac:spMk id="7" creationId="{4887E163-2E72-630E-03E5-D9A80F215B1E}"/>
          </ac:spMkLst>
        </pc:spChg>
        <pc:spChg chg="mod">
          <ac:chgData name="Bostjan Sekovanic" userId="S::sekovanic@hu.ibm.com::a9d24dd4-9bc3-4055-9794-a772062e265e" providerId="AD" clId="Web-{37676DC7-FCD8-DC3C-25EC-34A3E8FA13EA}" dt="2026-05-08T09:26:17.811" v="656" actId="1076"/>
          <ac:spMkLst>
            <pc:docMk/>
            <pc:sldMk cId="2404149551" sldId="323"/>
            <ac:spMk id="9" creationId="{1656EA0E-B752-D7BF-6980-3F1065A36FAA}"/>
          </ac:spMkLst>
        </pc:spChg>
        <pc:spChg chg="mod">
          <ac:chgData name="Bostjan Sekovanic" userId="S::sekovanic@hu.ibm.com::a9d24dd4-9bc3-4055-9794-a772062e265e" providerId="AD" clId="Web-{37676DC7-FCD8-DC3C-25EC-34A3E8FA13EA}" dt="2026-05-08T09:26:10.936" v="655" actId="1076"/>
          <ac:spMkLst>
            <pc:docMk/>
            <pc:sldMk cId="2404149551" sldId="323"/>
            <ac:spMk id="10" creationId="{78F7F5D6-88B0-043A-D46E-85F61F65371A}"/>
          </ac:spMkLst>
        </pc:spChg>
        <pc:spChg chg="del">
          <ac:chgData name="Bostjan Sekovanic" userId="S::sekovanic@hu.ibm.com::a9d24dd4-9bc3-4055-9794-a772062e265e" providerId="AD" clId="Web-{37676DC7-FCD8-DC3C-25EC-34A3E8FA13EA}" dt="2026-05-08T09:25:30.217" v="647"/>
          <ac:spMkLst>
            <pc:docMk/>
            <pc:sldMk cId="2404149551" sldId="323"/>
            <ac:spMk id="11" creationId="{3AAA26D9-92C1-1065-A0A7-16A6D45035FB}"/>
          </ac:spMkLst>
        </pc:spChg>
        <pc:spChg chg="del mod">
          <ac:chgData name="Bostjan Sekovanic" userId="S::sekovanic@hu.ibm.com::a9d24dd4-9bc3-4055-9794-a772062e265e" providerId="AD" clId="Web-{37676DC7-FCD8-DC3C-25EC-34A3E8FA13EA}" dt="2026-05-08T09:25:36.280" v="649"/>
          <ac:spMkLst>
            <pc:docMk/>
            <pc:sldMk cId="2404149551" sldId="323"/>
            <ac:spMk id="13" creationId="{1A016563-05B1-8B05-AE25-3A4E6FC36C44}"/>
          </ac:spMkLst>
        </pc:spChg>
        <pc:spChg chg="del mod">
          <ac:chgData name="Bostjan Sekovanic" userId="S::sekovanic@hu.ibm.com::a9d24dd4-9bc3-4055-9794-a772062e265e" providerId="AD" clId="Web-{37676DC7-FCD8-DC3C-25EC-34A3E8FA13EA}" dt="2026-05-08T09:25:33.561" v="648"/>
          <ac:spMkLst>
            <pc:docMk/>
            <pc:sldMk cId="2404149551" sldId="323"/>
            <ac:spMk id="14" creationId="{06F478AA-2925-9C07-3F0A-7991F39E05A6}"/>
          </ac:spMkLst>
        </pc:spChg>
        <pc:spChg chg="mod">
          <ac:chgData name="Bostjan Sekovanic" userId="S::sekovanic@hu.ibm.com::a9d24dd4-9bc3-4055-9794-a772062e265e" providerId="AD" clId="Web-{37676DC7-FCD8-DC3C-25EC-34A3E8FA13EA}" dt="2026-05-08T09:25:40.920" v="650" actId="1076"/>
          <ac:spMkLst>
            <pc:docMk/>
            <pc:sldMk cId="2404149551" sldId="323"/>
            <ac:spMk id="15" creationId="{16718F6D-D0BD-14DD-1FB4-2C37E94D0D67}"/>
          </ac:spMkLst>
        </pc:spChg>
        <pc:spChg chg="mod">
          <ac:chgData name="Bostjan Sekovanic" userId="S::sekovanic@hu.ibm.com::a9d24dd4-9bc3-4055-9794-a772062e265e" providerId="AD" clId="Web-{37676DC7-FCD8-DC3C-25EC-34A3E8FA13EA}" dt="2026-05-08T09:25:47.905" v="652" actId="1076"/>
          <ac:spMkLst>
            <pc:docMk/>
            <pc:sldMk cId="2404149551" sldId="323"/>
            <ac:spMk id="17" creationId="{FEB1CC84-37B9-3FDD-A2C5-B615F6403892}"/>
          </ac:spMkLst>
        </pc:spChg>
        <pc:spChg chg="mod">
          <ac:chgData name="Bostjan Sekovanic" userId="S::sekovanic@hu.ibm.com::a9d24dd4-9bc3-4055-9794-a772062e265e" providerId="AD" clId="Web-{37676DC7-FCD8-DC3C-25EC-34A3E8FA13EA}" dt="2026-05-08T09:25:52.202" v="653" actId="1076"/>
          <ac:spMkLst>
            <pc:docMk/>
            <pc:sldMk cId="2404149551" sldId="323"/>
            <ac:spMk id="18" creationId="{28273E4F-0094-5EC9-5088-9124E0993F0E}"/>
          </ac:spMkLst>
        </pc:spChg>
        <pc:grpChg chg="mod">
          <ac:chgData name="Bostjan Sekovanic" userId="S::sekovanic@hu.ibm.com::a9d24dd4-9bc3-4055-9794-a772062e265e" providerId="AD" clId="Web-{37676DC7-FCD8-DC3C-25EC-34A3E8FA13EA}" dt="2026-05-08T09:26:26.218" v="657" actId="1076"/>
          <ac:grpSpMkLst>
            <pc:docMk/>
            <pc:sldMk cId="2404149551" sldId="323"/>
            <ac:grpSpMk id="20" creationId="{CBC91D83-A103-85E7-9FDE-F5D8F91D44B0}"/>
          </ac:grpSpMkLst>
        </pc:grpChg>
      </pc:sldChg>
      <pc:sldChg chg="modSp del">
        <pc:chgData name="Bostjan Sekovanic" userId="S::sekovanic@hu.ibm.com::a9d24dd4-9bc3-4055-9794-a772062e265e" providerId="AD" clId="Web-{37676DC7-FCD8-DC3C-25EC-34A3E8FA13EA}" dt="2026-05-08T08:00:46.824" v="356"/>
        <pc:sldMkLst>
          <pc:docMk/>
          <pc:sldMk cId="2506745805" sldId="341"/>
        </pc:sldMkLst>
        <pc:graphicFrameChg chg="mod modGraphic">
          <ac:chgData name="Bostjan Sekovanic" userId="S::sekovanic@hu.ibm.com::a9d24dd4-9bc3-4055-9794-a772062e265e" providerId="AD" clId="Web-{37676DC7-FCD8-DC3C-25EC-34A3E8FA13EA}" dt="2026-05-08T07:47:57.447" v="354"/>
          <ac:graphicFrameMkLst>
            <pc:docMk/>
            <pc:sldMk cId="2506745805" sldId="341"/>
            <ac:graphicFrameMk id="3" creationId="{88010ABF-B7FD-B267-1C52-0FA53C191E76}"/>
          </ac:graphicFrameMkLst>
        </pc:graphicFrameChg>
      </pc:sldChg>
      <pc:sldChg chg="modSp">
        <pc:chgData name="Bostjan Sekovanic" userId="S::sekovanic@hu.ibm.com::a9d24dd4-9bc3-4055-9794-a772062e265e" providerId="AD" clId="Web-{37676DC7-FCD8-DC3C-25EC-34A3E8FA13EA}" dt="2026-05-08T07:39:16.944" v="81"/>
        <pc:sldMkLst>
          <pc:docMk/>
          <pc:sldMk cId="1516705245" sldId="344"/>
        </pc:sldMkLst>
        <pc:graphicFrameChg chg="mod modGraphic">
          <ac:chgData name="Bostjan Sekovanic" userId="S::sekovanic@hu.ibm.com::a9d24dd4-9bc3-4055-9794-a772062e265e" providerId="AD" clId="Web-{37676DC7-FCD8-DC3C-25EC-34A3E8FA13EA}" dt="2026-05-08T07:39:16.944" v="81"/>
          <ac:graphicFrameMkLst>
            <pc:docMk/>
            <pc:sldMk cId="1516705245" sldId="344"/>
            <ac:graphicFrameMk id="2" creationId="{8D35F7C2-12BA-7887-F227-34F8E3EB8D46}"/>
          </ac:graphicFrameMkLst>
        </pc:graphicFrameChg>
      </pc:sldChg>
      <pc:sldChg chg="modSp">
        <pc:chgData name="Bostjan Sekovanic" userId="S::sekovanic@hu.ibm.com::a9d24dd4-9bc3-4055-9794-a772062e265e" providerId="AD" clId="Web-{37676DC7-FCD8-DC3C-25EC-34A3E8FA13EA}" dt="2026-05-08T08:59:48.695" v="592" actId="20577"/>
        <pc:sldMkLst>
          <pc:docMk/>
          <pc:sldMk cId="2549802226" sldId="2147482938"/>
        </pc:sldMkLst>
        <pc:spChg chg="mod">
          <ac:chgData name="Bostjan Sekovanic" userId="S::sekovanic@hu.ibm.com::a9d24dd4-9bc3-4055-9794-a772062e265e" providerId="AD" clId="Web-{37676DC7-FCD8-DC3C-25EC-34A3E8FA13EA}" dt="2026-05-08T08:59:48.695" v="592" actId="20577"/>
          <ac:spMkLst>
            <pc:docMk/>
            <pc:sldMk cId="2549802226" sldId="2147482938"/>
            <ac:spMk id="103" creationId="{1D2BD3F0-9CAC-0006-F748-C9117E63C548}"/>
          </ac:spMkLst>
        </pc:spChg>
      </pc:sldChg>
      <pc:sldChg chg="modSp">
        <pc:chgData name="Bostjan Sekovanic" userId="S::sekovanic@hu.ibm.com::a9d24dd4-9bc3-4055-9794-a772062e265e" providerId="AD" clId="Web-{37676DC7-FCD8-DC3C-25EC-34A3E8FA13EA}" dt="2026-05-08T07:32:54.758" v="57" actId="20577"/>
        <pc:sldMkLst>
          <pc:docMk/>
          <pc:sldMk cId="2181260593" sldId="2147482951"/>
        </pc:sldMkLst>
        <pc:spChg chg="mod">
          <ac:chgData name="Bostjan Sekovanic" userId="S::sekovanic@hu.ibm.com::a9d24dd4-9bc3-4055-9794-a772062e265e" providerId="AD" clId="Web-{37676DC7-FCD8-DC3C-25EC-34A3E8FA13EA}" dt="2026-05-08T07:32:54.758" v="57" actId="20577"/>
          <ac:spMkLst>
            <pc:docMk/>
            <pc:sldMk cId="2181260593" sldId="2147482951"/>
            <ac:spMk id="66" creationId="{8819488B-76B2-6B22-1B2F-47C4C325A7AF}"/>
          </ac:spMkLst>
        </pc:spChg>
        <pc:spChg chg="mod">
          <ac:chgData name="Bostjan Sekovanic" userId="S::sekovanic@hu.ibm.com::a9d24dd4-9bc3-4055-9794-a772062e265e" providerId="AD" clId="Web-{37676DC7-FCD8-DC3C-25EC-34A3E8FA13EA}" dt="2026-05-08T07:28:25.144" v="0" actId="20577"/>
          <ac:spMkLst>
            <pc:docMk/>
            <pc:sldMk cId="2181260593" sldId="2147482951"/>
            <ac:spMk id="68" creationId="{86F316D0-B448-7668-A772-5D5B8ADE9277}"/>
          </ac:spMkLst>
        </pc:spChg>
      </pc:sldChg>
    </pc:docChg>
  </pc:docChgLst>
  <pc:docChgLst>
    <pc:chgData name="Aleksandra Lopatynska" userId="S::aleksandra.lopatynska@pl.ibm.com::1418d13c-4133-4af0-81a9-348344733057" providerId="AD" clId="Web-{3EBD4032-77A5-7EE2-0DA0-204E5C9A60FE}"/>
    <pc:docChg chg="modSld">
      <pc:chgData name="Aleksandra Lopatynska" userId="S::aleksandra.lopatynska@pl.ibm.com::1418d13c-4133-4af0-81a9-348344733057" providerId="AD" clId="Web-{3EBD4032-77A5-7EE2-0DA0-204E5C9A60FE}" dt="2026-05-06T14:19:38.255" v="272"/>
      <pc:docMkLst>
        <pc:docMk/>
      </pc:docMkLst>
    </pc:docChg>
  </pc:docChgLst>
  <pc:docChgLst>
    <pc:chgData name="Grace PAN" userId="S::gracepan@ibm.com::005e5af3-4512-458e-8280-6559b1d3712f" providerId="AD" clId="Web-{C72916AD-770A-B920-F96C-CC6A2E3B8ACB}"/>
    <pc:docChg chg="addSld delSld modSld">
      <pc:chgData name="Grace PAN" userId="S::gracepan@ibm.com::005e5af3-4512-458e-8280-6559b1d3712f" providerId="AD" clId="Web-{C72916AD-770A-B920-F96C-CC6A2E3B8ACB}" dt="2026-05-07T11:27:59.035" v="24"/>
      <pc:docMkLst>
        <pc:docMk/>
      </pc:docMkLst>
      <pc:sldChg chg="del">
        <pc:chgData name="Grace PAN" userId="S::gracepan@ibm.com::005e5af3-4512-458e-8280-6559b1d3712f" providerId="AD" clId="Web-{C72916AD-770A-B920-F96C-CC6A2E3B8ACB}" dt="2026-05-07T11:27:29.748" v="15"/>
        <pc:sldMkLst>
          <pc:docMk/>
          <pc:sldMk cId="2395624982" sldId="2147483571"/>
        </pc:sldMkLst>
      </pc:sldChg>
      <pc:sldChg chg="add">
        <pc:chgData name="Grace PAN" userId="S::gracepan@ibm.com::005e5af3-4512-458e-8280-6559b1d3712f" providerId="AD" clId="Web-{C72916AD-770A-B920-F96C-CC6A2E3B8ACB}" dt="2026-05-07T11:27:14.295" v="1"/>
        <pc:sldMkLst>
          <pc:docMk/>
          <pc:sldMk cId="3295449038" sldId="2147483572"/>
        </pc:sldMkLst>
      </pc:sldChg>
      <pc:sldChg chg="del">
        <pc:chgData name="Grace PAN" userId="S::gracepan@ibm.com::005e5af3-4512-458e-8280-6559b1d3712f" providerId="AD" clId="Web-{C72916AD-770A-B920-F96C-CC6A2E3B8ACB}" dt="2026-05-07T11:27:29.733" v="13"/>
        <pc:sldMkLst>
          <pc:docMk/>
          <pc:sldMk cId="300054066" sldId="2147483573"/>
        </pc:sldMkLst>
      </pc:sldChg>
      <pc:sldChg chg="del">
        <pc:chgData name="Grace PAN" userId="S::gracepan@ibm.com::005e5af3-4512-458e-8280-6559b1d3712f" providerId="AD" clId="Web-{C72916AD-770A-B920-F96C-CC6A2E3B8ACB}" dt="2026-05-07T11:27:29.733" v="12"/>
        <pc:sldMkLst>
          <pc:docMk/>
          <pc:sldMk cId="2101380329" sldId="2147483574"/>
        </pc:sldMkLst>
      </pc:sldChg>
      <pc:sldChg chg="del">
        <pc:chgData name="Grace PAN" userId="S::gracepan@ibm.com::005e5af3-4512-458e-8280-6559b1d3712f" providerId="AD" clId="Web-{C72916AD-770A-B920-F96C-CC6A2E3B8ACB}" dt="2026-05-07T11:27:29.717" v="11"/>
        <pc:sldMkLst>
          <pc:docMk/>
          <pc:sldMk cId="3392193838" sldId="2147483575"/>
        </pc:sldMkLst>
      </pc:sldChg>
      <pc:sldChg chg="del">
        <pc:chgData name="Grace PAN" userId="S::gracepan@ibm.com::005e5af3-4512-458e-8280-6559b1d3712f" providerId="AD" clId="Web-{C72916AD-770A-B920-F96C-CC6A2E3B8ACB}" dt="2026-05-07T11:27:29.702" v="10"/>
        <pc:sldMkLst>
          <pc:docMk/>
          <pc:sldMk cId="2882641123" sldId="2147483576"/>
        </pc:sldMkLst>
      </pc:sldChg>
      <pc:sldChg chg="del">
        <pc:chgData name="Grace PAN" userId="S::gracepan@ibm.com::005e5af3-4512-458e-8280-6559b1d3712f" providerId="AD" clId="Web-{C72916AD-770A-B920-F96C-CC6A2E3B8ACB}" dt="2026-05-07T11:27:29.702" v="9"/>
        <pc:sldMkLst>
          <pc:docMk/>
          <pc:sldMk cId="3166745951" sldId="2147483577"/>
        </pc:sldMkLst>
      </pc:sldChg>
      <pc:sldChg chg="del">
        <pc:chgData name="Grace PAN" userId="S::gracepan@ibm.com::005e5af3-4512-458e-8280-6559b1d3712f" providerId="AD" clId="Web-{C72916AD-770A-B920-F96C-CC6A2E3B8ACB}" dt="2026-05-07T11:27:29.686" v="8"/>
        <pc:sldMkLst>
          <pc:docMk/>
          <pc:sldMk cId="2988737810" sldId="2147483578"/>
        </pc:sldMkLst>
      </pc:sldChg>
      <pc:sldChg chg="del">
        <pc:chgData name="Grace PAN" userId="S::gracepan@ibm.com::005e5af3-4512-458e-8280-6559b1d3712f" providerId="AD" clId="Web-{C72916AD-770A-B920-F96C-CC6A2E3B8ACB}" dt="2026-05-07T11:27:29.748" v="14"/>
        <pc:sldMkLst>
          <pc:docMk/>
          <pc:sldMk cId="210629926" sldId="2147483597"/>
        </pc:sldMkLst>
      </pc:sldChg>
      <pc:sldChg chg="modSp add">
        <pc:chgData name="Grace PAN" userId="S::gracepan@ibm.com::005e5af3-4512-458e-8280-6559b1d3712f" providerId="AD" clId="Web-{C72916AD-770A-B920-F96C-CC6A2E3B8ACB}" dt="2026-05-07T11:27:59.035" v="24"/>
        <pc:sldMkLst>
          <pc:docMk/>
          <pc:sldMk cId="2238726692" sldId="2147483598"/>
        </pc:sldMkLst>
        <pc:graphicFrameChg chg="mod modGraphic">
          <ac:chgData name="Grace PAN" userId="S::gracepan@ibm.com::005e5af3-4512-458e-8280-6559b1d3712f" providerId="AD" clId="Web-{C72916AD-770A-B920-F96C-CC6A2E3B8ACB}" dt="2026-05-07T11:27:59.035" v="24"/>
          <ac:graphicFrameMkLst>
            <pc:docMk/>
            <pc:sldMk cId="2238726692" sldId="2147483598"/>
            <ac:graphicFrameMk id="6" creationId="{00000000-0000-0000-0000-000000000000}"/>
          </ac:graphicFrameMkLst>
        </pc:graphicFrameChg>
      </pc:sldChg>
      <pc:sldChg chg="add">
        <pc:chgData name="Grace PAN" userId="S::gracepan@ibm.com::005e5af3-4512-458e-8280-6559b1d3712f" providerId="AD" clId="Web-{C72916AD-770A-B920-F96C-CC6A2E3B8ACB}" dt="2026-05-07T11:27:14.357" v="2"/>
        <pc:sldMkLst>
          <pc:docMk/>
          <pc:sldMk cId="1442102451" sldId="2147483599"/>
        </pc:sldMkLst>
      </pc:sldChg>
      <pc:sldChg chg="add">
        <pc:chgData name="Grace PAN" userId="S::gracepan@ibm.com::005e5af3-4512-458e-8280-6559b1d3712f" providerId="AD" clId="Web-{C72916AD-770A-B920-F96C-CC6A2E3B8ACB}" dt="2026-05-07T11:27:14.482" v="3"/>
        <pc:sldMkLst>
          <pc:docMk/>
          <pc:sldMk cId="48294565" sldId="2147483600"/>
        </pc:sldMkLst>
      </pc:sldChg>
      <pc:sldChg chg="add">
        <pc:chgData name="Grace PAN" userId="S::gracepan@ibm.com::005e5af3-4512-458e-8280-6559b1d3712f" providerId="AD" clId="Web-{C72916AD-770A-B920-F96C-CC6A2E3B8ACB}" dt="2026-05-07T11:27:14.607" v="4"/>
        <pc:sldMkLst>
          <pc:docMk/>
          <pc:sldMk cId="1885396291" sldId="2147483601"/>
        </pc:sldMkLst>
      </pc:sldChg>
      <pc:sldChg chg="add">
        <pc:chgData name="Grace PAN" userId="S::gracepan@ibm.com::005e5af3-4512-458e-8280-6559b1d3712f" providerId="AD" clId="Web-{C72916AD-770A-B920-F96C-CC6A2E3B8ACB}" dt="2026-05-07T11:27:14.795" v="5"/>
        <pc:sldMkLst>
          <pc:docMk/>
          <pc:sldMk cId="2680480837" sldId="2147483602"/>
        </pc:sldMkLst>
      </pc:sldChg>
      <pc:sldChg chg="add">
        <pc:chgData name="Grace PAN" userId="S::gracepan@ibm.com::005e5af3-4512-458e-8280-6559b1d3712f" providerId="AD" clId="Web-{C72916AD-770A-B920-F96C-CC6A2E3B8ACB}" dt="2026-05-07T11:27:14.920" v="6"/>
        <pc:sldMkLst>
          <pc:docMk/>
          <pc:sldMk cId="3330220572" sldId="2147483603"/>
        </pc:sldMkLst>
      </pc:sldChg>
      <pc:sldChg chg="add">
        <pc:chgData name="Grace PAN" userId="S::gracepan@ibm.com::005e5af3-4512-458e-8280-6559b1d3712f" providerId="AD" clId="Web-{C72916AD-770A-B920-F96C-CC6A2E3B8ACB}" dt="2026-05-07T11:27:15.092" v="7"/>
        <pc:sldMkLst>
          <pc:docMk/>
          <pc:sldMk cId="2147487856" sldId="2147483604"/>
        </pc:sldMkLst>
      </pc:sldChg>
    </pc:docChg>
  </pc:docChgLst>
  <pc:docChgLst>
    <pc:chgData name="Grace PAN" userId="S::gracepan@ibm.com::005e5af3-4512-458e-8280-6559b1d3712f" providerId="AD" clId="Web-{FE2FAA52-69A1-4BB0-864A-DAE613B5AC4D}"/>
    <pc:docChg chg="addSld delSld modSld sldOrd">
      <pc:chgData name="Grace PAN" userId="S::gracepan@ibm.com::005e5af3-4512-458e-8280-6559b1d3712f" providerId="AD" clId="Web-{FE2FAA52-69A1-4BB0-864A-DAE613B5AC4D}" dt="2026-05-07T18:49:04.098" v="3"/>
      <pc:docMkLst>
        <pc:docMk/>
      </pc:docMkLst>
      <pc:sldChg chg="ord">
        <pc:chgData name="Grace PAN" userId="S::gracepan@ibm.com::005e5af3-4512-458e-8280-6559b1d3712f" providerId="AD" clId="Web-{FE2FAA52-69A1-4BB0-864A-DAE613B5AC4D}" dt="2026-05-07T18:49:04.098" v="3"/>
        <pc:sldMkLst>
          <pc:docMk/>
          <pc:sldMk cId="3796818164" sldId="345"/>
        </pc:sldMkLst>
      </pc:sldChg>
      <pc:sldChg chg="del">
        <pc:chgData name="Grace PAN" userId="S::gracepan@ibm.com::005e5af3-4512-458e-8280-6559b1d3712f" providerId="AD" clId="Web-{FE2FAA52-69A1-4BB0-864A-DAE613B5AC4D}" dt="2026-05-07T18:47:38.971" v="1"/>
        <pc:sldMkLst>
          <pc:docMk/>
          <pc:sldMk cId="2541474977" sldId="2147483617"/>
        </pc:sldMkLst>
      </pc:sldChg>
      <pc:sldChg chg="modSp add">
        <pc:chgData name="Grace PAN" userId="S::gracepan@ibm.com::005e5af3-4512-458e-8280-6559b1d3712f" providerId="AD" clId="Web-{FE2FAA52-69A1-4BB0-864A-DAE613B5AC4D}" dt="2026-05-07T18:47:48.143" v="2"/>
        <pc:sldMkLst>
          <pc:docMk/>
          <pc:sldMk cId="608067389" sldId="2147483638"/>
        </pc:sldMkLst>
        <pc:graphicFrameChg chg="modGraphic">
          <ac:chgData name="Grace PAN" userId="S::gracepan@ibm.com::005e5af3-4512-458e-8280-6559b1d3712f" providerId="AD" clId="Web-{FE2FAA52-69A1-4BB0-864A-DAE613B5AC4D}" dt="2026-05-07T18:47:48.143" v="2"/>
          <ac:graphicFrameMkLst>
            <pc:docMk/>
            <pc:sldMk cId="608067389" sldId="2147483638"/>
            <ac:graphicFrameMk id="103" creationId="{781A016C-34CB-3D51-E5B2-BFC17CC38C6B}"/>
          </ac:graphicFrameMkLst>
        </pc:graphicFrameChg>
      </pc:sldChg>
    </pc:docChg>
  </pc:docChgLst>
  <pc:docChgLst>
    <pc:chgData name="Grace PAN" userId="S::gracepan@ibm.com::005e5af3-4512-458e-8280-6559b1d3712f" providerId="AD" clId="Web-{2E0C0042-F71C-A322-1BC8-93124A5B2485}"/>
    <pc:docChg chg="addSld delSld modSld sldOrd">
      <pc:chgData name="Grace PAN" userId="S::gracepan@ibm.com::005e5af3-4512-458e-8280-6559b1d3712f" providerId="AD" clId="Web-{2E0C0042-F71C-A322-1BC8-93124A5B2485}" dt="2026-05-08T09:44:22.280" v="6"/>
      <pc:docMkLst>
        <pc:docMk/>
      </pc:docMkLst>
      <pc:sldChg chg="add">
        <pc:chgData name="Grace PAN" userId="S::gracepan@ibm.com::005e5af3-4512-458e-8280-6559b1d3712f" providerId="AD" clId="Web-{2E0C0042-F71C-A322-1BC8-93124A5B2485}" dt="2026-05-08T09:43:11.808" v="0"/>
        <pc:sldMkLst>
          <pc:docMk/>
          <pc:sldMk cId="914762447" sldId="311"/>
        </pc:sldMkLst>
      </pc:sldChg>
      <pc:sldChg chg="del">
        <pc:chgData name="Grace PAN" userId="S::gracepan@ibm.com::005e5af3-4512-458e-8280-6559b1d3712f" providerId="AD" clId="Web-{2E0C0042-F71C-A322-1BC8-93124A5B2485}" dt="2026-05-08T09:43:38.481" v="4"/>
        <pc:sldMkLst>
          <pc:docMk/>
          <pc:sldMk cId="962920117" sldId="317"/>
        </pc:sldMkLst>
      </pc:sldChg>
      <pc:sldChg chg="del">
        <pc:chgData name="Grace PAN" userId="S::gracepan@ibm.com::005e5af3-4512-458e-8280-6559b1d3712f" providerId="AD" clId="Web-{2E0C0042-F71C-A322-1BC8-93124A5B2485}" dt="2026-05-08T09:43:22.840" v="2"/>
        <pc:sldMkLst>
          <pc:docMk/>
          <pc:sldMk cId="132143060" sldId="318"/>
        </pc:sldMkLst>
      </pc:sldChg>
      <pc:sldChg chg="modSp">
        <pc:chgData name="Grace PAN" userId="S::gracepan@ibm.com::005e5af3-4512-458e-8280-6559b1d3712f" providerId="AD" clId="Web-{2E0C0042-F71C-A322-1BC8-93124A5B2485}" dt="2026-05-08T09:43:47.122" v="5"/>
        <pc:sldMkLst>
          <pc:docMk/>
          <pc:sldMk cId="2115262479" sldId="334"/>
        </pc:sldMkLst>
        <pc:spChg chg="mod">
          <ac:chgData name="Grace PAN" userId="S::gracepan@ibm.com::005e5af3-4512-458e-8280-6559b1d3712f" providerId="AD" clId="Web-{2E0C0042-F71C-A322-1BC8-93124A5B2485}" dt="2026-05-08T09:43:47.122" v="5"/>
          <ac:spMkLst>
            <pc:docMk/>
            <pc:sldMk cId="2115262479" sldId="334"/>
            <ac:spMk id="5" creationId="{46E6A057-E15B-698B-ACD5-CC4DDD4D9429}"/>
          </ac:spMkLst>
        </pc:spChg>
      </pc:sldChg>
      <pc:sldChg chg="add mod ord modShow">
        <pc:chgData name="Grace PAN" userId="S::gracepan@ibm.com::005e5af3-4512-458e-8280-6559b1d3712f" providerId="AD" clId="Web-{2E0C0042-F71C-A322-1BC8-93124A5B2485}" dt="2026-05-08T09:44:22.280" v="6"/>
        <pc:sldMkLst>
          <pc:docMk/>
          <pc:sldMk cId="913352085" sldId="340"/>
        </pc:sldMkLst>
      </pc:sldChg>
    </pc:docChg>
  </pc:docChgLst>
  <pc:docChgLst>
    <pc:chgData name="Grace PAN" userId="S::gracepan@ibm.com::005e5af3-4512-458e-8280-6559b1d3712f" providerId="AD" clId="Web-{7715A92B-F59E-D802-C537-F736FFE38227}"/>
    <pc:docChg chg="addSld delSld">
      <pc:chgData name="Grace PAN" userId="S::gracepan@ibm.com::005e5af3-4512-458e-8280-6559b1d3712f" providerId="AD" clId="Web-{7715A92B-F59E-D802-C537-F736FFE38227}" dt="2026-05-07T01:47:08.785" v="15"/>
      <pc:docMkLst>
        <pc:docMk/>
      </pc:docMkLst>
      <pc:sldChg chg="del">
        <pc:chgData name="Grace PAN" userId="S::gracepan@ibm.com::005e5af3-4512-458e-8280-6559b1d3712f" providerId="AD" clId="Web-{7715A92B-F59E-D802-C537-F736FFE38227}" dt="2026-05-07T01:47:08.785" v="15"/>
        <pc:sldMkLst>
          <pc:docMk/>
          <pc:sldMk cId="0" sldId="2147482941"/>
        </pc:sldMkLst>
      </pc:sldChg>
      <pc:sldChg chg="del">
        <pc:chgData name="Grace PAN" userId="S::gracepan@ibm.com::005e5af3-4512-458e-8280-6559b1d3712f" providerId="AD" clId="Web-{7715A92B-F59E-D802-C537-F736FFE38227}" dt="2026-05-07T01:47:08.769" v="14"/>
        <pc:sldMkLst>
          <pc:docMk/>
          <pc:sldMk cId="0" sldId="2147482942"/>
        </pc:sldMkLst>
      </pc:sldChg>
      <pc:sldChg chg="del">
        <pc:chgData name="Grace PAN" userId="S::gracepan@ibm.com::005e5af3-4512-458e-8280-6559b1d3712f" providerId="AD" clId="Web-{7715A92B-F59E-D802-C537-F736FFE38227}" dt="2026-05-07T01:47:08.738" v="13"/>
        <pc:sldMkLst>
          <pc:docMk/>
          <pc:sldMk cId="0" sldId="2147482943"/>
        </pc:sldMkLst>
      </pc:sldChg>
      <pc:sldChg chg="del">
        <pc:chgData name="Grace PAN" userId="S::gracepan@ibm.com::005e5af3-4512-458e-8280-6559b1d3712f" providerId="AD" clId="Web-{7715A92B-F59E-D802-C537-F736FFE38227}" dt="2026-05-07T01:47:08.738" v="12"/>
        <pc:sldMkLst>
          <pc:docMk/>
          <pc:sldMk cId="0" sldId="2147482944"/>
        </pc:sldMkLst>
      </pc:sldChg>
      <pc:sldChg chg="del">
        <pc:chgData name="Grace PAN" userId="S::gracepan@ibm.com::005e5af3-4512-458e-8280-6559b1d3712f" providerId="AD" clId="Web-{7715A92B-F59E-D802-C537-F736FFE38227}" dt="2026-05-07T01:47:08.722" v="11"/>
        <pc:sldMkLst>
          <pc:docMk/>
          <pc:sldMk cId="0" sldId="2147482945"/>
        </pc:sldMkLst>
      </pc:sldChg>
      <pc:sldChg chg="del">
        <pc:chgData name="Grace PAN" userId="S::gracepan@ibm.com::005e5af3-4512-458e-8280-6559b1d3712f" providerId="AD" clId="Web-{7715A92B-F59E-D802-C537-F736FFE38227}" dt="2026-05-07T01:47:08.722" v="10"/>
        <pc:sldMkLst>
          <pc:docMk/>
          <pc:sldMk cId="0" sldId="2147482946"/>
        </pc:sldMkLst>
      </pc:sldChg>
      <pc:sldChg chg="del">
        <pc:chgData name="Grace PAN" userId="S::gracepan@ibm.com::005e5af3-4512-458e-8280-6559b1d3712f" providerId="AD" clId="Web-{7715A92B-F59E-D802-C537-F736FFE38227}" dt="2026-05-07T01:47:08.706" v="9"/>
        <pc:sldMkLst>
          <pc:docMk/>
          <pc:sldMk cId="0" sldId="2147482947"/>
        </pc:sldMkLst>
      </pc:sldChg>
      <pc:sldChg chg="del">
        <pc:chgData name="Grace PAN" userId="S::gracepan@ibm.com::005e5af3-4512-458e-8280-6559b1d3712f" providerId="AD" clId="Web-{7715A92B-F59E-D802-C537-F736FFE38227}" dt="2026-05-07T01:47:08.691" v="8"/>
        <pc:sldMkLst>
          <pc:docMk/>
          <pc:sldMk cId="0" sldId="2147482948"/>
        </pc:sldMkLst>
      </pc:sldChg>
      <pc:sldChg chg="add">
        <pc:chgData name="Grace PAN" userId="S::gracepan@ibm.com::005e5af3-4512-458e-8280-6559b1d3712f" providerId="AD" clId="Web-{7715A92B-F59E-D802-C537-F736FFE38227}" dt="2026-05-07T01:46:39.112" v="0"/>
        <pc:sldMkLst>
          <pc:docMk/>
          <pc:sldMk cId="2395624982" sldId="2147483571"/>
        </pc:sldMkLst>
      </pc:sldChg>
      <pc:sldChg chg="add">
        <pc:chgData name="Grace PAN" userId="S::gracepan@ibm.com::005e5af3-4512-458e-8280-6559b1d3712f" providerId="AD" clId="Web-{7715A92B-F59E-D802-C537-F736FFE38227}" dt="2026-05-07T01:46:39.377" v="1"/>
        <pc:sldMkLst>
          <pc:docMk/>
          <pc:sldMk cId="3295449038" sldId="2147483572"/>
        </pc:sldMkLst>
      </pc:sldChg>
      <pc:sldChg chg="add">
        <pc:chgData name="Grace PAN" userId="S::gracepan@ibm.com::005e5af3-4512-458e-8280-6559b1d3712f" providerId="AD" clId="Web-{7715A92B-F59E-D802-C537-F736FFE38227}" dt="2026-05-07T01:46:39.471" v="2"/>
        <pc:sldMkLst>
          <pc:docMk/>
          <pc:sldMk cId="300054066" sldId="2147483573"/>
        </pc:sldMkLst>
      </pc:sldChg>
      <pc:sldChg chg="add">
        <pc:chgData name="Grace PAN" userId="S::gracepan@ibm.com::005e5af3-4512-458e-8280-6559b1d3712f" providerId="AD" clId="Web-{7715A92B-F59E-D802-C537-F736FFE38227}" dt="2026-05-07T01:46:39.643" v="3"/>
        <pc:sldMkLst>
          <pc:docMk/>
          <pc:sldMk cId="2101380329" sldId="2147483574"/>
        </pc:sldMkLst>
      </pc:sldChg>
      <pc:sldChg chg="add">
        <pc:chgData name="Grace PAN" userId="S::gracepan@ibm.com::005e5af3-4512-458e-8280-6559b1d3712f" providerId="AD" clId="Web-{7715A92B-F59E-D802-C537-F736FFE38227}" dt="2026-05-07T01:46:39.784" v="4"/>
        <pc:sldMkLst>
          <pc:docMk/>
          <pc:sldMk cId="3392193838" sldId="2147483575"/>
        </pc:sldMkLst>
      </pc:sldChg>
      <pc:sldChg chg="add">
        <pc:chgData name="Grace PAN" userId="S::gracepan@ibm.com::005e5af3-4512-458e-8280-6559b1d3712f" providerId="AD" clId="Web-{7715A92B-F59E-D802-C537-F736FFE38227}" dt="2026-05-07T01:46:40.034" v="5"/>
        <pc:sldMkLst>
          <pc:docMk/>
          <pc:sldMk cId="2882641123" sldId="2147483576"/>
        </pc:sldMkLst>
      </pc:sldChg>
      <pc:sldChg chg="add">
        <pc:chgData name="Grace PAN" userId="S::gracepan@ibm.com::005e5af3-4512-458e-8280-6559b1d3712f" providerId="AD" clId="Web-{7715A92B-F59E-D802-C537-F736FFE38227}" dt="2026-05-07T01:46:40.206" v="6"/>
        <pc:sldMkLst>
          <pc:docMk/>
          <pc:sldMk cId="3166745951" sldId="2147483577"/>
        </pc:sldMkLst>
      </pc:sldChg>
      <pc:sldChg chg="add">
        <pc:chgData name="Grace PAN" userId="S::gracepan@ibm.com::005e5af3-4512-458e-8280-6559b1d3712f" providerId="AD" clId="Web-{7715A92B-F59E-D802-C537-F736FFE38227}" dt="2026-05-07T01:46:40.409" v="7"/>
        <pc:sldMkLst>
          <pc:docMk/>
          <pc:sldMk cId="2988737810" sldId="2147483578"/>
        </pc:sldMkLst>
      </pc:sldChg>
    </pc:docChg>
  </pc:docChgLst>
  <pc:docChgLst>
    <pc:chgData name="Victor Aumaitre" userId="S::victor.aumaitre@ibm.com::379d7840-47ba-428f-9f95-660059feb219" providerId="AD" clId="Web-{22B7E43D-EE75-F9E4-354F-CF6C0A5F5D02}"/>
    <pc:docChg chg="modSld">
      <pc:chgData name="Victor Aumaitre" userId="S::victor.aumaitre@ibm.com::379d7840-47ba-428f-9f95-660059feb219" providerId="AD" clId="Web-{22B7E43D-EE75-F9E4-354F-CF6C0A5F5D02}" dt="2026-05-08T10:55:18.634" v="7" actId="20577"/>
      <pc:docMkLst>
        <pc:docMk/>
      </pc:docMkLst>
      <pc:sldChg chg="modSp">
        <pc:chgData name="Victor Aumaitre" userId="S::victor.aumaitre@ibm.com::379d7840-47ba-428f-9f95-660059feb219" providerId="AD" clId="Web-{22B7E43D-EE75-F9E4-354F-CF6C0A5F5D02}" dt="2026-05-08T10:54:23.197" v="1" actId="20577"/>
        <pc:sldMkLst>
          <pc:docMk/>
          <pc:sldMk cId="1988508487" sldId="258"/>
        </pc:sldMkLst>
        <pc:spChg chg="mod">
          <ac:chgData name="Victor Aumaitre" userId="S::victor.aumaitre@ibm.com::379d7840-47ba-428f-9f95-660059feb219" providerId="AD" clId="Web-{22B7E43D-EE75-F9E4-354F-CF6C0A5F5D02}" dt="2026-05-08T10:54:23.197" v="1" actId="20577"/>
          <ac:spMkLst>
            <pc:docMk/>
            <pc:sldMk cId="1988508487" sldId="258"/>
            <ac:spMk id="10" creationId="{C5CBBFD5-FA2D-69B7-83EB-6B2A591A688E}"/>
          </ac:spMkLst>
        </pc:spChg>
      </pc:sldChg>
      <pc:sldChg chg="modSp">
        <pc:chgData name="Victor Aumaitre" userId="S::victor.aumaitre@ibm.com::379d7840-47ba-428f-9f95-660059feb219" providerId="AD" clId="Web-{22B7E43D-EE75-F9E4-354F-CF6C0A5F5D02}" dt="2026-05-08T10:53:54.275" v="0" actId="20577"/>
        <pc:sldMkLst>
          <pc:docMk/>
          <pc:sldMk cId="778504798" sldId="265"/>
        </pc:sldMkLst>
        <pc:spChg chg="mod">
          <ac:chgData name="Victor Aumaitre" userId="S::victor.aumaitre@ibm.com::379d7840-47ba-428f-9f95-660059feb219" providerId="AD" clId="Web-{22B7E43D-EE75-F9E4-354F-CF6C0A5F5D02}" dt="2026-05-08T10:53:54.275" v="0" actId="20577"/>
          <ac:spMkLst>
            <pc:docMk/>
            <pc:sldMk cId="778504798" sldId="265"/>
            <ac:spMk id="10" creationId="{C5851B19-6BC5-977C-6FC8-E3B45F26340A}"/>
          </ac:spMkLst>
        </pc:spChg>
      </pc:sldChg>
      <pc:sldChg chg="modSp">
        <pc:chgData name="Victor Aumaitre" userId="S::victor.aumaitre@ibm.com::379d7840-47ba-428f-9f95-660059feb219" providerId="AD" clId="Web-{22B7E43D-EE75-F9E4-354F-CF6C0A5F5D02}" dt="2026-05-08T10:55:18.634" v="7" actId="20577"/>
        <pc:sldMkLst>
          <pc:docMk/>
          <pc:sldMk cId="662826395" sldId="312"/>
        </pc:sldMkLst>
        <pc:spChg chg="mod">
          <ac:chgData name="Victor Aumaitre" userId="S::victor.aumaitre@ibm.com::379d7840-47ba-428f-9f95-660059feb219" providerId="AD" clId="Web-{22B7E43D-EE75-F9E4-354F-CF6C0A5F5D02}" dt="2026-05-08T10:55:18.634" v="7" actId="20577"/>
          <ac:spMkLst>
            <pc:docMk/>
            <pc:sldMk cId="662826395" sldId="312"/>
            <ac:spMk id="28" creationId="{DF202431-60D8-191E-DDE4-A60437455A0F}"/>
          </ac:spMkLst>
        </pc:spChg>
      </pc:sldChg>
    </pc:docChg>
  </pc:docChgLst>
  <pc:docChgLst>
    <pc:chgData name="Grace PAN" userId="S::gracepan@ibm.com::005e5af3-4512-458e-8280-6559b1d3712f" providerId="AD" clId="Web-{7E2177DC-C313-2395-C2EF-86281C693883}"/>
    <pc:docChg chg="addSld delSld modSld">
      <pc:chgData name="Grace PAN" userId="S::gracepan@ibm.com::005e5af3-4512-458e-8280-6559b1d3712f" providerId="AD" clId="Web-{7E2177DC-C313-2395-C2EF-86281C693883}" dt="2026-05-08T11:51:54.209" v="27"/>
      <pc:docMkLst>
        <pc:docMk/>
      </pc:docMkLst>
      <pc:sldChg chg="addSp delSp modSp add del">
        <pc:chgData name="Grace PAN" userId="S::gracepan@ibm.com::005e5af3-4512-458e-8280-6559b1d3712f" providerId="AD" clId="Web-{7E2177DC-C313-2395-C2EF-86281C693883}" dt="2026-05-08T11:51:20.334" v="20"/>
        <pc:sldMkLst>
          <pc:docMk/>
          <pc:sldMk cId="1988508487" sldId="258"/>
        </pc:sldMkLst>
        <pc:spChg chg="del mod">
          <ac:chgData name="Grace PAN" userId="S::gracepan@ibm.com::005e5af3-4512-458e-8280-6559b1d3712f" providerId="AD" clId="Web-{7E2177DC-C313-2395-C2EF-86281C693883}" dt="2026-05-08T11:51:20.334" v="20"/>
          <ac:spMkLst>
            <pc:docMk/>
            <pc:sldMk cId="1988508487" sldId="258"/>
            <ac:spMk id="6" creationId="{D912F53C-EF19-DBE3-EEC4-992310960023}"/>
          </ac:spMkLst>
        </pc:spChg>
        <pc:graphicFrameChg chg="add">
          <ac:chgData name="Grace PAN" userId="S::gracepan@ibm.com::005e5af3-4512-458e-8280-6559b1d3712f" providerId="AD" clId="Web-{7E2177DC-C313-2395-C2EF-86281C693883}" dt="2026-05-08T11:51:15.068" v="18"/>
          <ac:graphicFrameMkLst>
            <pc:docMk/>
            <pc:sldMk cId="1988508487" sldId="258"/>
            <ac:graphicFrameMk id="3" creationId="{DD1D9A89-FCE4-C09E-5F6F-E074D3868DE6}"/>
          </ac:graphicFrameMkLst>
        </pc:graphicFrameChg>
        <pc:graphicFrameChg chg="del">
          <ac:chgData name="Grace PAN" userId="S::gracepan@ibm.com::005e5af3-4512-458e-8280-6559b1d3712f" providerId="AD" clId="Web-{7E2177DC-C313-2395-C2EF-86281C693883}" dt="2026-05-08T11:51:06.084" v="15"/>
          <ac:graphicFrameMkLst>
            <pc:docMk/>
            <pc:sldMk cId="1988508487" sldId="258"/>
            <ac:graphicFrameMk id="12" creationId="{1EF25A33-D4EB-CAF5-E6D3-025B81399F77}"/>
          </ac:graphicFrameMkLst>
        </pc:graphicFrameChg>
      </pc:sldChg>
      <pc:sldChg chg="addSp delSp add del">
        <pc:chgData name="Grace PAN" userId="S::gracepan@ibm.com::005e5af3-4512-458e-8280-6559b1d3712f" providerId="AD" clId="Web-{7E2177DC-C313-2395-C2EF-86281C693883}" dt="2026-05-08T11:50:44.771" v="13"/>
        <pc:sldMkLst>
          <pc:docMk/>
          <pc:sldMk cId="778504798" sldId="265"/>
        </pc:sldMkLst>
        <pc:graphicFrameChg chg="del">
          <ac:chgData name="Grace PAN" userId="S::gracepan@ibm.com::005e5af3-4512-458e-8280-6559b1d3712f" providerId="AD" clId="Web-{7E2177DC-C313-2395-C2EF-86281C693883}" dt="2026-05-08T11:50:43.693" v="12"/>
          <ac:graphicFrameMkLst>
            <pc:docMk/>
            <pc:sldMk cId="778504798" sldId="265"/>
            <ac:graphicFrameMk id="3" creationId="{D8F4C4C4-2F48-E0C7-118D-31760F67D181}"/>
          </ac:graphicFrameMkLst>
        </pc:graphicFrameChg>
        <pc:graphicFrameChg chg="add">
          <ac:chgData name="Grace PAN" userId="S::gracepan@ibm.com::005e5af3-4512-458e-8280-6559b1d3712f" providerId="AD" clId="Web-{7E2177DC-C313-2395-C2EF-86281C693883}" dt="2026-05-08T11:50:44.771" v="13"/>
          <ac:graphicFrameMkLst>
            <pc:docMk/>
            <pc:sldMk cId="778504798" sldId="265"/>
            <ac:graphicFrameMk id="4" creationId="{092B75D7-A4D9-80AE-6A9B-7A89C677B365}"/>
          </ac:graphicFrameMkLst>
        </pc:graphicFrameChg>
      </pc:sldChg>
      <pc:sldChg chg="addSp delSp add del">
        <pc:chgData name="Grace PAN" userId="S::gracepan@ibm.com::005e5af3-4512-458e-8280-6559b1d3712f" providerId="AD" clId="Web-{7E2177DC-C313-2395-C2EF-86281C693883}" dt="2026-05-08T11:51:35.725" v="23"/>
        <pc:sldMkLst>
          <pc:docMk/>
          <pc:sldMk cId="662826395" sldId="312"/>
        </pc:sldMkLst>
        <pc:graphicFrameChg chg="add">
          <ac:chgData name="Grace PAN" userId="S::gracepan@ibm.com::005e5af3-4512-458e-8280-6559b1d3712f" providerId="AD" clId="Web-{7E2177DC-C313-2395-C2EF-86281C693883}" dt="2026-05-08T11:51:35.725" v="23"/>
          <ac:graphicFrameMkLst>
            <pc:docMk/>
            <pc:sldMk cId="662826395" sldId="312"/>
            <ac:graphicFrameMk id="3" creationId="{FB94D551-F9FA-5275-4B2A-C12926AA30FB}"/>
          </ac:graphicFrameMkLst>
        </pc:graphicFrameChg>
        <pc:graphicFrameChg chg="del">
          <ac:chgData name="Grace PAN" userId="S::gracepan@ibm.com::005e5af3-4512-458e-8280-6559b1d3712f" providerId="AD" clId="Web-{7E2177DC-C313-2395-C2EF-86281C693883}" dt="2026-05-08T11:51:34.631" v="22"/>
          <ac:graphicFrameMkLst>
            <pc:docMk/>
            <pc:sldMk cId="662826395" sldId="312"/>
            <ac:graphicFrameMk id="8" creationId="{260031C3-3801-3ED4-DB12-FD0A98005749}"/>
          </ac:graphicFrameMkLst>
        </pc:graphicFrameChg>
      </pc:sldChg>
      <pc:sldChg chg="addSp delSp add del">
        <pc:chgData name="Grace PAN" userId="S::gracepan@ibm.com::005e5af3-4512-458e-8280-6559b1d3712f" providerId="AD" clId="Web-{7E2177DC-C313-2395-C2EF-86281C693883}" dt="2026-05-08T11:51:50.740" v="26"/>
        <pc:sldMkLst>
          <pc:docMk/>
          <pc:sldMk cId="4237397664" sldId="316"/>
        </pc:sldMkLst>
        <pc:graphicFrameChg chg="add">
          <ac:chgData name="Grace PAN" userId="S::gracepan@ibm.com::005e5af3-4512-458e-8280-6559b1d3712f" providerId="AD" clId="Web-{7E2177DC-C313-2395-C2EF-86281C693883}" dt="2026-05-08T11:51:50.740" v="26"/>
          <ac:graphicFrameMkLst>
            <pc:docMk/>
            <pc:sldMk cId="4237397664" sldId="316"/>
            <ac:graphicFrameMk id="3" creationId="{6CE43B0F-F90A-6611-138C-577FBF44E7C8}"/>
          </ac:graphicFrameMkLst>
        </pc:graphicFrameChg>
        <pc:graphicFrameChg chg="del">
          <ac:chgData name="Grace PAN" userId="S::gracepan@ibm.com::005e5af3-4512-458e-8280-6559b1d3712f" providerId="AD" clId="Web-{7E2177DC-C313-2395-C2EF-86281C693883}" dt="2026-05-08T11:51:46.522" v="25"/>
          <ac:graphicFrameMkLst>
            <pc:docMk/>
            <pc:sldMk cId="4237397664" sldId="316"/>
            <ac:graphicFrameMk id="4" creationId="{D37458C1-904F-55C1-62F1-0E58BAC005B4}"/>
          </ac:graphicFrameMkLst>
        </pc:graphicFrameChg>
      </pc:sldChg>
      <pc:sldChg chg="add del">
        <pc:chgData name="Grace PAN" userId="S::gracepan@ibm.com::005e5af3-4512-458e-8280-6559b1d3712f" providerId="AD" clId="Web-{7E2177DC-C313-2395-C2EF-86281C693883}" dt="2026-05-08T11:50:47.568" v="14"/>
        <pc:sldMkLst>
          <pc:docMk/>
          <pc:sldMk cId="4271031011" sldId="318"/>
        </pc:sldMkLst>
      </pc:sldChg>
      <pc:sldChg chg="add del">
        <pc:chgData name="Grace PAN" userId="S::gracepan@ibm.com::005e5af3-4512-458e-8280-6559b1d3712f" providerId="AD" clId="Web-{7E2177DC-C313-2395-C2EF-86281C693883}" dt="2026-05-08T11:51:24.615" v="21"/>
        <pc:sldMkLst>
          <pc:docMk/>
          <pc:sldMk cId="2461378852" sldId="332"/>
        </pc:sldMkLst>
      </pc:sldChg>
      <pc:sldChg chg="add del">
        <pc:chgData name="Grace PAN" userId="S::gracepan@ibm.com::005e5af3-4512-458e-8280-6559b1d3712f" providerId="AD" clId="Web-{7E2177DC-C313-2395-C2EF-86281C693883}" dt="2026-05-08T11:51:39.568" v="24"/>
        <pc:sldMkLst>
          <pc:docMk/>
          <pc:sldMk cId="2470013162" sldId="341"/>
        </pc:sldMkLst>
      </pc:sldChg>
      <pc:sldChg chg="add del">
        <pc:chgData name="Grace PAN" userId="S::gracepan@ibm.com::005e5af3-4512-458e-8280-6559b1d3712f" providerId="AD" clId="Web-{7E2177DC-C313-2395-C2EF-86281C693883}" dt="2026-05-08T11:51:54.209" v="27"/>
        <pc:sldMkLst>
          <pc:docMk/>
          <pc:sldMk cId="3659758903" sldId="347"/>
        </pc:sldMkLst>
      </pc:sldChg>
    </pc:docChg>
  </pc:docChgLst>
  <pc:docChgLst>
    <pc:chgData name="Grace PAN" userId="S::gracepan@ibm.com::005e5af3-4512-458e-8280-6559b1d3712f" providerId="AD" clId="Web-{F93B8B51-FD4B-207E-99F5-0BFCD08E324A}"/>
    <pc:docChg chg="addSld delSld modSld">
      <pc:chgData name="Grace PAN" userId="S::gracepan@ibm.com::005e5af3-4512-458e-8280-6559b1d3712f" providerId="AD" clId="Web-{F93B8B51-FD4B-207E-99F5-0BFCD08E324A}" dt="2026-05-07T18:40:47.797" v="35"/>
      <pc:docMkLst>
        <pc:docMk/>
      </pc:docMkLst>
      <pc:sldChg chg="del">
        <pc:chgData name="Grace PAN" userId="S::gracepan@ibm.com::005e5af3-4512-458e-8280-6559b1d3712f" providerId="AD" clId="Web-{F93B8B51-FD4B-207E-99F5-0BFCD08E324A}" dt="2026-05-07T18:40:03.357" v="26"/>
        <pc:sldMkLst>
          <pc:docMk/>
          <pc:sldMk cId="803930999" sldId="2147482949"/>
        </pc:sldMkLst>
      </pc:sldChg>
      <pc:sldChg chg="add">
        <pc:chgData name="Grace PAN" userId="S::gracepan@ibm.com::005e5af3-4512-458e-8280-6559b1d3712f" providerId="AD" clId="Web-{F93B8B51-FD4B-207E-99F5-0BFCD08E324A}" dt="2026-05-07T18:38:18.012" v="0"/>
        <pc:sldMkLst>
          <pc:docMk/>
          <pc:sldMk cId="171429725" sldId="2147482952"/>
        </pc:sldMkLst>
      </pc:sldChg>
      <pc:sldChg chg="del">
        <pc:chgData name="Grace PAN" userId="S::gracepan@ibm.com::005e5af3-4512-458e-8280-6559b1d3712f" providerId="AD" clId="Web-{F93B8B51-FD4B-207E-99F5-0BFCD08E324A}" dt="2026-05-07T18:40:12.874" v="27"/>
        <pc:sldMkLst>
          <pc:docMk/>
          <pc:sldMk cId="1003618310" sldId="2147483568"/>
        </pc:sldMkLst>
      </pc:sldChg>
      <pc:sldChg chg="mod modShow">
        <pc:chgData name="Grace PAN" userId="S::gracepan@ibm.com::005e5af3-4512-458e-8280-6559b1d3712f" providerId="AD" clId="Web-{F93B8B51-FD4B-207E-99F5-0BFCD08E324A}" dt="2026-05-07T18:40:19.155" v="28"/>
        <pc:sldMkLst>
          <pc:docMk/>
          <pc:sldMk cId="2748001692" sldId="2147483570"/>
        </pc:sldMkLst>
      </pc:sldChg>
      <pc:sldChg chg="add">
        <pc:chgData name="Grace PAN" userId="S::gracepan@ibm.com::005e5af3-4512-458e-8280-6559b1d3712f" providerId="AD" clId="Web-{F93B8B51-FD4B-207E-99F5-0BFCD08E324A}" dt="2026-05-07T18:39:35.762" v="24"/>
        <pc:sldMkLst>
          <pc:docMk/>
          <pc:sldMk cId="1484708536" sldId="2147483578"/>
        </pc:sldMkLst>
      </pc:sldChg>
      <pc:sldChg chg="del">
        <pc:chgData name="Grace PAN" userId="S::gracepan@ibm.com::005e5af3-4512-458e-8280-6559b1d3712f" providerId="AD" clId="Web-{F93B8B51-FD4B-207E-99F5-0BFCD08E324A}" dt="2026-05-07T18:40:38.249" v="34"/>
        <pc:sldMkLst>
          <pc:docMk/>
          <pc:sldMk cId="2208713050" sldId="2147483579"/>
        </pc:sldMkLst>
      </pc:sldChg>
      <pc:sldChg chg="del">
        <pc:chgData name="Grace PAN" userId="S::gracepan@ibm.com::005e5af3-4512-458e-8280-6559b1d3712f" providerId="AD" clId="Web-{F93B8B51-FD4B-207E-99F5-0BFCD08E324A}" dt="2026-05-07T18:40:38.234" v="33"/>
        <pc:sldMkLst>
          <pc:docMk/>
          <pc:sldMk cId="2848924223" sldId="2147483580"/>
        </pc:sldMkLst>
      </pc:sldChg>
      <pc:sldChg chg="del">
        <pc:chgData name="Grace PAN" userId="S::gracepan@ibm.com::005e5af3-4512-458e-8280-6559b1d3712f" providerId="AD" clId="Web-{F93B8B51-FD4B-207E-99F5-0BFCD08E324A}" dt="2026-05-07T18:40:38.218" v="32"/>
        <pc:sldMkLst>
          <pc:docMk/>
          <pc:sldMk cId="3617659425" sldId="2147483581"/>
        </pc:sldMkLst>
      </pc:sldChg>
      <pc:sldChg chg="del">
        <pc:chgData name="Grace PAN" userId="S::gracepan@ibm.com::005e5af3-4512-458e-8280-6559b1d3712f" providerId="AD" clId="Web-{F93B8B51-FD4B-207E-99F5-0BFCD08E324A}" dt="2026-05-07T18:40:38.203" v="31"/>
        <pc:sldMkLst>
          <pc:docMk/>
          <pc:sldMk cId="32021079" sldId="2147483582"/>
        </pc:sldMkLst>
      </pc:sldChg>
      <pc:sldChg chg="del">
        <pc:chgData name="Grace PAN" userId="S::gracepan@ibm.com::005e5af3-4512-458e-8280-6559b1d3712f" providerId="AD" clId="Web-{F93B8B51-FD4B-207E-99F5-0BFCD08E324A}" dt="2026-05-07T18:40:38.203" v="30"/>
        <pc:sldMkLst>
          <pc:docMk/>
          <pc:sldMk cId="2564077903" sldId="2147483583"/>
        </pc:sldMkLst>
      </pc:sldChg>
      <pc:sldChg chg="del">
        <pc:chgData name="Grace PAN" userId="S::gracepan@ibm.com::005e5af3-4512-458e-8280-6559b1d3712f" providerId="AD" clId="Web-{F93B8B51-FD4B-207E-99F5-0BFCD08E324A}" dt="2026-05-07T18:40:38.187" v="29"/>
        <pc:sldMkLst>
          <pc:docMk/>
          <pc:sldMk cId="2769757253" sldId="2147483584"/>
        </pc:sldMkLst>
      </pc:sldChg>
      <pc:sldChg chg="mod modShow">
        <pc:chgData name="Grace PAN" userId="S::gracepan@ibm.com::005e5af3-4512-458e-8280-6559b1d3712f" providerId="AD" clId="Web-{F93B8B51-FD4B-207E-99F5-0BFCD08E324A}" dt="2026-05-07T18:40:47.797" v="35"/>
        <pc:sldMkLst>
          <pc:docMk/>
          <pc:sldMk cId="120605507" sldId="2147483585"/>
        </pc:sldMkLst>
      </pc:sldChg>
      <pc:sldChg chg="mod modShow">
        <pc:chgData name="Grace PAN" userId="S::gracepan@ibm.com::005e5af3-4512-458e-8280-6559b1d3712f" providerId="AD" clId="Web-{F93B8B51-FD4B-207E-99F5-0BFCD08E324A}" dt="2026-05-07T18:38:34.340" v="2"/>
        <pc:sldMkLst>
          <pc:docMk/>
          <pc:sldMk cId="1529231054" sldId="2147483586"/>
        </pc:sldMkLst>
      </pc:sldChg>
      <pc:sldChg chg="del">
        <pc:chgData name="Grace PAN" userId="S::gracepan@ibm.com::005e5af3-4512-458e-8280-6559b1d3712f" providerId="AD" clId="Web-{F93B8B51-FD4B-207E-99F5-0BFCD08E324A}" dt="2026-05-07T18:38:35.903" v="3"/>
        <pc:sldMkLst>
          <pc:docMk/>
          <pc:sldMk cId="536586633" sldId="2147483587"/>
        </pc:sldMkLst>
      </pc:sldChg>
      <pc:sldChg chg="del">
        <pc:chgData name="Grace PAN" userId="S::gracepan@ibm.com::005e5af3-4512-458e-8280-6559b1d3712f" providerId="AD" clId="Web-{F93B8B51-FD4B-207E-99F5-0BFCD08E324A}" dt="2026-05-07T18:40:00.091" v="25"/>
        <pc:sldMkLst>
          <pc:docMk/>
          <pc:sldMk cId="2619733745" sldId="2147483588"/>
        </pc:sldMkLst>
      </pc:sldChg>
      <pc:sldChg chg="add">
        <pc:chgData name="Grace PAN" userId="S::gracepan@ibm.com::005e5af3-4512-458e-8280-6559b1d3712f" providerId="AD" clId="Web-{F93B8B51-FD4B-207E-99F5-0BFCD08E324A}" dt="2026-05-07T18:39:32.153" v="7"/>
        <pc:sldMkLst>
          <pc:docMk/>
          <pc:sldMk cId="2517799750" sldId="2147483607"/>
        </pc:sldMkLst>
      </pc:sldChg>
      <pc:sldChg chg="add">
        <pc:chgData name="Grace PAN" userId="S::gracepan@ibm.com::005e5af3-4512-458e-8280-6559b1d3712f" providerId="AD" clId="Web-{F93B8B51-FD4B-207E-99F5-0BFCD08E324A}" dt="2026-05-07T18:39:32.372" v="8"/>
        <pc:sldMkLst>
          <pc:docMk/>
          <pc:sldMk cId="3289573253" sldId="2147483608"/>
        </pc:sldMkLst>
      </pc:sldChg>
      <pc:sldChg chg="add">
        <pc:chgData name="Grace PAN" userId="S::gracepan@ibm.com::005e5af3-4512-458e-8280-6559b1d3712f" providerId="AD" clId="Web-{F93B8B51-FD4B-207E-99F5-0BFCD08E324A}" dt="2026-05-07T18:39:32.606" v="9"/>
        <pc:sldMkLst>
          <pc:docMk/>
          <pc:sldMk cId="4145923774" sldId="2147483609"/>
        </pc:sldMkLst>
      </pc:sldChg>
      <pc:sldChg chg="add">
        <pc:chgData name="Grace PAN" userId="S::gracepan@ibm.com::005e5af3-4512-458e-8280-6559b1d3712f" providerId="AD" clId="Web-{F93B8B51-FD4B-207E-99F5-0BFCD08E324A}" dt="2026-05-07T18:39:32.825" v="10"/>
        <pc:sldMkLst>
          <pc:docMk/>
          <pc:sldMk cId="1430034805" sldId="2147483610"/>
        </pc:sldMkLst>
      </pc:sldChg>
      <pc:sldChg chg="add">
        <pc:chgData name="Grace PAN" userId="S::gracepan@ibm.com::005e5af3-4512-458e-8280-6559b1d3712f" providerId="AD" clId="Web-{F93B8B51-FD4B-207E-99F5-0BFCD08E324A}" dt="2026-05-07T18:38:18.340" v="1"/>
        <pc:sldMkLst>
          <pc:docMk/>
          <pc:sldMk cId="2541474977" sldId="2147483617"/>
        </pc:sldMkLst>
      </pc:sldChg>
      <pc:sldChg chg="add">
        <pc:chgData name="Grace PAN" userId="S::gracepan@ibm.com::005e5af3-4512-458e-8280-6559b1d3712f" providerId="AD" clId="Web-{F93B8B51-FD4B-207E-99F5-0BFCD08E324A}" dt="2026-05-07T18:39:31.403" v="4"/>
        <pc:sldMkLst>
          <pc:docMk/>
          <pc:sldMk cId="2034701148" sldId="2147483618"/>
        </pc:sldMkLst>
      </pc:sldChg>
      <pc:sldChg chg="add">
        <pc:chgData name="Grace PAN" userId="S::gracepan@ibm.com::005e5af3-4512-458e-8280-6559b1d3712f" providerId="AD" clId="Web-{F93B8B51-FD4B-207E-99F5-0BFCD08E324A}" dt="2026-05-07T18:39:33.637" v="14"/>
        <pc:sldMkLst>
          <pc:docMk/>
          <pc:sldMk cId="3163863379" sldId="2147483619"/>
        </pc:sldMkLst>
      </pc:sldChg>
      <pc:sldChg chg="add">
        <pc:chgData name="Grace PAN" userId="S::gracepan@ibm.com::005e5af3-4512-458e-8280-6559b1d3712f" providerId="AD" clId="Web-{F93B8B51-FD4B-207E-99F5-0BFCD08E324A}" dt="2026-05-07T18:39:34.294" v="17"/>
        <pc:sldMkLst>
          <pc:docMk/>
          <pc:sldMk cId="3924008080" sldId="2147483624"/>
        </pc:sldMkLst>
      </pc:sldChg>
      <pc:sldChg chg="add">
        <pc:chgData name="Grace PAN" userId="S::gracepan@ibm.com::005e5af3-4512-458e-8280-6559b1d3712f" providerId="AD" clId="Web-{F93B8B51-FD4B-207E-99F5-0BFCD08E324A}" dt="2026-05-07T18:39:34.497" v="18"/>
        <pc:sldMkLst>
          <pc:docMk/>
          <pc:sldMk cId="2760681832" sldId="2147483625"/>
        </pc:sldMkLst>
      </pc:sldChg>
      <pc:sldChg chg="add">
        <pc:chgData name="Grace PAN" userId="S::gracepan@ibm.com::005e5af3-4512-458e-8280-6559b1d3712f" providerId="AD" clId="Web-{F93B8B51-FD4B-207E-99F5-0BFCD08E324A}" dt="2026-05-07T18:39:34.700" v="19"/>
        <pc:sldMkLst>
          <pc:docMk/>
          <pc:sldMk cId="3081633174" sldId="2147483626"/>
        </pc:sldMkLst>
      </pc:sldChg>
      <pc:sldChg chg="add">
        <pc:chgData name="Grace PAN" userId="S::gracepan@ibm.com::005e5af3-4512-458e-8280-6559b1d3712f" providerId="AD" clId="Web-{F93B8B51-FD4B-207E-99F5-0BFCD08E324A}" dt="2026-05-07T18:39:34.919" v="20"/>
        <pc:sldMkLst>
          <pc:docMk/>
          <pc:sldMk cId="86445548" sldId="2147483627"/>
        </pc:sldMkLst>
      </pc:sldChg>
      <pc:sldChg chg="add">
        <pc:chgData name="Grace PAN" userId="S::gracepan@ibm.com::005e5af3-4512-458e-8280-6559b1d3712f" providerId="AD" clId="Web-{F93B8B51-FD4B-207E-99F5-0BFCD08E324A}" dt="2026-05-07T18:39:35.137" v="21"/>
        <pc:sldMkLst>
          <pc:docMk/>
          <pc:sldMk cId="3034227909" sldId="2147483628"/>
        </pc:sldMkLst>
      </pc:sldChg>
      <pc:sldChg chg="add">
        <pc:chgData name="Grace PAN" userId="S::gracepan@ibm.com::005e5af3-4512-458e-8280-6559b1d3712f" providerId="AD" clId="Web-{F93B8B51-FD4B-207E-99F5-0BFCD08E324A}" dt="2026-05-07T18:39:35.341" v="22"/>
        <pc:sldMkLst>
          <pc:docMk/>
          <pc:sldMk cId="89259513" sldId="2147483629"/>
        </pc:sldMkLst>
      </pc:sldChg>
      <pc:sldChg chg="add">
        <pc:chgData name="Grace PAN" userId="S::gracepan@ibm.com::005e5af3-4512-458e-8280-6559b1d3712f" providerId="AD" clId="Web-{F93B8B51-FD4B-207E-99F5-0BFCD08E324A}" dt="2026-05-07T18:39:35.544" v="23"/>
        <pc:sldMkLst>
          <pc:docMk/>
          <pc:sldMk cId="2604379679" sldId="2147483630"/>
        </pc:sldMkLst>
      </pc:sldChg>
      <pc:sldChg chg="add">
        <pc:chgData name="Grace PAN" userId="S::gracepan@ibm.com::005e5af3-4512-458e-8280-6559b1d3712f" providerId="AD" clId="Web-{F93B8B51-FD4B-207E-99F5-0BFCD08E324A}" dt="2026-05-07T18:39:31.637" v="5"/>
        <pc:sldMkLst>
          <pc:docMk/>
          <pc:sldMk cId="1553863312" sldId="2147483631"/>
        </pc:sldMkLst>
      </pc:sldChg>
      <pc:sldChg chg="add">
        <pc:chgData name="Grace PAN" userId="S::gracepan@ibm.com::005e5af3-4512-458e-8280-6559b1d3712f" providerId="AD" clId="Web-{F93B8B51-FD4B-207E-99F5-0BFCD08E324A}" dt="2026-05-07T18:39:31.903" v="6"/>
        <pc:sldMkLst>
          <pc:docMk/>
          <pc:sldMk cId="3578174137" sldId="2147483632"/>
        </pc:sldMkLst>
      </pc:sldChg>
      <pc:sldChg chg="add">
        <pc:chgData name="Grace PAN" userId="S::gracepan@ibm.com::005e5af3-4512-458e-8280-6559b1d3712f" providerId="AD" clId="Web-{F93B8B51-FD4B-207E-99F5-0BFCD08E324A}" dt="2026-05-07T18:39:33.028" v="11"/>
        <pc:sldMkLst>
          <pc:docMk/>
          <pc:sldMk cId="2402745676" sldId="2147483633"/>
        </pc:sldMkLst>
      </pc:sldChg>
      <pc:sldChg chg="add">
        <pc:chgData name="Grace PAN" userId="S::gracepan@ibm.com::005e5af3-4512-458e-8280-6559b1d3712f" providerId="AD" clId="Web-{F93B8B51-FD4B-207E-99F5-0BFCD08E324A}" dt="2026-05-07T18:39:33.231" v="12"/>
        <pc:sldMkLst>
          <pc:docMk/>
          <pc:sldMk cId="1181449732" sldId="2147483634"/>
        </pc:sldMkLst>
      </pc:sldChg>
      <pc:sldChg chg="add">
        <pc:chgData name="Grace PAN" userId="S::gracepan@ibm.com::005e5af3-4512-458e-8280-6559b1d3712f" providerId="AD" clId="Web-{F93B8B51-FD4B-207E-99F5-0BFCD08E324A}" dt="2026-05-07T18:39:33.434" v="13"/>
        <pc:sldMkLst>
          <pc:docMk/>
          <pc:sldMk cId="2941937503" sldId="2147483635"/>
        </pc:sldMkLst>
      </pc:sldChg>
      <pc:sldChg chg="add">
        <pc:chgData name="Grace PAN" userId="S::gracepan@ibm.com::005e5af3-4512-458e-8280-6559b1d3712f" providerId="AD" clId="Web-{F93B8B51-FD4B-207E-99F5-0BFCD08E324A}" dt="2026-05-07T18:39:33.872" v="15"/>
        <pc:sldMkLst>
          <pc:docMk/>
          <pc:sldMk cId="1546481170" sldId="2147483636"/>
        </pc:sldMkLst>
      </pc:sldChg>
      <pc:sldChg chg="add">
        <pc:chgData name="Grace PAN" userId="S::gracepan@ibm.com::005e5af3-4512-458e-8280-6559b1d3712f" providerId="AD" clId="Web-{F93B8B51-FD4B-207E-99F5-0BFCD08E324A}" dt="2026-05-07T18:39:34.075" v="16"/>
        <pc:sldMkLst>
          <pc:docMk/>
          <pc:sldMk cId="850034108" sldId="2147483637"/>
        </pc:sldMkLst>
      </pc:sldChg>
    </pc:docChg>
  </pc:docChgLst>
  <pc:docChgLst>
    <pc:chgData name="Grace PAN" userId="S::gracepan@ibm.com::005e5af3-4512-458e-8280-6559b1d3712f" providerId="AD" clId="Web-{2B67F854-24CF-2F82-8275-FA09F649E102}"/>
    <pc:docChg chg="addSld delSld modSld sldOrd">
      <pc:chgData name="Grace PAN" userId="S::gracepan@ibm.com::005e5af3-4512-458e-8280-6559b1d3712f" providerId="AD" clId="Web-{2B67F854-24CF-2F82-8275-FA09F649E102}" dt="2026-05-08T00:18:10.065" v="9"/>
      <pc:docMkLst>
        <pc:docMk/>
      </pc:docMkLst>
      <pc:sldChg chg="add mod ord modShow">
        <pc:chgData name="Grace PAN" userId="S::gracepan@ibm.com::005e5af3-4512-458e-8280-6559b1d3712f" providerId="AD" clId="Web-{2B67F854-24CF-2F82-8275-FA09F649E102}" dt="2026-05-08T00:18:10.065" v="9"/>
        <pc:sldMkLst>
          <pc:docMk/>
          <pc:sldMk cId="393357661" sldId="262"/>
        </pc:sldMkLst>
      </pc:sldChg>
      <pc:sldChg chg="del">
        <pc:chgData name="Grace PAN" userId="S::gracepan@ibm.com::005e5af3-4512-458e-8280-6559b1d3712f" providerId="AD" clId="Web-{2B67F854-24CF-2F82-8275-FA09F649E102}" dt="2026-05-08T00:17:36.784" v="3"/>
        <pc:sldMkLst>
          <pc:docMk/>
          <pc:sldMk cId="3295449038" sldId="2147483572"/>
        </pc:sldMkLst>
      </pc:sldChg>
      <pc:sldChg chg="del">
        <pc:chgData name="Grace PAN" userId="S::gracepan@ibm.com::005e5af3-4512-458e-8280-6559b1d3712f" providerId="AD" clId="Web-{2B67F854-24CF-2F82-8275-FA09F649E102}" dt="2026-05-08T00:17:50.878" v="6"/>
        <pc:sldMkLst>
          <pc:docMk/>
          <pc:sldMk cId="2680480837" sldId="2147483602"/>
        </pc:sldMkLst>
      </pc:sldChg>
      <pc:sldChg chg="del">
        <pc:chgData name="Grace PAN" userId="S::gracepan@ibm.com::005e5af3-4512-458e-8280-6559b1d3712f" providerId="AD" clId="Web-{2B67F854-24CF-2F82-8275-FA09F649E102}" dt="2026-05-08T00:17:59.878" v="8"/>
        <pc:sldMkLst>
          <pc:docMk/>
          <pc:sldMk cId="2147487856" sldId="2147483604"/>
        </pc:sldMkLst>
      </pc:sldChg>
      <pc:sldChg chg="add">
        <pc:chgData name="Grace PAN" userId="S::gracepan@ibm.com::005e5af3-4512-458e-8280-6559b1d3712f" providerId="AD" clId="Web-{2B67F854-24CF-2F82-8275-FA09F649E102}" dt="2026-05-08T00:17:34.987" v="2"/>
        <pc:sldMkLst>
          <pc:docMk/>
          <pc:sldMk cId="3908404162" sldId="2147483646"/>
        </pc:sldMkLst>
      </pc:sldChg>
      <pc:sldChg chg="add del">
        <pc:chgData name="Grace PAN" userId="S::gracepan@ibm.com::005e5af3-4512-458e-8280-6559b1d3712f" providerId="AD" clId="Web-{2B67F854-24CF-2F82-8275-FA09F649E102}" dt="2026-05-08T00:17:27.908" v="1"/>
        <pc:sldMkLst>
          <pc:docMk/>
          <pc:sldMk cId="4189415070" sldId="2147483646"/>
        </pc:sldMkLst>
      </pc:sldChg>
      <pc:sldChg chg="add">
        <pc:chgData name="Grace PAN" userId="S::gracepan@ibm.com::005e5af3-4512-458e-8280-6559b1d3712f" providerId="AD" clId="Web-{2B67F854-24CF-2F82-8275-FA09F649E102}" dt="2026-05-08T00:17:46.377" v="4"/>
        <pc:sldMkLst>
          <pc:docMk/>
          <pc:sldMk cId="1471252397" sldId="2147483647"/>
        </pc:sldMkLst>
      </pc:sldChg>
    </pc:docChg>
  </pc:docChgLst>
  <pc:docChgLst>
    <pc:chgData name="Grace PAN" userId="S::gracepan@ibm.com::005e5af3-4512-458e-8280-6559b1d3712f" providerId="AD" clId="Web-{B63F54FC-6535-FB63-42CE-CB9B20E78676}"/>
    <pc:docChg chg="addSld delSld modSld sldOrd">
      <pc:chgData name="Grace PAN" userId="S::gracepan@ibm.com::005e5af3-4512-458e-8280-6559b1d3712f" providerId="AD" clId="Web-{B63F54FC-6535-FB63-42CE-CB9B20E78676}" dt="2026-05-08T09:34:36.571" v="370"/>
      <pc:docMkLst>
        <pc:docMk/>
      </pc:docMkLst>
      <pc:sldChg chg="addSp delSp modSp add replId">
        <pc:chgData name="Grace PAN" userId="S::gracepan@ibm.com::005e5af3-4512-458e-8280-6559b1d3712f" providerId="AD" clId="Web-{B63F54FC-6535-FB63-42CE-CB9B20E78676}" dt="2026-05-08T09:33:02.330" v="310" actId="14100"/>
        <pc:sldMkLst>
          <pc:docMk/>
          <pc:sldMk cId="1988508487" sldId="258"/>
        </pc:sldMkLst>
        <pc:spChg chg="del">
          <ac:chgData name="Grace PAN" userId="S::gracepan@ibm.com::005e5af3-4512-458e-8280-6559b1d3712f" providerId="AD" clId="Web-{B63F54FC-6535-FB63-42CE-CB9B20E78676}" dt="2026-05-08T09:31:26.978" v="258"/>
          <ac:spMkLst>
            <pc:docMk/>
            <pc:sldMk cId="1988508487" sldId="258"/>
            <ac:spMk id="2" creationId="{ECE93038-DDFC-35E2-A796-2767C224E808}"/>
          </ac:spMkLst>
        </pc:spChg>
        <pc:spChg chg="del">
          <ac:chgData name="Grace PAN" userId="S::gracepan@ibm.com::005e5af3-4512-458e-8280-6559b1d3712f" providerId="AD" clId="Web-{B63F54FC-6535-FB63-42CE-CB9B20E78676}" dt="2026-05-08T09:31:26.978" v="257"/>
          <ac:spMkLst>
            <pc:docMk/>
            <pc:sldMk cId="1988508487" sldId="258"/>
            <ac:spMk id="3" creationId="{5918A823-57D7-8CE3-5F11-CCF3971EAB45}"/>
          </ac:spMkLst>
        </pc:spChg>
        <pc:spChg chg="mod">
          <ac:chgData name="Grace PAN" userId="S::gracepan@ibm.com::005e5af3-4512-458e-8280-6559b1d3712f" providerId="AD" clId="Web-{B63F54FC-6535-FB63-42CE-CB9B20E78676}" dt="2026-05-08T09:32:02.028" v="263" actId="1076"/>
          <ac:spMkLst>
            <pc:docMk/>
            <pc:sldMk cId="1988508487" sldId="258"/>
            <ac:spMk id="6" creationId="{D912F53C-EF19-DBE3-EEC4-992310960023}"/>
          </ac:spMkLst>
        </pc:spChg>
        <pc:spChg chg="mod">
          <ac:chgData name="Grace PAN" userId="S::gracepan@ibm.com::005e5af3-4512-458e-8280-6559b1d3712f" providerId="AD" clId="Web-{B63F54FC-6535-FB63-42CE-CB9B20E78676}" dt="2026-05-08T09:33:02.330" v="310" actId="14100"/>
          <ac:spMkLst>
            <pc:docMk/>
            <pc:sldMk cId="1988508487" sldId="258"/>
            <ac:spMk id="7" creationId="{DD51097A-E01B-B7C9-3BE1-CC42BC9E79A0}"/>
          </ac:spMkLst>
        </pc:spChg>
        <pc:spChg chg="add">
          <ac:chgData name="Grace PAN" userId="S::gracepan@ibm.com::005e5af3-4512-458e-8280-6559b1d3712f" providerId="AD" clId="Web-{B63F54FC-6535-FB63-42CE-CB9B20E78676}" dt="2026-05-08T09:31:29.525" v="259"/>
          <ac:spMkLst>
            <pc:docMk/>
            <pc:sldMk cId="1988508487" sldId="258"/>
            <ac:spMk id="8" creationId="{5A373BA9-4E3A-E06A-E263-C35A1819E1AB}"/>
          </ac:spMkLst>
        </pc:spChg>
        <pc:spChg chg="add">
          <ac:chgData name="Grace PAN" userId="S::gracepan@ibm.com::005e5af3-4512-458e-8280-6559b1d3712f" providerId="AD" clId="Web-{B63F54FC-6535-FB63-42CE-CB9B20E78676}" dt="2026-05-08T09:31:29.541" v="260"/>
          <ac:spMkLst>
            <pc:docMk/>
            <pc:sldMk cId="1988508487" sldId="258"/>
            <ac:spMk id="10" creationId="{C5CBBFD5-FA2D-69B7-83EB-6B2A591A688E}"/>
          </ac:spMkLst>
        </pc:spChg>
        <pc:graphicFrameChg chg="add mod modGraphic">
          <ac:chgData name="Grace PAN" userId="S::gracepan@ibm.com::005e5af3-4512-458e-8280-6559b1d3712f" providerId="AD" clId="Web-{B63F54FC-6535-FB63-42CE-CB9B20E78676}" dt="2026-05-08T09:32:58.830" v="309" actId="1076"/>
          <ac:graphicFrameMkLst>
            <pc:docMk/>
            <pc:sldMk cId="1988508487" sldId="258"/>
            <ac:graphicFrameMk id="12" creationId="{1EF25A33-D4EB-CAF5-E6D3-025B81399F77}"/>
          </ac:graphicFrameMkLst>
        </pc:graphicFrameChg>
      </pc:sldChg>
      <pc:sldChg chg="modSp add del">
        <pc:chgData name="Grace PAN" userId="S::gracepan@ibm.com::005e5af3-4512-458e-8280-6559b1d3712f" providerId="AD" clId="Web-{B63F54FC-6535-FB63-42CE-CB9B20E78676}" dt="2026-05-08T09:29:45.128" v="240"/>
        <pc:sldMkLst>
          <pc:docMk/>
          <pc:sldMk cId="3934021083" sldId="258"/>
        </pc:sldMkLst>
        <pc:spChg chg="mod">
          <ac:chgData name="Grace PAN" userId="S::gracepan@ibm.com::005e5af3-4512-458e-8280-6559b1d3712f" providerId="AD" clId="Web-{B63F54FC-6535-FB63-42CE-CB9B20E78676}" dt="2026-05-08T09:28:49.955" v="233"/>
          <ac:spMkLst>
            <pc:docMk/>
            <pc:sldMk cId="3934021083" sldId="258"/>
            <ac:spMk id="5" creationId="{F2BDC916-AC3D-D837-4D41-961D0FAE781D}"/>
          </ac:spMkLst>
        </pc:spChg>
      </pc:sldChg>
      <pc:sldChg chg="modSp add del mod ord modShow">
        <pc:chgData name="Grace PAN" userId="S::gracepan@ibm.com::005e5af3-4512-458e-8280-6559b1d3712f" providerId="AD" clId="Web-{B63F54FC-6535-FB63-42CE-CB9B20E78676}" dt="2026-05-08T09:26:10.124" v="39"/>
        <pc:sldMkLst>
          <pc:docMk/>
          <pc:sldMk cId="4225592731" sldId="258"/>
        </pc:sldMkLst>
        <pc:spChg chg="mod">
          <ac:chgData name="Grace PAN" userId="S::gracepan@ibm.com::005e5af3-4512-458e-8280-6559b1d3712f" providerId="AD" clId="Web-{B63F54FC-6535-FB63-42CE-CB9B20E78676}" dt="2026-05-08T09:24:44.700" v="27"/>
          <ac:spMkLst>
            <pc:docMk/>
            <pc:sldMk cId="4225592731" sldId="258"/>
            <ac:spMk id="5" creationId="{46E6A057-E15B-698B-ACD5-CC4DDD4D9429}"/>
          </ac:spMkLst>
        </pc:spChg>
        <pc:spChg chg="mod">
          <ac:chgData name="Grace PAN" userId="S::gracepan@ibm.com::005e5af3-4512-458e-8280-6559b1d3712f" providerId="AD" clId="Web-{B63F54FC-6535-FB63-42CE-CB9B20E78676}" dt="2026-05-08T09:25:21.451" v="34" actId="20577"/>
          <ac:spMkLst>
            <pc:docMk/>
            <pc:sldMk cId="4225592731" sldId="258"/>
            <ac:spMk id="6" creationId="{F9EB7EB5-2D24-A125-1A7E-2DFA2D190038}"/>
          </ac:spMkLst>
        </pc:spChg>
        <pc:grpChg chg="mod">
          <ac:chgData name="Grace PAN" userId="S::gracepan@ibm.com::005e5af3-4512-458e-8280-6559b1d3712f" providerId="AD" clId="Web-{B63F54FC-6535-FB63-42CE-CB9B20E78676}" dt="2026-05-08T09:25:22.279" v="35" actId="1076"/>
          <ac:grpSpMkLst>
            <pc:docMk/>
            <pc:sldMk cId="4225592731" sldId="258"/>
            <ac:grpSpMk id="99" creationId="{431E3F46-6638-0EC3-E7D7-D23D1C677023}"/>
          </ac:grpSpMkLst>
        </pc:grpChg>
      </pc:sldChg>
      <pc:sldChg chg="addSp delSp modSp add replId">
        <pc:chgData name="Grace PAN" userId="S::gracepan@ibm.com::005e5af3-4512-458e-8280-6559b1d3712f" providerId="AD" clId="Web-{B63F54FC-6535-FB63-42CE-CB9B20E78676}" dt="2026-05-08T09:34:34.571" v="369"/>
        <pc:sldMkLst>
          <pc:docMk/>
          <pc:sldMk cId="778504798" sldId="265"/>
        </pc:sldMkLst>
        <pc:spChg chg="add">
          <ac:chgData name="Grace PAN" userId="S::gracepan@ibm.com::005e5af3-4512-458e-8280-6559b1d3712f" providerId="AD" clId="Web-{B63F54FC-6535-FB63-42CE-CB9B20E78676}" dt="2026-05-08T09:34:34.493" v="368"/>
          <ac:spMkLst>
            <pc:docMk/>
            <pc:sldMk cId="778504798" sldId="265"/>
            <ac:spMk id="8" creationId="{220DA2FD-3F44-34CF-4612-443EACB34BD2}"/>
          </ac:spMkLst>
        </pc:spChg>
        <pc:spChg chg="add">
          <ac:chgData name="Grace PAN" userId="S::gracepan@ibm.com::005e5af3-4512-458e-8280-6559b1d3712f" providerId="AD" clId="Web-{B63F54FC-6535-FB63-42CE-CB9B20E78676}" dt="2026-05-08T09:34:34.571" v="369"/>
          <ac:spMkLst>
            <pc:docMk/>
            <pc:sldMk cId="778504798" sldId="265"/>
            <ac:spMk id="10" creationId="{C5851B19-6BC5-977C-6FC8-E3B45F26340A}"/>
          </ac:spMkLst>
        </pc:spChg>
        <pc:spChg chg="del mod">
          <ac:chgData name="Grace PAN" userId="S::gracepan@ibm.com::005e5af3-4512-458e-8280-6559b1d3712f" providerId="AD" clId="Web-{B63F54FC-6535-FB63-42CE-CB9B20E78676}" dt="2026-05-08T09:34:19.570" v="364"/>
          <ac:spMkLst>
            <pc:docMk/>
            <pc:sldMk cId="778504798" sldId="265"/>
            <ac:spMk id="26" creationId="{DB1605CB-EDD0-4F22-AABC-BF7550EEED9D}"/>
          </ac:spMkLst>
        </pc:spChg>
        <pc:spChg chg="del">
          <ac:chgData name="Grace PAN" userId="S::gracepan@ibm.com::005e5af3-4512-458e-8280-6559b1d3712f" providerId="AD" clId="Web-{B63F54FC-6535-FB63-42CE-CB9B20E78676}" dt="2026-05-08T09:34:27.352" v="367"/>
          <ac:spMkLst>
            <pc:docMk/>
            <pc:sldMk cId="778504798" sldId="265"/>
            <ac:spMk id="27" creationId="{668FEC0E-6B33-B34F-B227-A575DF422157}"/>
          </ac:spMkLst>
        </pc:spChg>
        <pc:spChg chg="del">
          <ac:chgData name="Grace PAN" userId="S::gracepan@ibm.com::005e5af3-4512-458e-8280-6559b1d3712f" providerId="AD" clId="Web-{B63F54FC-6535-FB63-42CE-CB9B20E78676}" dt="2026-05-08T09:34:27.352" v="366"/>
          <ac:spMkLst>
            <pc:docMk/>
            <pc:sldMk cId="778504798" sldId="265"/>
            <ac:spMk id="28" creationId="{0941C9FB-D8C2-0657-DADD-A0E687E204E2}"/>
          </ac:spMkLst>
        </pc:spChg>
        <pc:graphicFrameChg chg="add mod modGraphic">
          <ac:chgData name="Grace PAN" userId="S::gracepan@ibm.com::005e5af3-4512-458e-8280-6559b1d3712f" providerId="AD" clId="Web-{B63F54FC-6535-FB63-42CE-CB9B20E78676}" dt="2026-05-08T09:34:24.992" v="365" actId="1076"/>
          <ac:graphicFrameMkLst>
            <pc:docMk/>
            <pc:sldMk cId="778504798" sldId="265"/>
            <ac:graphicFrameMk id="3" creationId="{D8F4C4C4-2F48-E0C7-118D-31760F67D181}"/>
          </ac:graphicFrameMkLst>
        </pc:graphicFrameChg>
        <pc:graphicFrameChg chg="del">
          <ac:chgData name="Grace PAN" userId="S::gracepan@ibm.com::005e5af3-4512-458e-8280-6559b1d3712f" providerId="AD" clId="Web-{B63F54FC-6535-FB63-42CE-CB9B20E78676}" dt="2026-05-08T09:33:32.504" v="313"/>
          <ac:graphicFrameMkLst>
            <pc:docMk/>
            <pc:sldMk cId="778504798" sldId="265"/>
            <ac:graphicFrameMk id="4" creationId="{52D4046B-73A9-6327-B1B3-97CAC7E00AF8}"/>
          </ac:graphicFrameMkLst>
        </pc:graphicFrameChg>
      </pc:sldChg>
      <pc:sldChg chg="addSp delSp del">
        <pc:chgData name="Grace PAN" userId="S::gracepan@ibm.com::005e5af3-4512-458e-8280-6559b1d3712f" providerId="AD" clId="Web-{B63F54FC-6535-FB63-42CE-CB9B20E78676}" dt="2026-05-08T09:33:09.112" v="311"/>
        <pc:sldMkLst>
          <pc:docMk/>
          <pc:sldMk cId="1417431285" sldId="265"/>
        </pc:sldMkLst>
        <pc:spChg chg="add">
          <ac:chgData name="Grace PAN" userId="S::gracepan@ibm.com::005e5af3-4512-458e-8280-6559b1d3712f" providerId="AD" clId="Web-{B63F54FC-6535-FB63-42CE-CB9B20E78676}" dt="2026-05-08T09:30:01.112" v="242"/>
          <ac:spMkLst>
            <pc:docMk/>
            <pc:sldMk cId="1417431285" sldId="265"/>
            <ac:spMk id="4" creationId="{68F4A682-73A9-6679-5826-41D65C98D26D}"/>
          </ac:spMkLst>
        </pc:spChg>
        <pc:spChg chg="add">
          <ac:chgData name="Grace PAN" userId="S::gracepan@ibm.com::005e5af3-4512-458e-8280-6559b1d3712f" providerId="AD" clId="Web-{B63F54FC-6535-FB63-42CE-CB9B20E78676}" dt="2026-05-08T09:30:01.128" v="243"/>
          <ac:spMkLst>
            <pc:docMk/>
            <pc:sldMk cId="1417431285" sldId="265"/>
            <ac:spMk id="8" creationId="{18113E75-C572-F577-BF5C-7864D5B2F620}"/>
          </ac:spMkLst>
        </pc:spChg>
        <pc:graphicFrameChg chg="del">
          <ac:chgData name="Grace PAN" userId="S::gracepan@ibm.com::005e5af3-4512-458e-8280-6559b1d3712f" providerId="AD" clId="Web-{B63F54FC-6535-FB63-42CE-CB9B20E78676}" dt="2026-05-08T09:29:58.659" v="241"/>
          <ac:graphicFrameMkLst>
            <pc:docMk/>
            <pc:sldMk cId="1417431285" sldId="265"/>
            <ac:graphicFrameMk id="2" creationId="{3D586A82-8902-48FA-7932-5B62B7B94701}"/>
          </ac:graphicFrameMkLst>
        </pc:graphicFrameChg>
        <pc:graphicFrameChg chg="add">
          <ac:chgData name="Grace PAN" userId="S::gracepan@ibm.com::005e5af3-4512-458e-8280-6559b1d3712f" providerId="AD" clId="Web-{B63F54FC-6535-FB63-42CE-CB9B20E78676}" dt="2026-05-08T09:30:01.175" v="244"/>
          <ac:graphicFrameMkLst>
            <pc:docMk/>
            <pc:sldMk cId="1417431285" sldId="265"/>
            <ac:graphicFrameMk id="10" creationId="{A9DB6041-72AC-BFD8-7640-FA86EE3228FD}"/>
          </ac:graphicFrameMkLst>
        </pc:graphicFrameChg>
      </pc:sldChg>
      <pc:sldChg chg="addSp delSp del">
        <pc:chgData name="Grace PAN" userId="S::gracepan@ibm.com::005e5af3-4512-458e-8280-6559b1d3712f" providerId="AD" clId="Web-{B63F54FC-6535-FB63-42CE-CB9B20E78676}" dt="2026-05-08T09:34:36.571" v="370"/>
        <pc:sldMkLst>
          <pc:docMk/>
          <pc:sldMk cId="604112629" sldId="311"/>
        </pc:sldMkLst>
        <pc:spChg chg="add">
          <ac:chgData name="Grace PAN" userId="S::gracepan@ibm.com::005e5af3-4512-458e-8280-6559b1d3712f" providerId="AD" clId="Web-{B63F54FC-6535-FB63-42CE-CB9B20E78676}" dt="2026-05-08T09:29:39.143" v="238"/>
          <ac:spMkLst>
            <pc:docMk/>
            <pc:sldMk cId="604112629" sldId="311"/>
            <ac:spMk id="3" creationId="{2A285DCC-EA4A-1E49-11A6-09B4D9E3D9ED}"/>
          </ac:spMkLst>
        </pc:spChg>
        <pc:graphicFrameChg chg="add">
          <ac:chgData name="Grace PAN" userId="S::gracepan@ibm.com::005e5af3-4512-458e-8280-6559b1d3712f" providerId="AD" clId="Web-{B63F54FC-6535-FB63-42CE-CB9B20E78676}" dt="2026-05-08T09:29:39.268" v="239"/>
          <ac:graphicFrameMkLst>
            <pc:docMk/>
            <pc:sldMk cId="604112629" sldId="311"/>
            <ac:graphicFrameMk id="7" creationId="{1E237DD1-4E35-1238-64E5-89329B3FFA56}"/>
          </ac:graphicFrameMkLst>
        </pc:graphicFrameChg>
        <pc:graphicFrameChg chg="del">
          <ac:chgData name="Grace PAN" userId="S::gracepan@ibm.com::005e5af3-4512-458e-8280-6559b1d3712f" providerId="AD" clId="Web-{B63F54FC-6535-FB63-42CE-CB9B20E78676}" dt="2026-05-08T09:29:35.362" v="237"/>
          <ac:graphicFrameMkLst>
            <pc:docMk/>
            <pc:sldMk cId="604112629" sldId="311"/>
            <ac:graphicFrameMk id="10" creationId="{F971A184-9E25-7977-C343-BEEC08828776}"/>
          </ac:graphicFrameMkLst>
        </pc:graphicFrameChg>
      </pc:sldChg>
      <pc:sldChg chg="addSp delSp">
        <pc:chgData name="Grace PAN" userId="S::gracepan@ibm.com::005e5af3-4512-458e-8280-6559b1d3712f" providerId="AD" clId="Web-{B63F54FC-6535-FB63-42CE-CB9B20E78676}" dt="2026-05-08T09:30:40.988" v="251"/>
        <pc:sldMkLst>
          <pc:docMk/>
          <pc:sldMk cId="662826395" sldId="312"/>
        </pc:sldMkLst>
        <pc:spChg chg="add del">
          <ac:chgData name="Grace PAN" userId="S::gracepan@ibm.com::005e5af3-4512-458e-8280-6559b1d3712f" providerId="AD" clId="Web-{B63F54FC-6535-FB63-42CE-CB9B20E78676}" dt="2026-05-08T09:30:25.253" v="248"/>
          <ac:spMkLst>
            <pc:docMk/>
            <pc:sldMk cId="662826395" sldId="312"/>
            <ac:spMk id="3" creationId="{09ED72F7-3FF7-1D05-7219-FBE929AA1FC8}"/>
          </ac:spMkLst>
        </pc:spChg>
        <pc:spChg chg="add del">
          <ac:chgData name="Grace PAN" userId="S::gracepan@ibm.com::005e5af3-4512-458e-8280-6559b1d3712f" providerId="AD" clId="Web-{B63F54FC-6535-FB63-42CE-CB9B20E78676}" dt="2026-05-08T09:30:25.253" v="248"/>
          <ac:spMkLst>
            <pc:docMk/>
            <pc:sldMk cId="662826395" sldId="312"/>
            <ac:spMk id="4" creationId="{90E35E3C-0DC5-799B-9966-85BCB00FB84F}"/>
          </ac:spMkLst>
        </pc:spChg>
        <pc:graphicFrameChg chg="add del">
          <ac:chgData name="Grace PAN" userId="S::gracepan@ibm.com::005e5af3-4512-458e-8280-6559b1d3712f" providerId="AD" clId="Web-{B63F54FC-6535-FB63-42CE-CB9B20E78676}" dt="2026-05-08T09:30:37.894" v="250"/>
          <ac:graphicFrameMkLst>
            <pc:docMk/>
            <pc:sldMk cId="662826395" sldId="312"/>
            <ac:graphicFrameMk id="2" creationId="{FC8B08E8-FE55-DF08-F847-2BEB9E73DA44}"/>
          </ac:graphicFrameMkLst>
        </pc:graphicFrameChg>
        <pc:graphicFrameChg chg="add">
          <ac:chgData name="Grace PAN" userId="S::gracepan@ibm.com::005e5af3-4512-458e-8280-6559b1d3712f" providerId="AD" clId="Web-{B63F54FC-6535-FB63-42CE-CB9B20E78676}" dt="2026-05-08T09:30:40.988" v="251"/>
          <ac:graphicFrameMkLst>
            <pc:docMk/>
            <pc:sldMk cId="662826395" sldId="312"/>
            <ac:graphicFrameMk id="8" creationId="{260031C3-3801-3ED4-DB12-FD0A98005749}"/>
          </ac:graphicFrameMkLst>
        </pc:graphicFrameChg>
      </pc:sldChg>
      <pc:sldChg chg="addSp delSp">
        <pc:chgData name="Grace PAN" userId="S::gracepan@ibm.com::005e5af3-4512-458e-8280-6559b1d3712f" providerId="AD" clId="Web-{B63F54FC-6535-FB63-42CE-CB9B20E78676}" dt="2026-05-08T09:30:57.678" v="254"/>
        <pc:sldMkLst>
          <pc:docMk/>
          <pc:sldMk cId="4237397664" sldId="316"/>
        </pc:sldMkLst>
        <pc:graphicFrameChg chg="del">
          <ac:chgData name="Grace PAN" userId="S::gracepan@ibm.com::005e5af3-4512-458e-8280-6559b1d3712f" providerId="AD" clId="Web-{B63F54FC-6535-FB63-42CE-CB9B20E78676}" dt="2026-05-08T09:30:56.787" v="253"/>
          <ac:graphicFrameMkLst>
            <pc:docMk/>
            <pc:sldMk cId="4237397664" sldId="316"/>
            <ac:graphicFrameMk id="2" creationId="{61214DBE-F87C-4900-1A8D-64D0999414EC}"/>
          </ac:graphicFrameMkLst>
        </pc:graphicFrameChg>
        <pc:graphicFrameChg chg="add">
          <ac:chgData name="Grace PAN" userId="S::gracepan@ibm.com::005e5af3-4512-458e-8280-6559b1d3712f" providerId="AD" clId="Web-{B63F54FC-6535-FB63-42CE-CB9B20E78676}" dt="2026-05-08T09:30:57.678" v="254"/>
          <ac:graphicFrameMkLst>
            <pc:docMk/>
            <pc:sldMk cId="4237397664" sldId="316"/>
            <ac:graphicFrameMk id="4" creationId="{D37458C1-904F-55C1-62F1-0E58BAC005B4}"/>
          </ac:graphicFrameMkLst>
        </pc:graphicFrameChg>
      </pc:sldChg>
      <pc:sldChg chg="modSp add mod modShow">
        <pc:chgData name="Grace PAN" userId="S::gracepan@ibm.com::005e5af3-4512-458e-8280-6559b1d3712f" providerId="AD" clId="Web-{B63F54FC-6535-FB63-42CE-CB9B20E78676}" dt="2026-05-08T09:26:16.171" v="40"/>
        <pc:sldMkLst>
          <pc:docMk/>
          <pc:sldMk cId="962920117" sldId="317"/>
        </pc:sldMkLst>
        <pc:spChg chg="mod">
          <ac:chgData name="Grace PAN" userId="S::gracepan@ibm.com::005e5af3-4512-458e-8280-6559b1d3712f" providerId="AD" clId="Web-{B63F54FC-6535-FB63-42CE-CB9B20E78676}" dt="2026-05-08T09:20:37.271" v="12" actId="1076"/>
          <ac:spMkLst>
            <pc:docMk/>
            <pc:sldMk cId="962920117" sldId="317"/>
            <ac:spMk id="78" creationId="{17683528-661B-226A-3042-A5F81DB11065}"/>
          </ac:spMkLst>
        </pc:spChg>
        <pc:spChg chg="mod">
          <ac:chgData name="Grace PAN" userId="S::gracepan@ibm.com::005e5af3-4512-458e-8280-6559b1d3712f" providerId="AD" clId="Web-{B63F54FC-6535-FB63-42CE-CB9B20E78676}" dt="2026-05-08T09:20:46.959" v="14" actId="14100"/>
          <ac:spMkLst>
            <pc:docMk/>
            <pc:sldMk cId="962920117" sldId="317"/>
            <ac:spMk id="9004" creationId="{97F2D08A-FEE5-18E9-CBC5-E387F745741E}"/>
          </ac:spMkLst>
        </pc:spChg>
      </pc:sldChg>
      <pc:sldChg chg="modSp add del">
        <pc:chgData name="Grace PAN" userId="S::gracepan@ibm.com::005e5af3-4512-458e-8280-6559b1d3712f" providerId="AD" clId="Web-{B63F54FC-6535-FB63-42CE-CB9B20E78676}" dt="2026-05-08T09:23:12.839" v="22" actId="1076"/>
        <pc:sldMkLst>
          <pc:docMk/>
          <pc:sldMk cId="132143060" sldId="318"/>
        </pc:sldMkLst>
        <pc:spChg chg="mod">
          <ac:chgData name="Grace PAN" userId="S::gracepan@ibm.com::005e5af3-4512-458e-8280-6559b1d3712f" providerId="AD" clId="Web-{B63F54FC-6535-FB63-42CE-CB9B20E78676}" dt="2026-05-08T09:22:29.166" v="20" actId="1076"/>
          <ac:spMkLst>
            <pc:docMk/>
            <pc:sldMk cId="132143060" sldId="318"/>
            <ac:spMk id="76" creationId="{54B9026F-1CC7-FBDE-6498-F60B563B5961}"/>
          </ac:spMkLst>
        </pc:spChg>
        <pc:spChg chg="mod">
          <ac:chgData name="Grace PAN" userId="S::gracepan@ibm.com::005e5af3-4512-458e-8280-6559b1d3712f" providerId="AD" clId="Web-{B63F54FC-6535-FB63-42CE-CB9B20E78676}" dt="2026-05-08T09:23:12.839" v="22" actId="1076"/>
          <ac:spMkLst>
            <pc:docMk/>
            <pc:sldMk cId="132143060" sldId="318"/>
            <ac:spMk id="9002" creationId="{C6EDE6C7-78A8-F7B1-8803-C37C7718855C}"/>
          </ac:spMkLst>
        </pc:spChg>
        <pc:spChg chg="mod">
          <ac:chgData name="Grace PAN" userId="S::gracepan@ibm.com::005e5af3-4512-458e-8280-6559b1d3712f" providerId="AD" clId="Web-{B63F54FC-6535-FB63-42CE-CB9B20E78676}" dt="2026-05-08T09:22:29.197" v="21" actId="1076"/>
          <ac:spMkLst>
            <pc:docMk/>
            <pc:sldMk cId="132143060" sldId="318"/>
            <ac:spMk id="9003" creationId="{61E92C5D-E58B-2ED6-79C4-DA7F1F676EA6}"/>
          </ac:spMkLst>
        </pc:spChg>
      </pc:sldChg>
      <pc:sldChg chg="modSp add ord">
        <pc:chgData name="Grace PAN" userId="S::gracepan@ibm.com::005e5af3-4512-458e-8280-6559b1d3712f" providerId="AD" clId="Web-{B63F54FC-6535-FB63-42CE-CB9B20E78676}" dt="2026-05-08T09:27:21.688" v="228" actId="1076"/>
        <pc:sldMkLst>
          <pc:docMk/>
          <pc:sldMk cId="933496858" sldId="332"/>
        </pc:sldMkLst>
        <pc:spChg chg="mod">
          <ac:chgData name="Grace PAN" userId="S::gracepan@ibm.com::005e5af3-4512-458e-8280-6559b1d3712f" providerId="AD" clId="Web-{B63F54FC-6535-FB63-42CE-CB9B20E78676}" dt="2026-05-08T09:27:18.922" v="192" actId="1076"/>
          <ac:spMkLst>
            <pc:docMk/>
            <pc:sldMk cId="933496858" sldId="332"/>
            <ac:spMk id="5" creationId="{46E6A057-E15B-698B-ACD5-CC4DDD4D9429}"/>
          </ac:spMkLst>
        </pc:spChg>
        <pc:spChg chg="mod">
          <ac:chgData name="Grace PAN" userId="S::gracepan@ibm.com::005e5af3-4512-458e-8280-6559b1d3712f" providerId="AD" clId="Web-{B63F54FC-6535-FB63-42CE-CB9B20E78676}" dt="2026-05-08T09:26:53.391" v="118" actId="1076"/>
          <ac:spMkLst>
            <pc:docMk/>
            <pc:sldMk cId="933496858" sldId="332"/>
            <ac:spMk id="6" creationId="{F9EB7EB5-2D24-A125-1A7E-2DFA2D190038}"/>
          </ac:spMkLst>
        </pc:spChg>
        <pc:spChg chg="mod">
          <ac:chgData name="Grace PAN" userId="S::gracepan@ibm.com::005e5af3-4512-458e-8280-6559b1d3712f" providerId="AD" clId="Web-{B63F54FC-6535-FB63-42CE-CB9B20E78676}" dt="2026-05-08T09:27:18.829" v="191" actId="1076"/>
          <ac:spMkLst>
            <pc:docMk/>
            <pc:sldMk cId="933496858" sldId="332"/>
            <ac:spMk id="26" creationId="{E3BD7750-59F3-11EB-0863-B7A1FFCDD38E}"/>
          </ac:spMkLst>
        </pc:spChg>
        <pc:spChg chg="mod">
          <ac:chgData name="Grace PAN" userId="S::gracepan@ibm.com::005e5af3-4512-458e-8280-6559b1d3712f" providerId="AD" clId="Web-{B63F54FC-6535-FB63-42CE-CB9B20E78676}" dt="2026-05-08T09:27:19.016" v="193" actId="1076"/>
          <ac:spMkLst>
            <pc:docMk/>
            <pc:sldMk cId="933496858" sldId="332"/>
            <ac:spMk id="88" creationId="{BA458076-4A5B-7FA6-C9D0-42550E3B0B1B}"/>
          </ac:spMkLst>
        </pc:spChg>
        <pc:spChg chg="mod">
          <ac:chgData name="Grace PAN" userId="S::gracepan@ibm.com::005e5af3-4512-458e-8280-6559b1d3712f" providerId="AD" clId="Web-{B63F54FC-6535-FB63-42CE-CB9B20E78676}" dt="2026-05-08T09:27:19.094" v="194" actId="1076"/>
          <ac:spMkLst>
            <pc:docMk/>
            <pc:sldMk cId="933496858" sldId="332"/>
            <ac:spMk id="89" creationId="{7587935A-088E-6C18-60F8-7D08925FF0B0}"/>
          </ac:spMkLst>
        </pc:spChg>
        <pc:spChg chg="mod">
          <ac:chgData name="Grace PAN" userId="S::gracepan@ibm.com::005e5af3-4512-458e-8280-6559b1d3712f" providerId="AD" clId="Web-{B63F54FC-6535-FB63-42CE-CB9B20E78676}" dt="2026-05-08T09:27:19.329" v="196" actId="1076"/>
          <ac:spMkLst>
            <pc:docMk/>
            <pc:sldMk cId="933496858" sldId="332"/>
            <ac:spMk id="94" creationId="{BAD2C98A-FE48-3F2E-8859-AD96ADBC36BD}"/>
          </ac:spMkLst>
        </pc:spChg>
        <pc:spChg chg="mod">
          <ac:chgData name="Grace PAN" userId="S::gracepan@ibm.com::005e5af3-4512-458e-8280-6559b1d3712f" providerId="AD" clId="Web-{B63F54FC-6535-FB63-42CE-CB9B20E78676}" dt="2026-05-08T09:27:19.610" v="199" actId="1076"/>
          <ac:spMkLst>
            <pc:docMk/>
            <pc:sldMk cId="933496858" sldId="332"/>
            <ac:spMk id="110" creationId="{8BB29798-EE1E-B279-E4F0-C1AD43C23594}"/>
          </ac:spMkLst>
        </pc:spChg>
        <pc:spChg chg="mod">
          <ac:chgData name="Grace PAN" userId="S::gracepan@ibm.com::005e5af3-4512-458e-8280-6559b1d3712f" providerId="AD" clId="Web-{B63F54FC-6535-FB63-42CE-CB9B20E78676}" dt="2026-05-08T09:27:20.110" v="206" actId="1076"/>
          <ac:spMkLst>
            <pc:docMk/>
            <pc:sldMk cId="933496858" sldId="332"/>
            <ac:spMk id="125" creationId="{A48EF282-07C5-1DBB-FC17-3E0549C1D662}"/>
          </ac:spMkLst>
        </pc:spChg>
        <pc:spChg chg="mod">
          <ac:chgData name="Grace PAN" userId="S::gracepan@ibm.com::005e5af3-4512-458e-8280-6559b1d3712f" providerId="AD" clId="Web-{B63F54FC-6535-FB63-42CE-CB9B20E78676}" dt="2026-05-08T09:27:20.188" v="207" actId="1076"/>
          <ac:spMkLst>
            <pc:docMk/>
            <pc:sldMk cId="933496858" sldId="332"/>
            <ac:spMk id="126" creationId="{C34A0D56-F7B3-4044-074E-9F7D66C48429}"/>
          </ac:spMkLst>
        </pc:spChg>
        <pc:spChg chg="mod">
          <ac:chgData name="Grace PAN" userId="S::gracepan@ibm.com::005e5af3-4512-458e-8280-6559b1d3712f" providerId="AD" clId="Web-{B63F54FC-6535-FB63-42CE-CB9B20E78676}" dt="2026-05-08T09:27:20.250" v="208" actId="1076"/>
          <ac:spMkLst>
            <pc:docMk/>
            <pc:sldMk cId="933496858" sldId="332"/>
            <ac:spMk id="127" creationId="{73693E2C-E91B-E219-273B-60C3AC59F733}"/>
          </ac:spMkLst>
        </pc:spChg>
        <pc:spChg chg="mod">
          <ac:chgData name="Grace PAN" userId="S::gracepan@ibm.com::005e5af3-4512-458e-8280-6559b1d3712f" providerId="AD" clId="Web-{B63F54FC-6535-FB63-42CE-CB9B20E78676}" dt="2026-05-08T09:27:20.329" v="209" actId="1076"/>
          <ac:spMkLst>
            <pc:docMk/>
            <pc:sldMk cId="933496858" sldId="332"/>
            <ac:spMk id="128" creationId="{D33A46C8-2FA8-E9BC-C963-A2E05DA48B44}"/>
          </ac:spMkLst>
        </pc:spChg>
        <pc:spChg chg="mod">
          <ac:chgData name="Grace PAN" userId="S::gracepan@ibm.com::005e5af3-4512-458e-8280-6559b1d3712f" providerId="AD" clId="Web-{B63F54FC-6535-FB63-42CE-CB9B20E78676}" dt="2026-05-08T09:27:20.407" v="210" actId="1076"/>
          <ac:spMkLst>
            <pc:docMk/>
            <pc:sldMk cId="933496858" sldId="332"/>
            <ac:spMk id="129" creationId="{F3D9A104-E025-89A7-0E0D-98FD7429A84A}"/>
          </ac:spMkLst>
        </pc:spChg>
        <pc:spChg chg="mod">
          <ac:chgData name="Grace PAN" userId="S::gracepan@ibm.com::005e5af3-4512-458e-8280-6559b1d3712f" providerId="AD" clId="Web-{B63F54FC-6535-FB63-42CE-CB9B20E78676}" dt="2026-05-08T09:27:20.469" v="211" actId="1076"/>
          <ac:spMkLst>
            <pc:docMk/>
            <pc:sldMk cId="933496858" sldId="332"/>
            <ac:spMk id="130" creationId="{15A7E52A-BC73-E8C9-148B-1FA94A3B3D24}"/>
          </ac:spMkLst>
        </pc:spChg>
        <pc:spChg chg="mod">
          <ac:chgData name="Grace PAN" userId="S::gracepan@ibm.com::005e5af3-4512-458e-8280-6559b1d3712f" providerId="AD" clId="Web-{B63F54FC-6535-FB63-42CE-CB9B20E78676}" dt="2026-05-08T09:27:20.563" v="212" actId="1076"/>
          <ac:spMkLst>
            <pc:docMk/>
            <pc:sldMk cId="933496858" sldId="332"/>
            <ac:spMk id="131" creationId="{0679CBDD-774A-9A16-C6AE-9A26F4E826CA}"/>
          </ac:spMkLst>
        </pc:spChg>
        <pc:spChg chg="mod">
          <ac:chgData name="Grace PAN" userId="S::gracepan@ibm.com::005e5af3-4512-458e-8280-6559b1d3712f" providerId="AD" clId="Web-{B63F54FC-6535-FB63-42CE-CB9B20E78676}" dt="2026-05-08T09:27:20.657" v="213" actId="1076"/>
          <ac:spMkLst>
            <pc:docMk/>
            <pc:sldMk cId="933496858" sldId="332"/>
            <ac:spMk id="132" creationId="{84B9D65A-A4E5-F7D3-BF91-A714F49AFF03}"/>
          </ac:spMkLst>
        </pc:spChg>
        <pc:spChg chg="mod">
          <ac:chgData name="Grace PAN" userId="S::gracepan@ibm.com::005e5af3-4512-458e-8280-6559b1d3712f" providerId="AD" clId="Web-{B63F54FC-6535-FB63-42CE-CB9B20E78676}" dt="2026-05-08T09:27:20.719" v="214" actId="1076"/>
          <ac:spMkLst>
            <pc:docMk/>
            <pc:sldMk cId="933496858" sldId="332"/>
            <ac:spMk id="133" creationId="{1873EE76-8251-37EB-39BE-B3DB687DD180}"/>
          </ac:spMkLst>
        </pc:spChg>
        <pc:spChg chg="mod">
          <ac:chgData name="Grace PAN" userId="S::gracepan@ibm.com::005e5af3-4512-458e-8280-6559b1d3712f" providerId="AD" clId="Web-{B63F54FC-6535-FB63-42CE-CB9B20E78676}" dt="2026-05-08T09:27:20.782" v="215" actId="1076"/>
          <ac:spMkLst>
            <pc:docMk/>
            <pc:sldMk cId="933496858" sldId="332"/>
            <ac:spMk id="134" creationId="{6B3FCAFB-B43E-328C-7AA7-D9176C4A409C}"/>
          </ac:spMkLst>
        </pc:spChg>
        <pc:spChg chg="mod">
          <ac:chgData name="Grace PAN" userId="S::gracepan@ibm.com::005e5af3-4512-458e-8280-6559b1d3712f" providerId="AD" clId="Web-{B63F54FC-6535-FB63-42CE-CB9B20E78676}" dt="2026-05-08T09:27:20.860" v="216" actId="1076"/>
          <ac:spMkLst>
            <pc:docMk/>
            <pc:sldMk cId="933496858" sldId="332"/>
            <ac:spMk id="135" creationId="{1D0D94E3-2AC1-AEB0-7BDF-F94E6CE67E3C}"/>
          </ac:spMkLst>
        </pc:spChg>
        <pc:spChg chg="mod">
          <ac:chgData name="Grace PAN" userId="S::gracepan@ibm.com::005e5af3-4512-458e-8280-6559b1d3712f" providerId="AD" clId="Web-{B63F54FC-6535-FB63-42CE-CB9B20E78676}" dt="2026-05-08T09:27:20.922" v="217" actId="1076"/>
          <ac:spMkLst>
            <pc:docMk/>
            <pc:sldMk cId="933496858" sldId="332"/>
            <ac:spMk id="136" creationId="{41C98FFE-1D9C-C88A-B6B4-BFF9DF504A21}"/>
          </ac:spMkLst>
        </pc:spChg>
        <pc:spChg chg="mod">
          <ac:chgData name="Grace PAN" userId="S::gracepan@ibm.com::005e5af3-4512-458e-8280-6559b1d3712f" providerId="AD" clId="Web-{B63F54FC-6535-FB63-42CE-CB9B20E78676}" dt="2026-05-08T09:27:21" v="218" actId="1076"/>
          <ac:spMkLst>
            <pc:docMk/>
            <pc:sldMk cId="933496858" sldId="332"/>
            <ac:spMk id="137" creationId="{B94EEDE8-B9BE-D6C9-CAB6-1136DCBF332D}"/>
          </ac:spMkLst>
        </pc:spChg>
        <pc:spChg chg="mod">
          <ac:chgData name="Grace PAN" userId="S::gracepan@ibm.com::005e5af3-4512-458e-8280-6559b1d3712f" providerId="AD" clId="Web-{B63F54FC-6535-FB63-42CE-CB9B20E78676}" dt="2026-05-08T09:27:21.063" v="219" actId="1076"/>
          <ac:spMkLst>
            <pc:docMk/>
            <pc:sldMk cId="933496858" sldId="332"/>
            <ac:spMk id="138" creationId="{60F9A59C-2CD9-70F5-2EE1-DD273BBBDE0F}"/>
          </ac:spMkLst>
        </pc:spChg>
        <pc:spChg chg="mod">
          <ac:chgData name="Grace PAN" userId="S::gracepan@ibm.com::005e5af3-4512-458e-8280-6559b1d3712f" providerId="AD" clId="Web-{B63F54FC-6535-FB63-42CE-CB9B20E78676}" dt="2026-05-08T09:27:21.141" v="220" actId="1076"/>
          <ac:spMkLst>
            <pc:docMk/>
            <pc:sldMk cId="933496858" sldId="332"/>
            <ac:spMk id="139" creationId="{DF113E2B-D320-7A5F-C640-0BC020C67497}"/>
          </ac:spMkLst>
        </pc:spChg>
        <pc:spChg chg="mod">
          <ac:chgData name="Grace PAN" userId="S::gracepan@ibm.com::005e5af3-4512-458e-8280-6559b1d3712f" providerId="AD" clId="Web-{B63F54FC-6535-FB63-42CE-CB9B20E78676}" dt="2026-05-08T09:27:21.219" v="221" actId="1076"/>
          <ac:spMkLst>
            <pc:docMk/>
            <pc:sldMk cId="933496858" sldId="332"/>
            <ac:spMk id="140" creationId="{7468707F-FEAF-CDD7-4E66-7DA4493FADF4}"/>
          </ac:spMkLst>
        </pc:spChg>
        <pc:spChg chg="mod">
          <ac:chgData name="Grace PAN" userId="S::gracepan@ibm.com::005e5af3-4512-458e-8280-6559b1d3712f" providerId="AD" clId="Web-{B63F54FC-6535-FB63-42CE-CB9B20E78676}" dt="2026-05-08T09:27:21.282" v="222" actId="1076"/>
          <ac:spMkLst>
            <pc:docMk/>
            <pc:sldMk cId="933496858" sldId="332"/>
            <ac:spMk id="141" creationId="{0FD938F4-BEBC-D869-6F34-8B16E02EF0D8}"/>
          </ac:spMkLst>
        </pc:spChg>
        <pc:spChg chg="mod">
          <ac:chgData name="Grace PAN" userId="S::gracepan@ibm.com::005e5af3-4512-458e-8280-6559b1d3712f" providerId="AD" clId="Web-{B63F54FC-6535-FB63-42CE-CB9B20E78676}" dt="2026-05-08T09:27:21.360" v="223" actId="1076"/>
          <ac:spMkLst>
            <pc:docMk/>
            <pc:sldMk cId="933496858" sldId="332"/>
            <ac:spMk id="142" creationId="{99608932-FB24-32C2-25AE-EF98BEA5A1F1}"/>
          </ac:spMkLst>
        </pc:spChg>
        <pc:spChg chg="mod">
          <ac:chgData name="Grace PAN" userId="S::gracepan@ibm.com::005e5af3-4512-458e-8280-6559b1d3712f" providerId="AD" clId="Web-{B63F54FC-6535-FB63-42CE-CB9B20E78676}" dt="2026-05-08T09:27:21.422" v="224" actId="1076"/>
          <ac:spMkLst>
            <pc:docMk/>
            <pc:sldMk cId="933496858" sldId="332"/>
            <ac:spMk id="143" creationId="{B9A14136-B05B-4501-806C-C33CA7987583}"/>
          </ac:spMkLst>
        </pc:spChg>
        <pc:spChg chg="mod">
          <ac:chgData name="Grace PAN" userId="S::gracepan@ibm.com::005e5af3-4512-458e-8280-6559b1d3712f" providerId="AD" clId="Web-{B63F54FC-6535-FB63-42CE-CB9B20E78676}" dt="2026-05-08T09:27:21.485" v="225" actId="1076"/>
          <ac:spMkLst>
            <pc:docMk/>
            <pc:sldMk cId="933496858" sldId="332"/>
            <ac:spMk id="144" creationId="{4F8DA0CA-A4A7-92DE-EF88-D4EAC5306E60}"/>
          </ac:spMkLst>
        </pc:spChg>
        <pc:spChg chg="mod">
          <ac:chgData name="Grace PAN" userId="S::gracepan@ibm.com::005e5af3-4512-458e-8280-6559b1d3712f" providerId="AD" clId="Web-{B63F54FC-6535-FB63-42CE-CB9B20E78676}" dt="2026-05-08T09:27:21.547" v="226" actId="1076"/>
          <ac:spMkLst>
            <pc:docMk/>
            <pc:sldMk cId="933496858" sldId="332"/>
            <ac:spMk id="145" creationId="{CAF4F31C-1CFD-D25F-5CB5-8946536CF526}"/>
          </ac:spMkLst>
        </pc:spChg>
        <pc:spChg chg="mod">
          <ac:chgData name="Grace PAN" userId="S::gracepan@ibm.com::005e5af3-4512-458e-8280-6559b1d3712f" providerId="AD" clId="Web-{B63F54FC-6535-FB63-42CE-CB9B20E78676}" dt="2026-05-08T09:27:21.610" v="227" actId="1076"/>
          <ac:spMkLst>
            <pc:docMk/>
            <pc:sldMk cId="933496858" sldId="332"/>
            <ac:spMk id="146" creationId="{51E8D661-5446-6E0F-E045-DE93210C6653}"/>
          </ac:spMkLst>
        </pc:spChg>
        <pc:spChg chg="mod">
          <ac:chgData name="Grace PAN" userId="S::gracepan@ibm.com::005e5af3-4512-458e-8280-6559b1d3712f" providerId="AD" clId="Web-{B63F54FC-6535-FB63-42CE-CB9B20E78676}" dt="2026-05-08T09:27:21.688" v="228" actId="1076"/>
          <ac:spMkLst>
            <pc:docMk/>
            <pc:sldMk cId="933496858" sldId="332"/>
            <ac:spMk id="147" creationId="{9F737576-BD50-29D6-DA09-D1933C871274}"/>
          </ac:spMkLst>
        </pc:spChg>
        <pc:grpChg chg="mod">
          <ac:chgData name="Grace PAN" userId="S::gracepan@ibm.com::005e5af3-4512-458e-8280-6559b1d3712f" providerId="AD" clId="Web-{B63F54FC-6535-FB63-42CE-CB9B20E78676}" dt="2026-05-08T09:27:19.235" v="195" actId="1076"/>
          <ac:grpSpMkLst>
            <pc:docMk/>
            <pc:sldMk cId="933496858" sldId="332"/>
            <ac:grpSpMk id="90" creationId="{AC81450C-70C4-8815-EBEE-17B6D414F9DD}"/>
          </ac:grpSpMkLst>
        </pc:grpChg>
        <pc:grpChg chg="mod">
          <ac:chgData name="Grace PAN" userId="S::gracepan@ibm.com::005e5af3-4512-458e-8280-6559b1d3712f" providerId="AD" clId="Web-{B63F54FC-6535-FB63-42CE-CB9B20E78676}" dt="2026-05-08T09:27:19.422" v="197" actId="1076"/>
          <ac:grpSpMkLst>
            <pc:docMk/>
            <pc:sldMk cId="933496858" sldId="332"/>
            <ac:grpSpMk id="95" creationId="{D88F60D1-2E0B-FD75-FD21-50F6AAD785FF}"/>
          </ac:grpSpMkLst>
        </pc:grpChg>
        <pc:grpChg chg="mod">
          <ac:chgData name="Grace PAN" userId="S::gracepan@ibm.com::005e5af3-4512-458e-8280-6559b1d3712f" providerId="AD" clId="Web-{B63F54FC-6535-FB63-42CE-CB9B20E78676}" dt="2026-05-08T09:27:19.532" v="198" actId="1076"/>
          <ac:grpSpMkLst>
            <pc:docMk/>
            <pc:sldMk cId="933496858" sldId="332"/>
            <ac:grpSpMk id="99" creationId="{431E3F46-6638-0EC3-E7D7-D23D1C677023}"/>
          </ac:grpSpMkLst>
        </pc:grpChg>
        <pc:grpChg chg="mod">
          <ac:chgData name="Grace PAN" userId="S::gracepan@ibm.com::005e5af3-4512-458e-8280-6559b1d3712f" providerId="AD" clId="Web-{B63F54FC-6535-FB63-42CE-CB9B20E78676}" dt="2026-05-08T09:27:19.688" v="200" actId="1076"/>
          <ac:grpSpMkLst>
            <pc:docMk/>
            <pc:sldMk cId="933496858" sldId="332"/>
            <ac:grpSpMk id="111" creationId="{8021E2A5-6165-B3E1-4B4A-6A88AEB40DC6}"/>
          </ac:grpSpMkLst>
        </pc:grpChg>
        <pc:grpChg chg="mod">
          <ac:chgData name="Grace PAN" userId="S::gracepan@ibm.com::005e5af3-4512-458e-8280-6559b1d3712f" providerId="AD" clId="Web-{B63F54FC-6535-FB63-42CE-CB9B20E78676}" dt="2026-05-08T09:27:19.750" v="201" actId="1076"/>
          <ac:grpSpMkLst>
            <pc:docMk/>
            <pc:sldMk cId="933496858" sldId="332"/>
            <ac:grpSpMk id="114" creationId="{9C0B2AD0-9045-76BE-478F-CC6050FE54DF}"/>
          </ac:grpSpMkLst>
        </pc:grpChg>
        <pc:grpChg chg="mod">
          <ac:chgData name="Grace PAN" userId="S::gracepan@ibm.com::005e5af3-4512-458e-8280-6559b1d3712f" providerId="AD" clId="Web-{B63F54FC-6535-FB63-42CE-CB9B20E78676}" dt="2026-05-08T09:27:19.813" v="202" actId="1076"/>
          <ac:grpSpMkLst>
            <pc:docMk/>
            <pc:sldMk cId="933496858" sldId="332"/>
            <ac:grpSpMk id="117" creationId="{0F90076F-D103-CDB6-296D-C0B30D9A17BD}"/>
          </ac:grpSpMkLst>
        </pc:grpChg>
        <pc:grpChg chg="mod">
          <ac:chgData name="Grace PAN" userId="S::gracepan@ibm.com::005e5af3-4512-458e-8280-6559b1d3712f" providerId="AD" clId="Web-{B63F54FC-6535-FB63-42CE-CB9B20E78676}" dt="2026-05-08T09:27:19.891" v="203" actId="1076"/>
          <ac:grpSpMkLst>
            <pc:docMk/>
            <pc:sldMk cId="933496858" sldId="332"/>
            <ac:grpSpMk id="120" creationId="{DB6F47EB-9238-B51D-71C9-6DA7920979BF}"/>
          </ac:grpSpMkLst>
        </pc:grpChg>
        <pc:graphicFrameChg chg="mod">
          <ac:chgData name="Grace PAN" userId="S::gracepan@ibm.com::005e5af3-4512-458e-8280-6559b1d3712f" providerId="AD" clId="Web-{B63F54FC-6535-FB63-42CE-CB9B20E78676}" dt="2026-05-08T09:27:19.954" v="204" actId="1076"/>
          <ac:graphicFrameMkLst>
            <pc:docMk/>
            <pc:sldMk cId="933496858" sldId="332"/>
            <ac:graphicFrameMk id="123" creationId="{09916A9E-203E-ECC8-04BC-442DA678930C}"/>
          </ac:graphicFrameMkLst>
        </pc:graphicFrameChg>
        <pc:graphicFrameChg chg="mod">
          <ac:chgData name="Grace PAN" userId="S::gracepan@ibm.com::005e5af3-4512-458e-8280-6559b1d3712f" providerId="AD" clId="Web-{B63F54FC-6535-FB63-42CE-CB9B20E78676}" dt="2026-05-08T09:27:20.047" v="205" actId="1076"/>
          <ac:graphicFrameMkLst>
            <pc:docMk/>
            <pc:sldMk cId="933496858" sldId="332"/>
            <ac:graphicFrameMk id="124" creationId="{5985A77C-C688-06B0-69CC-662309396FAD}"/>
          </ac:graphicFrameMkLst>
        </pc:graphicFrameChg>
      </pc:sldChg>
      <pc:sldChg chg="add mod modShow">
        <pc:chgData name="Grace PAN" userId="S::gracepan@ibm.com::005e5af3-4512-458e-8280-6559b1d3712f" providerId="AD" clId="Web-{B63F54FC-6535-FB63-42CE-CB9B20E78676}" dt="2026-05-08T09:26:16.515" v="41"/>
        <pc:sldMkLst>
          <pc:docMk/>
          <pc:sldMk cId="2115262479" sldId="334"/>
        </pc:sldMkLst>
      </pc:sldChg>
      <pc:sldChg chg="add del mod modShow">
        <pc:chgData name="Grace PAN" userId="S::gracepan@ibm.com::005e5af3-4512-458e-8280-6559b1d3712f" providerId="AD" clId="Web-{B63F54FC-6535-FB63-42CE-CB9B20E78676}" dt="2026-05-08T09:24:25.341" v="24"/>
        <pc:sldMkLst>
          <pc:docMk/>
          <pc:sldMk cId="4155711038" sldId="334"/>
        </pc:sldMkLst>
      </pc:sldChg>
      <pc:sldChg chg="add del">
        <pc:chgData name="Grace PAN" userId="S::gracepan@ibm.com::005e5af3-4512-458e-8280-6559b1d3712f" providerId="AD" clId="Web-{B63F54FC-6535-FB63-42CE-CB9B20E78676}" dt="2026-05-08T09:33:58.944" v="317"/>
        <pc:sldMkLst>
          <pc:docMk/>
          <pc:sldMk cId="1212259590" sldId="340"/>
        </pc:sldMkLst>
      </pc:sldChg>
      <pc:sldChg chg="modSp add del mod modShow">
        <pc:chgData name="Grace PAN" userId="S::gracepan@ibm.com::005e5af3-4512-458e-8280-6559b1d3712f" providerId="AD" clId="Web-{B63F54FC-6535-FB63-42CE-CB9B20E78676}" dt="2026-05-08T09:24:25.403" v="25"/>
        <pc:sldMkLst>
          <pc:docMk/>
          <pc:sldMk cId="1646975675" sldId="340"/>
        </pc:sldMkLst>
        <pc:spChg chg="mod">
          <ac:chgData name="Grace PAN" userId="S::gracepan@ibm.com::005e5af3-4512-458e-8280-6559b1d3712f" providerId="AD" clId="Web-{B63F54FC-6535-FB63-42CE-CB9B20E78676}" dt="2026-05-08T09:14:57.076" v="6" actId="20577"/>
          <ac:spMkLst>
            <pc:docMk/>
            <pc:sldMk cId="1646975675" sldId="340"/>
            <ac:spMk id="5" creationId="{46E6A057-E15B-698B-ACD5-CC4DDD4D9429}"/>
          </ac:spMkLst>
        </pc:spChg>
      </pc:sldChg>
      <pc:sldChg chg="modSp add del">
        <pc:chgData name="Grace PAN" userId="S::gracepan@ibm.com::005e5af3-4512-458e-8280-6559b1d3712f" providerId="AD" clId="Web-{B63F54FC-6535-FB63-42CE-CB9B20E78676}" dt="2026-05-08T09:30:07.034" v="245"/>
        <pc:sldMkLst>
          <pc:docMk/>
          <pc:sldMk cId="3195969978" sldId="340"/>
        </pc:sldMkLst>
        <pc:spChg chg="mod">
          <ac:chgData name="Grace PAN" userId="S::gracepan@ibm.com::005e5af3-4512-458e-8280-6559b1d3712f" providerId="AD" clId="Web-{B63F54FC-6535-FB63-42CE-CB9B20E78676}" dt="2026-05-08T09:28:57.362" v="234"/>
          <ac:spMkLst>
            <pc:docMk/>
            <pc:sldMk cId="3195969978" sldId="340"/>
            <ac:spMk id="5" creationId="{EBB086AC-35B5-9AEF-D80C-2ADDC24E177D}"/>
          </ac:spMkLst>
        </pc:spChg>
      </pc:sldChg>
      <pc:sldChg chg="add del replId">
        <pc:chgData name="Grace PAN" userId="S::gracepan@ibm.com::005e5af3-4512-458e-8280-6559b1d3712f" providerId="AD" clId="Web-{B63F54FC-6535-FB63-42CE-CB9B20E78676}" dt="2026-05-08T09:33:45.005" v="315"/>
        <pc:sldMkLst>
          <pc:docMk/>
          <pc:sldMk cId="3866034557" sldId="340"/>
        </pc:sldMkLst>
      </pc:sldChg>
      <pc:sldChg chg="modSp add del">
        <pc:chgData name="Grace PAN" userId="S::gracepan@ibm.com::005e5af3-4512-458e-8280-6559b1d3712f" providerId="AD" clId="Web-{B63F54FC-6535-FB63-42CE-CB9B20E78676}" dt="2026-05-08T09:30:43.832" v="252"/>
        <pc:sldMkLst>
          <pc:docMk/>
          <pc:sldMk cId="1815565720" sldId="341"/>
        </pc:sldMkLst>
        <pc:spChg chg="mod">
          <ac:chgData name="Grace PAN" userId="S::gracepan@ibm.com::005e5af3-4512-458e-8280-6559b1d3712f" providerId="AD" clId="Web-{B63F54FC-6535-FB63-42CE-CB9B20E78676}" dt="2026-05-08T09:29:02.112" v="235"/>
          <ac:spMkLst>
            <pc:docMk/>
            <pc:sldMk cId="1815565720" sldId="341"/>
            <ac:spMk id="5" creationId="{9FE8749F-FC85-5AFD-A71C-4DF9A067AB2E}"/>
          </ac:spMkLst>
        </pc:spChg>
      </pc:sldChg>
      <pc:sldChg chg="modSp add del">
        <pc:chgData name="Grace PAN" userId="S::gracepan@ibm.com::005e5af3-4512-458e-8280-6559b1d3712f" providerId="AD" clId="Web-{B63F54FC-6535-FB63-42CE-CB9B20E78676}" dt="2026-05-08T09:31:00.241" v="255"/>
        <pc:sldMkLst>
          <pc:docMk/>
          <pc:sldMk cId="1201277332" sldId="347"/>
        </pc:sldMkLst>
        <pc:spChg chg="mod">
          <ac:chgData name="Grace PAN" userId="S::gracepan@ibm.com::005e5af3-4512-458e-8280-6559b1d3712f" providerId="AD" clId="Web-{B63F54FC-6535-FB63-42CE-CB9B20E78676}" dt="2026-05-08T09:29:08.471" v="236"/>
          <ac:spMkLst>
            <pc:docMk/>
            <pc:sldMk cId="1201277332" sldId="347"/>
            <ac:spMk id="5" creationId="{65A6CD75-D079-DFAE-BF9B-E9523848B1FB}"/>
          </ac:spMkLst>
        </pc:spChg>
      </pc:sldChg>
    </pc:docChg>
  </pc:docChgLst>
  <pc:docChgLst>
    <pc:chgData name="Aleksandra Lopatynska" userId="S::aleksandra.lopatynska@pl.ibm.com::1418d13c-4133-4af0-81a9-348344733057" providerId="AD" clId="Web-{56B1347F-19EF-585F-A58A-530F7B155921}"/>
    <pc:docChg chg="modSld">
      <pc:chgData name="Aleksandra Lopatynska" userId="S::aleksandra.lopatynska@pl.ibm.com::1418d13c-4133-4af0-81a9-348344733057" providerId="AD" clId="Web-{56B1347F-19EF-585F-A58A-530F7B155921}" dt="2026-05-08T16:40:36.825" v="146" actId="20577"/>
      <pc:docMkLst>
        <pc:docMk/>
      </pc:docMkLst>
      <pc:sldChg chg="modSp">
        <pc:chgData name="Aleksandra Lopatynska" userId="S::aleksandra.lopatynska@pl.ibm.com::1418d13c-4133-4af0-81a9-348344733057" providerId="AD" clId="Web-{56B1347F-19EF-585F-A58A-530F7B155921}" dt="2026-05-08T16:40:36.825" v="146" actId="20577"/>
        <pc:sldMkLst>
          <pc:docMk/>
          <pc:sldMk cId="1889072006" sldId="319"/>
        </pc:sldMkLst>
        <pc:spChg chg="mod">
          <ac:chgData name="Aleksandra Lopatynska" userId="S::aleksandra.lopatynska@pl.ibm.com::1418d13c-4133-4af0-81a9-348344733057" providerId="AD" clId="Web-{56B1347F-19EF-585F-A58A-530F7B155921}" dt="2026-05-08T16:40:36.825" v="146" actId="20577"/>
          <ac:spMkLst>
            <pc:docMk/>
            <pc:sldMk cId="1889072006" sldId="319"/>
            <ac:spMk id="4" creationId="{3C8E0E0E-4E17-4DD5-5A52-EE60E2B613BD}"/>
          </ac:spMkLst>
        </pc:spChg>
        <pc:graphicFrameChg chg="mod modGraphic">
          <ac:chgData name="Aleksandra Lopatynska" userId="S::aleksandra.lopatynska@pl.ibm.com::1418d13c-4133-4af0-81a9-348344733057" providerId="AD" clId="Web-{56B1347F-19EF-585F-A58A-530F7B155921}" dt="2026-05-08T16:19:13.119" v="141"/>
          <ac:graphicFrameMkLst>
            <pc:docMk/>
            <pc:sldMk cId="1889072006" sldId="319"/>
            <ac:graphicFrameMk id="3" creationId="{88010ABF-B7FD-B267-1C52-0FA53C191E76}"/>
          </ac:graphicFrameMkLst>
        </pc:graphicFrameChg>
      </pc:sldChg>
      <pc:sldChg chg="modSp">
        <pc:chgData name="Aleksandra Lopatynska" userId="S::aleksandra.lopatynska@pl.ibm.com::1418d13c-4133-4af0-81a9-348344733057" providerId="AD" clId="Web-{56B1347F-19EF-585F-A58A-530F7B155921}" dt="2026-05-08T16:19:47.293" v="142" actId="1076"/>
        <pc:sldMkLst>
          <pc:docMk/>
          <pc:sldMk cId="862935155" sldId="2147482933"/>
        </pc:sldMkLst>
        <pc:spChg chg="mod">
          <ac:chgData name="Aleksandra Lopatynska" userId="S::aleksandra.lopatynska@pl.ibm.com::1418d13c-4133-4af0-81a9-348344733057" providerId="AD" clId="Web-{56B1347F-19EF-585F-A58A-530F7B155921}" dt="2026-05-08T16:19:47.293" v="142" actId="1076"/>
          <ac:spMkLst>
            <pc:docMk/>
            <pc:sldMk cId="862935155" sldId="2147482933"/>
            <ac:spMk id="2" creationId="{846F937D-AF34-2648-0225-CCF5A53ED133}"/>
          </ac:spMkLst>
        </pc:spChg>
      </pc:sldChg>
    </pc:docChg>
  </pc:docChgLst>
  <pc:docChgLst>
    <pc:chgData name="Aleksandra Lopatynska" userId="S::aleksandra.lopatynska@pl.ibm.com::1418d13c-4133-4af0-81a9-348344733057" providerId="AD" clId="Web-{B5E5D5BB-39AE-0EF4-5BF1-4792DDE5A971}"/>
    <pc:docChg chg="modSld">
      <pc:chgData name="Aleksandra Lopatynska" userId="S::aleksandra.lopatynska@pl.ibm.com::1418d13c-4133-4af0-81a9-348344733057" providerId="AD" clId="Web-{B5E5D5BB-39AE-0EF4-5BF1-4792DDE5A971}" dt="2026-05-08T12:15:30.353" v="11"/>
      <pc:docMkLst>
        <pc:docMk/>
      </pc:docMkLst>
      <pc:sldChg chg="modSp">
        <pc:chgData name="Aleksandra Lopatynska" userId="S::aleksandra.lopatynska@pl.ibm.com::1418d13c-4133-4af0-81a9-348344733057" providerId="AD" clId="Web-{B5E5D5BB-39AE-0EF4-5BF1-4792DDE5A971}" dt="2026-05-08T12:15:30.353" v="11"/>
        <pc:sldMkLst>
          <pc:docMk/>
          <pc:sldMk cId="1208127481" sldId="319"/>
        </pc:sldMkLst>
        <pc:graphicFrameChg chg="mod modGraphic">
          <ac:chgData name="Aleksandra Lopatynska" userId="S::aleksandra.lopatynska@pl.ibm.com::1418d13c-4133-4af0-81a9-348344733057" providerId="AD" clId="Web-{B5E5D5BB-39AE-0EF4-5BF1-4792DDE5A971}" dt="2026-05-08T12:15:30.353" v="11"/>
          <ac:graphicFrameMkLst>
            <pc:docMk/>
            <pc:sldMk cId="1208127481" sldId="319"/>
            <ac:graphicFrameMk id="3" creationId="{88010ABF-B7FD-B267-1C52-0FA53C191E76}"/>
          </ac:graphicFrameMkLst>
        </pc:graphicFrameChg>
      </pc:sldChg>
    </pc:docChg>
  </pc:docChgLst>
  <pc:docChgLst>
    <pc:chgData name="Grace PAN" userId="S::gracepan@ibm.com::005e5af3-4512-458e-8280-6559b1d3712f" providerId="AD" clId="Web-{48FEAB4E-E3E2-AA2E-AEB1-9819142D6044}"/>
    <pc:docChg chg="modSld">
      <pc:chgData name="Grace PAN" userId="S::gracepan@ibm.com::005e5af3-4512-458e-8280-6559b1d3712f" providerId="AD" clId="Web-{48FEAB4E-E3E2-AA2E-AEB1-9819142D6044}" dt="2026-05-08T08:59:39.618" v="0" actId="20577"/>
      <pc:docMkLst>
        <pc:docMk/>
      </pc:docMkLst>
      <pc:sldChg chg="modSp">
        <pc:chgData name="Grace PAN" userId="S::gracepan@ibm.com::005e5af3-4512-458e-8280-6559b1d3712f" providerId="AD" clId="Web-{48FEAB4E-E3E2-AA2E-AEB1-9819142D6044}" dt="2026-05-08T08:59:39.618" v="0" actId="20577"/>
        <pc:sldMkLst>
          <pc:docMk/>
          <pc:sldMk cId="2874164004" sldId="2147482950"/>
        </pc:sldMkLst>
        <pc:spChg chg="mod">
          <ac:chgData name="Grace PAN" userId="S::gracepan@ibm.com::005e5af3-4512-458e-8280-6559b1d3712f" providerId="AD" clId="Web-{48FEAB4E-E3E2-AA2E-AEB1-9819142D6044}" dt="2026-05-08T08:59:39.618" v="0" actId="20577"/>
          <ac:spMkLst>
            <pc:docMk/>
            <pc:sldMk cId="2874164004" sldId="2147482950"/>
            <ac:spMk id="168" creationId="{2826D148-CDBA-9630-94A3-8916F9F88B18}"/>
          </ac:spMkLst>
        </pc:spChg>
      </pc:sldChg>
    </pc:docChg>
  </pc:docChgLst>
  <pc:docChgLst>
    <pc:chgData name="Bostjan Sekovanic" userId="S::sekovanic@hu.ibm.com::a9d24dd4-9bc3-4055-9794-a772062e265e" providerId="AD" clId="Web-{A9CEE4C9-14BB-F012-2BA1-E58E09DF6B01}"/>
    <pc:docChg chg="modSld">
      <pc:chgData name="Bostjan Sekovanic" userId="S::sekovanic@hu.ibm.com::a9d24dd4-9bc3-4055-9794-a772062e265e" providerId="AD" clId="Web-{A9CEE4C9-14BB-F012-2BA1-E58E09DF6B01}" dt="2026-05-06T07:53:20.927" v="219"/>
      <pc:docMkLst>
        <pc:docMk/>
      </pc:docMkLst>
    </pc:docChg>
  </pc:docChgLst>
  <pc:docChgLst>
    <pc:chgData name="Bostjan Sekovanic" userId="S::sekovanic@hu.ibm.com::a9d24dd4-9bc3-4055-9794-a772062e265e" providerId="AD" clId="Web-{ECFAA511-A4FC-CC8E-48DC-2E309446689B}"/>
    <pc:docChg chg="addSld">
      <pc:chgData name="Bostjan Sekovanic" userId="S::sekovanic@hu.ibm.com::a9d24dd4-9bc3-4055-9794-a772062e265e" providerId="AD" clId="Web-{ECFAA511-A4FC-CC8E-48DC-2E309446689B}" dt="2026-05-06T18:24:59.299" v="4"/>
      <pc:docMkLst>
        <pc:docMk/>
      </pc:docMkLst>
    </pc:docChg>
  </pc:docChgLst>
  <pc:docChgLst>
    <pc:chgData name="Bostjan Sekovanic" userId="S::sekovanic@hu.ibm.com::a9d24dd4-9bc3-4055-9794-a772062e265e" providerId="AD" clId="Web-{90BDCD12-B15D-135F-F4A9-5C8B5992B2B7}"/>
    <pc:docChg chg="addSld delSld modSld">
      <pc:chgData name="Bostjan Sekovanic" userId="S::sekovanic@hu.ibm.com::a9d24dd4-9bc3-4055-9794-a772062e265e" providerId="AD" clId="Web-{90BDCD12-B15D-135F-F4A9-5C8B5992B2B7}" dt="2026-05-07T16:53:24.973" v="347" actId="14100"/>
      <pc:docMkLst>
        <pc:docMk/>
      </pc:docMkLst>
      <pc:sldChg chg="add replId">
        <pc:chgData name="Bostjan Sekovanic" userId="S::sekovanic@hu.ibm.com::a9d24dd4-9bc3-4055-9794-a772062e265e" providerId="AD" clId="Web-{90BDCD12-B15D-135F-F4A9-5C8B5992B2B7}" dt="2026-05-07T16:40:48.188" v="74"/>
        <pc:sldMkLst>
          <pc:docMk/>
          <pc:sldMk cId="422910165" sldId="256"/>
        </pc:sldMkLst>
      </pc:sldChg>
      <pc:sldChg chg="add replId">
        <pc:chgData name="Bostjan Sekovanic" userId="S::sekovanic@hu.ibm.com::a9d24dd4-9bc3-4055-9794-a772062e265e" providerId="AD" clId="Web-{90BDCD12-B15D-135F-F4A9-5C8B5992B2B7}" dt="2026-05-07T16:40:48.501" v="75"/>
        <pc:sldMkLst>
          <pc:docMk/>
          <pc:sldMk cId="2338413903" sldId="257"/>
        </pc:sldMkLst>
      </pc:sldChg>
      <pc:sldChg chg="add del">
        <pc:chgData name="Bostjan Sekovanic" userId="S::sekovanic@hu.ibm.com::a9d24dd4-9bc3-4055-9794-a772062e265e" providerId="AD" clId="Web-{90BDCD12-B15D-135F-F4A9-5C8B5992B2B7}" dt="2026-05-07T16:41:27.019" v="78"/>
        <pc:sldMkLst>
          <pc:docMk/>
          <pc:sldMk cId="1569055550" sldId="258"/>
        </pc:sldMkLst>
      </pc:sldChg>
      <pc:sldChg chg="modSp add replId">
        <pc:chgData name="Bostjan Sekovanic" userId="S::sekovanic@hu.ibm.com::a9d24dd4-9bc3-4055-9794-a772062e265e" providerId="AD" clId="Web-{90BDCD12-B15D-135F-F4A9-5C8B5992B2B7}" dt="2026-05-07T16:41:01.080" v="77" actId="20577"/>
        <pc:sldMkLst>
          <pc:docMk/>
          <pc:sldMk cId="3505655741" sldId="259"/>
        </pc:sldMkLst>
        <pc:spChg chg="mod">
          <ac:chgData name="Bostjan Sekovanic" userId="S::sekovanic@hu.ibm.com::a9d24dd4-9bc3-4055-9794-a772062e265e" providerId="AD" clId="Web-{90BDCD12-B15D-135F-F4A9-5C8B5992B2B7}" dt="2026-05-07T16:41:01.080" v="77" actId="20577"/>
          <ac:spMkLst>
            <pc:docMk/>
            <pc:sldMk cId="3505655741" sldId="259"/>
            <ac:spMk id="7" creationId="{F227CC7C-9C37-D8FA-0835-6C5F59559ADD}"/>
          </ac:spMkLst>
        </pc:spChg>
      </pc:sldChg>
      <pc:sldChg chg="modSp add">
        <pc:chgData name="Bostjan Sekovanic" userId="S::sekovanic@hu.ibm.com::a9d24dd4-9bc3-4055-9794-a772062e265e" providerId="AD" clId="Web-{90BDCD12-B15D-135F-F4A9-5C8B5992B2B7}" dt="2026-05-07T16:51:40.378" v="340" actId="20577"/>
        <pc:sldMkLst>
          <pc:docMk/>
          <pc:sldMk cId="3222926200" sldId="261"/>
        </pc:sldMkLst>
        <pc:spChg chg="mod">
          <ac:chgData name="Bostjan Sekovanic" userId="S::sekovanic@hu.ibm.com::a9d24dd4-9bc3-4055-9794-a772062e265e" providerId="AD" clId="Web-{90BDCD12-B15D-135F-F4A9-5C8B5992B2B7}" dt="2026-05-07T16:51:33.425" v="338" actId="20577"/>
          <ac:spMkLst>
            <pc:docMk/>
            <pc:sldMk cId="3222926200" sldId="261"/>
            <ac:spMk id="10" creationId="{1054C788-7A79-E967-8954-12249936BB20}"/>
          </ac:spMkLst>
        </pc:spChg>
        <pc:spChg chg="mod">
          <ac:chgData name="Bostjan Sekovanic" userId="S::sekovanic@hu.ibm.com::a9d24dd4-9bc3-4055-9794-a772062e265e" providerId="AD" clId="Web-{90BDCD12-B15D-135F-F4A9-5C8B5992B2B7}" dt="2026-05-07T16:51:40.378" v="340" actId="20577"/>
          <ac:spMkLst>
            <pc:docMk/>
            <pc:sldMk cId="3222926200" sldId="261"/>
            <ac:spMk id="11" creationId="{A4783B1C-9FAE-3FAE-967F-DB453A8C9EF0}"/>
          </ac:spMkLst>
        </pc:spChg>
        <pc:spChg chg="mod">
          <ac:chgData name="Bostjan Sekovanic" userId="S::sekovanic@hu.ibm.com::a9d24dd4-9bc3-4055-9794-a772062e265e" providerId="AD" clId="Web-{90BDCD12-B15D-135F-F4A9-5C8B5992B2B7}" dt="2026-05-07T16:51:29.019" v="334" actId="20577"/>
          <ac:spMkLst>
            <pc:docMk/>
            <pc:sldMk cId="3222926200" sldId="261"/>
            <ac:spMk id="21" creationId="{754874C4-BC7A-2E80-38C6-A546125FAF8B}"/>
          </ac:spMkLst>
        </pc:spChg>
      </pc:sldChg>
      <pc:sldChg chg="del">
        <pc:chgData name="Bostjan Sekovanic" userId="S::sekovanic@hu.ibm.com::a9d24dd4-9bc3-4055-9794-a772062e265e" providerId="AD" clId="Web-{90BDCD12-B15D-135F-F4A9-5C8B5992B2B7}" dt="2026-05-07T16:28:31.890" v="27"/>
        <pc:sldMkLst>
          <pc:docMk/>
          <pc:sldMk cId="497022090" sldId="262"/>
        </pc:sldMkLst>
      </pc:sldChg>
      <pc:sldChg chg="modSp">
        <pc:chgData name="Bostjan Sekovanic" userId="S::sekovanic@hu.ibm.com::a9d24dd4-9bc3-4055-9794-a772062e265e" providerId="AD" clId="Web-{90BDCD12-B15D-135F-F4A9-5C8B5992B2B7}" dt="2026-05-07T16:21:10.101" v="3" actId="20577"/>
        <pc:sldMkLst>
          <pc:docMk/>
          <pc:sldMk cId="4245042507" sldId="264"/>
        </pc:sldMkLst>
        <pc:spChg chg="mod">
          <ac:chgData name="Bostjan Sekovanic" userId="S::sekovanic@hu.ibm.com::a9d24dd4-9bc3-4055-9794-a772062e265e" providerId="AD" clId="Web-{90BDCD12-B15D-135F-F4A9-5C8B5992B2B7}" dt="2026-05-07T16:21:10.101" v="3" actId="20577"/>
          <ac:spMkLst>
            <pc:docMk/>
            <pc:sldMk cId="4245042507" sldId="264"/>
            <ac:spMk id="34" creationId="{DF9162F2-3406-FF6E-0D76-D9A1BA753CAD}"/>
          </ac:spMkLst>
        </pc:spChg>
      </pc:sldChg>
      <pc:sldChg chg="modSp">
        <pc:chgData name="Bostjan Sekovanic" userId="S::sekovanic@hu.ibm.com::a9d24dd4-9bc3-4055-9794-a772062e265e" providerId="AD" clId="Web-{90BDCD12-B15D-135F-F4A9-5C8B5992B2B7}" dt="2026-05-07T16:27:08.795" v="15"/>
        <pc:sldMkLst>
          <pc:docMk/>
          <pc:sldMk cId="315820621" sldId="280"/>
        </pc:sldMkLst>
        <pc:graphicFrameChg chg="mod modGraphic">
          <ac:chgData name="Bostjan Sekovanic" userId="S::sekovanic@hu.ibm.com::a9d24dd4-9bc3-4055-9794-a772062e265e" providerId="AD" clId="Web-{90BDCD12-B15D-135F-F4A9-5C8B5992B2B7}" dt="2026-05-07T16:27:08.795" v="15"/>
          <ac:graphicFrameMkLst>
            <pc:docMk/>
            <pc:sldMk cId="315820621" sldId="280"/>
            <ac:graphicFrameMk id="2" creationId="{A92807D5-1744-1ED1-C2A4-4D600D316227}"/>
          </ac:graphicFrameMkLst>
        </pc:graphicFrameChg>
      </pc:sldChg>
      <pc:sldChg chg="modSp">
        <pc:chgData name="Bostjan Sekovanic" userId="S::sekovanic@hu.ibm.com::a9d24dd4-9bc3-4055-9794-a772062e265e" providerId="AD" clId="Web-{90BDCD12-B15D-135F-F4A9-5C8B5992B2B7}" dt="2026-05-07T16:39:30.307" v="73" actId="20577"/>
        <pc:sldMkLst>
          <pc:docMk/>
          <pc:sldMk cId="1873110623" sldId="321"/>
        </pc:sldMkLst>
        <pc:spChg chg="mod">
          <ac:chgData name="Bostjan Sekovanic" userId="S::sekovanic@hu.ibm.com::a9d24dd4-9bc3-4055-9794-a772062e265e" providerId="AD" clId="Web-{90BDCD12-B15D-135F-F4A9-5C8B5992B2B7}" dt="2026-05-07T16:39:30.307" v="73" actId="20577"/>
          <ac:spMkLst>
            <pc:docMk/>
            <pc:sldMk cId="1873110623" sldId="321"/>
            <ac:spMk id="8" creationId="{ECB7C926-1167-1129-5A61-2E3994BE1122}"/>
          </ac:spMkLst>
        </pc:spChg>
      </pc:sldChg>
      <pc:sldChg chg="del">
        <pc:chgData name="Bostjan Sekovanic" userId="S::sekovanic@hu.ibm.com::a9d24dd4-9bc3-4055-9794-a772062e265e" providerId="AD" clId="Web-{90BDCD12-B15D-135F-F4A9-5C8B5992B2B7}" dt="2026-05-07T16:28:31.890" v="28"/>
        <pc:sldMkLst>
          <pc:docMk/>
          <pc:sldMk cId="3855928334" sldId="2147482954"/>
        </pc:sldMkLst>
      </pc:sldChg>
      <pc:sldChg chg="del">
        <pc:chgData name="Bostjan Sekovanic" userId="S::sekovanic@hu.ibm.com::a9d24dd4-9bc3-4055-9794-a772062e265e" providerId="AD" clId="Web-{90BDCD12-B15D-135F-F4A9-5C8B5992B2B7}" dt="2026-05-07T16:28:31.858" v="26"/>
        <pc:sldMkLst>
          <pc:docMk/>
          <pc:sldMk cId="3286300832" sldId="2147483563"/>
        </pc:sldMkLst>
      </pc:sldChg>
      <pc:sldChg chg="del">
        <pc:chgData name="Bostjan Sekovanic" userId="S::sekovanic@hu.ibm.com::a9d24dd4-9bc3-4055-9794-a772062e265e" providerId="AD" clId="Web-{90BDCD12-B15D-135F-F4A9-5C8B5992B2B7}" dt="2026-05-07T16:28:31.827" v="25"/>
        <pc:sldMkLst>
          <pc:docMk/>
          <pc:sldMk cId="3388478466" sldId="2147483564"/>
        </pc:sldMkLst>
      </pc:sldChg>
      <pc:sldChg chg="del">
        <pc:chgData name="Bostjan Sekovanic" userId="S::sekovanic@hu.ibm.com::a9d24dd4-9bc3-4055-9794-a772062e265e" providerId="AD" clId="Web-{90BDCD12-B15D-135F-F4A9-5C8B5992B2B7}" dt="2026-05-07T16:28:31.827" v="24"/>
        <pc:sldMkLst>
          <pc:docMk/>
          <pc:sldMk cId="1440117166" sldId="2147483565"/>
        </pc:sldMkLst>
      </pc:sldChg>
      <pc:sldChg chg="add del">
        <pc:chgData name="Bostjan Sekovanic" userId="S::sekovanic@hu.ibm.com::a9d24dd4-9bc3-4055-9794-a772062e265e" providerId="AD" clId="Web-{90BDCD12-B15D-135F-F4A9-5C8B5992B2B7}" dt="2026-05-07T16:42:27.631" v="90"/>
        <pc:sldMkLst>
          <pc:docMk/>
          <pc:sldMk cId="1664534304" sldId="2147483606"/>
        </pc:sldMkLst>
      </pc:sldChg>
      <pc:sldChg chg="add del">
        <pc:chgData name="Bostjan Sekovanic" userId="S::sekovanic@hu.ibm.com::a9d24dd4-9bc3-4055-9794-a772062e265e" providerId="AD" clId="Web-{90BDCD12-B15D-135F-F4A9-5C8B5992B2B7}" dt="2026-05-07T16:42:27.616" v="89"/>
        <pc:sldMkLst>
          <pc:docMk/>
          <pc:sldMk cId="697872074" sldId="2147483607"/>
        </pc:sldMkLst>
      </pc:sldChg>
      <pc:sldChg chg="add del">
        <pc:chgData name="Bostjan Sekovanic" userId="S::sekovanic@hu.ibm.com::a9d24dd4-9bc3-4055-9794-a772062e265e" providerId="AD" clId="Web-{90BDCD12-B15D-135F-F4A9-5C8B5992B2B7}" dt="2026-05-07T16:42:27.600" v="88"/>
        <pc:sldMkLst>
          <pc:docMk/>
          <pc:sldMk cId="2807042399" sldId="2147483608"/>
        </pc:sldMkLst>
      </pc:sldChg>
      <pc:sldChg chg="add del">
        <pc:chgData name="Bostjan Sekovanic" userId="S::sekovanic@hu.ibm.com::a9d24dd4-9bc3-4055-9794-a772062e265e" providerId="AD" clId="Web-{90BDCD12-B15D-135F-F4A9-5C8B5992B2B7}" dt="2026-05-07T16:42:27.569" v="87"/>
        <pc:sldMkLst>
          <pc:docMk/>
          <pc:sldMk cId="3519696650" sldId="2147483609"/>
        </pc:sldMkLst>
      </pc:sldChg>
      <pc:sldChg chg="add del">
        <pc:chgData name="Bostjan Sekovanic" userId="S::sekovanic@hu.ibm.com::a9d24dd4-9bc3-4055-9794-a772062e265e" providerId="AD" clId="Web-{90BDCD12-B15D-135F-F4A9-5C8B5992B2B7}" dt="2026-05-07T16:42:27.553" v="86"/>
        <pc:sldMkLst>
          <pc:docMk/>
          <pc:sldMk cId="1724543348" sldId="2147483610"/>
        </pc:sldMkLst>
      </pc:sldChg>
      <pc:sldChg chg="add replId">
        <pc:chgData name="Bostjan Sekovanic" userId="S::sekovanic@hu.ibm.com::a9d24dd4-9bc3-4055-9794-a772062e265e" providerId="AD" clId="Web-{90BDCD12-B15D-135F-F4A9-5C8B5992B2B7}" dt="2026-05-07T16:42:09.631" v="81"/>
        <pc:sldMkLst>
          <pc:docMk/>
          <pc:sldMk cId="2745223339" sldId="2147483611"/>
        </pc:sldMkLst>
      </pc:sldChg>
      <pc:sldChg chg="add del">
        <pc:chgData name="Bostjan Sekovanic" userId="S::sekovanic@hu.ibm.com::a9d24dd4-9bc3-4055-9794-a772062e265e" providerId="AD" clId="Web-{90BDCD12-B15D-135F-F4A9-5C8B5992B2B7}" dt="2026-05-07T16:41:27.050" v="80"/>
        <pc:sldMkLst>
          <pc:docMk/>
          <pc:sldMk cId="3982014065" sldId="2147483611"/>
        </pc:sldMkLst>
      </pc:sldChg>
      <pc:sldChg chg="add replId">
        <pc:chgData name="Bostjan Sekovanic" userId="S::sekovanic@hu.ibm.com::a9d24dd4-9bc3-4055-9794-a772062e265e" providerId="AD" clId="Web-{90BDCD12-B15D-135F-F4A9-5C8B5992B2B7}" dt="2026-05-07T16:42:09.740" v="82"/>
        <pc:sldMkLst>
          <pc:docMk/>
          <pc:sldMk cId="921489371" sldId="2147483612"/>
        </pc:sldMkLst>
      </pc:sldChg>
      <pc:sldChg chg="add replId">
        <pc:chgData name="Bostjan Sekovanic" userId="S::sekovanic@hu.ibm.com::a9d24dd4-9bc3-4055-9794-a772062e265e" providerId="AD" clId="Web-{90BDCD12-B15D-135F-F4A9-5C8B5992B2B7}" dt="2026-05-07T16:42:10.365" v="83"/>
        <pc:sldMkLst>
          <pc:docMk/>
          <pc:sldMk cId="2286169353" sldId="2147483613"/>
        </pc:sldMkLst>
      </pc:sldChg>
      <pc:sldChg chg="add replId">
        <pc:chgData name="Bostjan Sekovanic" userId="S::sekovanic@hu.ibm.com::a9d24dd4-9bc3-4055-9794-a772062e265e" providerId="AD" clId="Web-{90BDCD12-B15D-135F-F4A9-5C8B5992B2B7}" dt="2026-05-07T16:42:10.724" v="84"/>
        <pc:sldMkLst>
          <pc:docMk/>
          <pc:sldMk cId="2783513673" sldId="2147483614"/>
        </pc:sldMkLst>
      </pc:sldChg>
      <pc:sldChg chg="add replId">
        <pc:chgData name="Bostjan Sekovanic" userId="S::sekovanic@hu.ibm.com::a9d24dd4-9bc3-4055-9794-a772062e265e" providerId="AD" clId="Web-{90BDCD12-B15D-135F-F4A9-5C8B5992B2B7}" dt="2026-05-07T16:42:10.771" v="85"/>
        <pc:sldMkLst>
          <pc:docMk/>
          <pc:sldMk cId="1809853563" sldId="2147483615"/>
        </pc:sldMkLst>
      </pc:sldChg>
      <pc:sldChg chg="addSp delSp modSp add replId">
        <pc:chgData name="Bostjan Sekovanic" userId="S::sekovanic@hu.ibm.com::a9d24dd4-9bc3-4055-9794-a772062e265e" providerId="AD" clId="Web-{90BDCD12-B15D-135F-F4A9-5C8B5992B2B7}" dt="2026-05-07T16:53:24.973" v="347" actId="14100"/>
        <pc:sldMkLst>
          <pc:docMk/>
          <pc:sldMk cId="288512037" sldId="2147483616"/>
        </pc:sldMkLst>
        <pc:spChg chg="mod">
          <ac:chgData name="Bostjan Sekovanic" userId="S::sekovanic@hu.ibm.com::a9d24dd4-9bc3-4055-9794-a772062e265e" providerId="AD" clId="Web-{90BDCD12-B15D-135F-F4A9-5C8B5992B2B7}" dt="2026-05-07T16:47:46.594" v="282" actId="20577"/>
          <ac:spMkLst>
            <pc:docMk/>
            <pc:sldMk cId="288512037" sldId="2147483616"/>
            <ac:spMk id="4" creationId="{62C4CA00-1A0D-C737-7E2B-CEC36C4A5366}"/>
          </ac:spMkLst>
        </pc:spChg>
        <pc:spChg chg="add del">
          <ac:chgData name="Bostjan Sekovanic" userId="S::sekovanic@hu.ibm.com::a9d24dd4-9bc3-4055-9794-a772062e265e" providerId="AD" clId="Web-{90BDCD12-B15D-135F-F4A9-5C8B5992B2B7}" dt="2026-05-07T16:43:52.666" v="121"/>
          <ac:spMkLst>
            <pc:docMk/>
            <pc:sldMk cId="288512037" sldId="2147483616"/>
            <ac:spMk id="5" creationId="{7012B929-0EB7-697B-A623-15F18C58562D}"/>
          </ac:spMkLst>
        </pc:spChg>
        <pc:spChg chg="add del">
          <ac:chgData name="Bostjan Sekovanic" userId="S::sekovanic@hu.ibm.com::a9d24dd4-9bc3-4055-9794-a772062e265e" providerId="AD" clId="Web-{90BDCD12-B15D-135F-F4A9-5C8B5992B2B7}" dt="2026-05-07T16:43:52.666" v="122"/>
          <ac:spMkLst>
            <pc:docMk/>
            <pc:sldMk cId="288512037" sldId="2147483616"/>
            <ac:spMk id="6" creationId="{17F7032C-7AB8-98D9-ED35-4205909B24C9}"/>
          </ac:spMkLst>
        </pc:spChg>
        <pc:spChg chg="add del">
          <ac:chgData name="Bostjan Sekovanic" userId="S::sekovanic@hu.ibm.com::a9d24dd4-9bc3-4055-9794-a772062e265e" providerId="AD" clId="Web-{90BDCD12-B15D-135F-F4A9-5C8B5992B2B7}" dt="2026-05-07T16:43:52.666" v="146"/>
          <ac:spMkLst>
            <pc:docMk/>
            <pc:sldMk cId="288512037" sldId="2147483616"/>
            <ac:spMk id="8" creationId="{2EFC764E-ABA0-7E6B-C521-0BCDABCDC4BC}"/>
          </ac:spMkLst>
        </pc:spChg>
        <pc:spChg chg="mod">
          <ac:chgData name="Bostjan Sekovanic" userId="S::sekovanic@hu.ibm.com::a9d24dd4-9bc3-4055-9794-a772062e265e" providerId="AD" clId="Web-{90BDCD12-B15D-135F-F4A9-5C8B5992B2B7}" dt="2026-05-07T16:49:00.251" v="297" actId="20577"/>
          <ac:spMkLst>
            <pc:docMk/>
            <pc:sldMk cId="288512037" sldId="2147483616"/>
            <ac:spMk id="9" creationId="{7281F4B5-6E0F-B5F2-5AA9-B6FEC3C292CD}"/>
          </ac:spMkLst>
        </pc:spChg>
        <pc:spChg chg="mod">
          <ac:chgData name="Bostjan Sekovanic" userId="S::sekovanic@hu.ibm.com::a9d24dd4-9bc3-4055-9794-a772062e265e" providerId="AD" clId="Web-{90BDCD12-B15D-135F-F4A9-5C8B5992B2B7}" dt="2026-05-07T16:51:20.519" v="330" actId="20577"/>
          <ac:spMkLst>
            <pc:docMk/>
            <pc:sldMk cId="288512037" sldId="2147483616"/>
            <ac:spMk id="10" creationId="{3F1B2D98-E6D9-8BB4-7680-D8D241B0B6A4}"/>
          </ac:spMkLst>
        </pc:spChg>
        <pc:spChg chg="mod">
          <ac:chgData name="Bostjan Sekovanic" userId="S::sekovanic@hu.ibm.com::a9d24dd4-9bc3-4055-9794-a772062e265e" providerId="AD" clId="Web-{90BDCD12-B15D-135F-F4A9-5C8B5992B2B7}" dt="2026-05-07T16:51:14.472" v="323" actId="20577"/>
          <ac:spMkLst>
            <pc:docMk/>
            <pc:sldMk cId="288512037" sldId="2147483616"/>
            <ac:spMk id="11" creationId="{ED5F31B7-335D-246D-3268-C523FEA792A3}"/>
          </ac:spMkLst>
        </pc:spChg>
        <pc:spChg chg="add del">
          <ac:chgData name="Bostjan Sekovanic" userId="S::sekovanic@hu.ibm.com::a9d24dd4-9bc3-4055-9794-a772062e265e" providerId="AD" clId="Web-{90BDCD12-B15D-135F-F4A9-5C8B5992B2B7}" dt="2026-05-07T16:43:52.666" v="147"/>
          <ac:spMkLst>
            <pc:docMk/>
            <pc:sldMk cId="288512037" sldId="2147483616"/>
            <ac:spMk id="13" creationId="{A63B9640-F49B-C573-178A-D6357E231E15}"/>
          </ac:spMkLst>
        </pc:spChg>
        <pc:spChg chg="mod">
          <ac:chgData name="Bostjan Sekovanic" userId="S::sekovanic@hu.ibm.com::a9d24dd4-9bc3-4055-9794-a772062e265e" providerId="AD" clId="Web-{90BDCD12-B15D-135F-F4A9-5C8B5992B2B7}" dt="2026-05-07T16:53:24.973" v="347" actId="14100"/>
          <ac:spMkLst>
            <pc:docMk/>
            <pc:sldMk cId="288512037" sldId="2147483616"/>
            <ac:spMk id="14" creationId="{FDAFC4F5-77BD-1059-82CC-BAA1D1F5F9FF}"/>
          </ac:spMkLst>
        </pc:spChg>
        <pc:spChg chg="mod">
          <ac:chgData name="Bostjan Sekovanic" userId="S::sekovanic@hu.ibm.com::a9d24dd4-9bc3-4055-9794-a772062e265e" providerId="AD" clId="Web-{90BDCD12-B15D-135F-F4A9-5C8B5992B2B7}" dt="2026-05-07T16:53:01.629" v="344" actId="1076"/>
          <ac:spMkLst>
            <pc:docMk/>
            <pc:sldMk cId="288512037" sldId="2147483616"/>
            <ac:spMk id="15" creationId="{7B20FF28-3227-776A-77F9-199282EEE3B1}"/>
          </ac:spMkLst>
        </pc:spChg>
        <pc:spChg chg="mod">
          <ac:chgData name="Bostjan Sekovanic" userId="S::sekovanic@hu.ibm.com::a9d24dd4-9bc3-4055-9794-a772062e265e" providerId="AD" clId="Web-{90BDCD12-B15D-135F-F4A9-5C8B5992B2B7}" dt="2026-05-07T16:45:40.607" v="251" actId="20577"/>
          <ac:spMkLst>
            <pc:docMk/>
            <pc:sldMk cId="288512037" sldId="2147483616"/>
            <ac:spMk id="16" creationId="{69EBDEDB-F520-B208-BE87-64AB6FF67CAD}"/>
          </ac:spMkLst>
        </pc:spChg>
        <pc:spChg chg="mod">
          <ac:chgData name="Bostjan Sekovanic" userId="S::sekovanic@hu.ibm.com::a9d24dd4-9bc3-4055-9794-a772062e265e" providerId="AD" clId="Web-{90BDCD12-B15D-135F-F4A9-5C8B5992B2B7}" dt="2026-05-07T16:50:51.206" v="304" actId="20577"/>
          <ac:spMkLst>
            <pc:docMk/>
            <pc:sldMk cId="288512037" sldId="2147483616"/>
            <ac:spMk id="17" creationId="{3C51087D-5FF5-519C-5D83-695F4AB65CC8}"/>
          </ac:spMkLst>
        </pc:spChg>
        <pc:spChg chg="add del">
          <ac:chgData name="Bostjan Sekovanic" userId="S::sekovanic@hu.ibm.com::a9d24dd4-9bc3-4055-9794-a772062e265e" providerId="AD" clId="Web-{90BDCD12-B15D-135F-F4A9-5C8B5992B2B7}" dt="2026-05-07T16:43:52.666" v="123"/>
          <ac:spMkLst>
            <pc:docMk/>
            <pc:sldMk cId="288512037" sldId="2147483616"/>
            <ac:spMk id="19" creationId="{40D79B51-C0C8-9619-7E7D-DD88E990B634}"/>
          </ac:spMkLst>
        </pc:spChg>
        <pc:spChg chg="mod">
          <ac:chgData name="Bostjan Sekovanic" userId="S::sekovanic@hu.ibm.com::a9d24dd4-9bc3-4055-9794-a772062e265e" providerId="AD" clId="Web-{90BDCD12-B15D-135F-F4A9-5C8B5992B2B7}" dt="2026-05-07T16:48:44.189" v="291" actId="20577"/>
          <ac:spMkLst>
            <pc:docMk/>
            <pc:sldMk cId="288512037" sldId="2147483616"/>
            <ac:spMk id="20" creationId="{084E2E2E-6E17-B62A-31FE-A33643DCC436}"/>
          </ac:spMkLst>
        </pc:spChg>
        <pc:spChg chg="mod">
          <ac:chgData name="Bostjan Sekovanic" userId="S::sekovanic@hu.ibm.com::a9d24dd4-9bc3-4055-9794-a772062e265e" providerId="AD" clId="Web-{90BDCD12-B15D-135F-F4A9-5C8B5992B2B7}" dt="2026-05-07T16:51:09.206" v="315" actId="20577"/>
          <ac:spMkLst>
            <pc:docMk/>
            <pc:sldMk cId="288512037" sldId="2147483616"/>
            <ac:spMk id="21" creationId="{31A02586-6DC0-3D22-F0C4-66AF08246D17}"/>
          </ac:spMkLst>
        </pc:spChg>
        <pc:spChg chg="mod">
          <ac:chgData name="Bostjan Sekovanic" userId="S::sekovanic@hu.ibm.com::a9d24dd4-9bc3-4055-9794-a772062e265e" providerId="AD" clId="Web-{90BDCD12-B15D-135F-F4A9-5C8B5992B2B7}" dt="2026-05-07T16:50:14.659" v="302" actId="20577"/>
          <ac:spMkLst>
            <pc:docMk/>
            <pc:sldMk cId="288512037" sldId="2147483616"/>
            <ac:spMk id="23" creationId="{96DFF70B-31C1-F064-EF35-B97251CCCF1D}"/>
          </ac:spMkLst>
        </pc:spChg>
        <pc:spChg chg="add del">
          <ac:chgData name="Bostjan Sekovanic" userId="S::sekovanic@hu.ibm.com::a9d24dd4-9bc3-4055-9794-a772062e265e" providerId="AD" clId="Web-{90BDCD12-B15D-135F-F4A9-5C8B5992B2B7}" dt="2026-05-07T16:44:48.902" v="173"/>
          <ac:spMkLst>
            <pc:docMk/>
            <pc:sldMk cId="288512037" sldId="2147483616"/>
            <ac:spMk id="25" creationId="{7D49E58B-3712-5DEB-7D6A-4D449ED2235A}"/>
          </ac:spMkLst>
        </pc:spChg>
        <pc:spChg chg="add del">
          <ac:chgData name="Bostjan Sekovanic" userId="S::sekovanic@hu.ibm.com::a9d24dd4-9bc3-4055-9794-a772062e265e" providerId="AD" clId="Web-{90BDCD12-B15D-135F-F4A9-5C8B5992B2B7}" dt="2026-05-07T16:43:52.666" v="120"/>
          <ac:spMkLst>
            <pc:docMk/>
            <pc:sldMk cId="288512037" sldId="2147483616"/>
            <ac:spMk id="26" creationId="{19D67DA4-65AA-EB80-ED06-4F990AFE26BA}"/>
          </ac:spMkLst>
        </pc:spChg>
        <pc:spChg chg="mod">
          <ac:chgData name="Bostjan Sekovanic" userId="S::sekovanic@hu.ibm.com::a9d24dd4-9bc3-4055-9794-a772062e265e" providerId="AD" clId="Web-{90BDCD12-B15D-135F-F4A9-5C8B5992B2B7}" dt="2026-05-07T16:45:52.092" v="266" actId="20577"/>
          <ac:spMkLst>
            <pc:docMk/>
            <pc:sldMk cId="288512037" sldId="2147483616"/>
            <ac:spMk id="27" creationId="{483A2D4E-C62E-DA29-7AC1-F364EC10DBDC}"/>
          </ac:spMkLst>
        </pc:spChg>
        <pc:spChg chg="add del">
          <ac:chgData name="Bostjan Sekovanic" userId="S::sekovanic@hu.ibm.com::a9d24dd4-9bc3-4055-9794-a772062e265e" providerId="AD" clId="Web-{90BDCD12-B15D-135F-F4A9-5C8B5992B2B7}" dt="2026-05-07T16:44:44.809" v="171"/>
          <ac:spMkLst>
            <pc:docMk/>
            <pc:sldMk cId="288512037" sldId="2147483616"/>
            <ac:spMk id="29" creationId="{47935C07-9CA3-72A2-428B-2E9450264501}"/>
          </ac:spMkLst>
        </pc:spChg>
        <pc:spChg chg="add del">
          <ac:chgData name="Bostjan Sekovanic" userId="S::sekovanic@hu.ibm.com::a9d24dd4-9bc3-4055-9794-a772062e265e" providerId="AD" clId="Web-{90BDCD12-B15D-135F-F4A9-5C8B5992B2B7}" dt="2026-05-07T16:44:39.934" v="167"/>
          <ac:spMkLst>
            <pc:docMk/>
            <pc:sldMk cId="288512037" sldId="2147483616"/>
            <ac:spMk id="30" creationId="{F649F0CF-83A3-B9E9-F895-679E4D7A12F8}"/>
          </ac:spMkLst>
        </pc:spChg>
        <pc:spChg chg="mod">
          <ac:chgData name="Bostjan Sekovanic" userId="S::sekovanic@hu.ibm.com::a9d24dd4-9bc3-4055-9794-a772062e265e" providerId="AD" clId="Web-{90BDCD12-B15D-135F-F4A9-5C8B5992B2B7}" dt="2026-05-07T16:46:14.467" v="269" actId="1076"/>
          <ac:spMkLst>
            <pc:docMk/>
            <pc:sldMk cId="288512037" sldId="2147483616"/>
            <ac:spMk id="31" creationId="{7A7A6341-8DEA-621E-9639-A43968CDAD4C}"/>
          </ac:spMkLst>
        </pc:spChg>
        <pc:spChg chg="add del mod">
          <ac:chgData name="Bostjan Sekovanic" userId="S::sekovanic@hu.ibm.com::a9d24dd4-9bc3-4055-9794-a772062e265e" providerId="AD" clId="Web-{90BDCD12-B15D-135F-F4A9-5C8B5992B2B7}" dt="2026-05-07T16:44:43.996" v="170"/>
          <ac:spMkLst>
            <pc:docMk/>
            <pc:sldMk cId="288512037" sldId="2147483616"/>
            <ac:spMk id="35" creationId="{D165B6D8-AA86-9DB0-10AE-B2640B62CB94}"/>
          </ac:spMkLst>
        </pc:spChg>
        <pc:spChg chg="add del">
          <ac:chgData name="Bostjan Sekovanic" userId="S::sekovanic@hu.ibm.com::a9d24dd4-9bc3-4055-9794-a772062e265e" providerId="AD" clId="Web-{90BDCD12-B15D-135F-F4A9-5C8B5992B2B7}" dt="2026-05-07T16:44:46.105" v="172"/>
          <ac:spMkLst>
            <pc:docMk/>
            <pc:sldMk cId="288512037" sldId="2147483616"/>
            <ac:spMk id="36" creationId="{B05230EE-134E-29EB-FE1C-1314FC6CE2EE}"/>
          </ac:spMkLst>
        </pc:spChg>
        <pc:spChg chg="add del">
          <ac:chgData name="Bostjan Sekovanic" userId="S::sekovanic@hu.ibm.com::a9d24dd4-9bc3-4055-9794-a772062e265e" providerId="AD" clId="Web-{90BDCD12-B15D-135F-F4A9-5C8B5992B2B7}" dt="2026-05-07T16:44:33.074" v="165"/>
          <ac:spMkLst>
            <pc:docMk/>
            <pc:sldMk cId="288512037" sldId="2147483616"/>
            <ac:spMk id="42" creationId="{AE093B60-495C-63D8-344B-77258411C847}"/>
          </ac:spMkLst>
        </pc:spChg>
        <pc:spChg chg="add del">
          <ac:chgData name="Bostjan Sekovanic" userId="S::sekovanic@hu.ibm.com::a9d24dd4-9bc3-4055-9794-a772062e265e" providerId="AD" clId="Web-{90BDCD12-B15D-135F-F4A9-5C8B5992B2B7}" dt="2026-05-07T16:44:31.527" v="164"/>
          <ac:spMkLst>
            <pc:docMk/>
            <pc:sldMk cId="288512037" sldId="2147483616"/>
            <ac:spMk id="43" creationId="{79676996-2F27-9288-83BF-3200D906FD56}"/>
          </ac:spMkLst>
        </pc:spChg>
        <pc:spChg chg="add del">
          <ac:chgData name="Bostjan Sekovanic" userId="S::sekovanic@hu.ibm.com::a9d24dd4-9bc3-4055-9794-a772062e265e" providerId="AD" clId="Web-{90BDCD12-B15D-135F-F4A9-5C8B5992B2B7}" dt="2026-05-07T16:44:29.917" v="163"/>
          <ac:spMkLst>
            <pc:docMk/>
            <pc:sldMk cId="288512037" sldId="2147483616"/>
            <ac:spMk id="46" creationId="{27A63ED6-3FEB-172C-A7CF-388D8E7F79A5}"/>
          </ac:spMkLst>
        </pc:spChg>
        <pc:spChg chg="add del">
          <ac:chgData name="Bostjan Sekovanic" userId="S::sekovanic@hu.ibm.com::a9d24dd4-9bc3-4055-9794-a772062e265e" providerId="AD" clId="Web-{90BDCD12-B15D-135F-F4A9-5C8B5992B2B7}" dt="2026-05-07T16:44:24.933" v="160"/>
          <ac:spMkLst>
            <pc:docMk/>
            <pc:sldMk cId="288512037" sldId="2147483616"/>
            <ac:spMk id="47" creationId="{3CF1638A-B5D6-3AAD-A93E-0BF4BD72BD6A}"/>
          </ac:spMkLst>
        </pc:spChg>
        <pc:spChg chg="add del">
          <ac:chgData name="Bostjan Sekovanic" userId="S::sekovanic@hu.ibm.com::a9d24dd4-9bc3-4055-9794-a772062e265e" providerId="AD" clId="Web-{90BDCD12-B15D-135F-F4A9-5C8B5992B2B7}" dt="2026-05-07T16:44:22.636" v="159"/>
          <ac:spMkLst>
            <pc:docMk/>
            <pc:sldMk cId="288512037" sldId="2147483616"/>
            <ac:spMk id="48" creationId="{C5222B8C-FA20-268C-6BE7-4EE432B691E2}"/>
          </ac:spMkLst>
        </pc:spChg>
        <pc:spChg chg="add del">
          <ac:chgData name="Bostjan Sekovanic" userId="S::sekovanic@hu.ibm.com::a9d24dd4-9bc3-4055-9794-a772062e265e" providerId="AD" clId="Web-{90BDCD12-B15D-135F-F4A9-5C8B5992B2B7}" dt="2026-05-07T16:44:27.933" v="162"/>
          <ac:spMkLst>
            <pc:docMk/>
            <pc:sldMk cId="288512037" sldId="2147483616"/>
            <ac:spMk id="51" creationId="{47831ECA-549C-42BF-F51A-D2F0B57EFAC4}"/>
          </ac:spMkLst>
        </pc:spChg>
        <pc:spChg chg="add del">
          <ac:chgData name="Bostjan Sekovanic" userId="S::sekovanic@hu.ibm.com::a9d24dd4-9bc3-4055-9794-a772062e265e" providerId="AD" clId="Web-{90BDCD12-B15D-135F-F4A9-5C8B5992B2B7}" dt="2026-05-07T16:44:01.917" v="151"/>
          <ac:spMkLst>
            <pc:docMk/>
            <pc:sldMk cId="288512037" sldId="2147483616"/>
            <ac:spMk id="52" creationId="{2E5E7A83-B5FB-D3CD-5D32-A8D7CC0031D8}"/>
          </ac:spMkLst>
        </pc:spChg>
        <pc:spChg chg="add del">
          <ac:chgData name="Bostjan Sekovanic" userId="S::sekovanic@hu.ibm.com::a9d24dd4-9bc3-4055-9794-a772062e265e" providerId="AD" clId="Web-{90BDCD12-B15D-135F-F4A9-5C8B5992B2B7}" dt="2026-05-07T16:44:00.932" v="150"/>
          <ac:spMkLst>
            <pc:docMk/>
            <pc:sldMk cId="288512037" sldId="2147483616"/>
            <ac:spMk id="53" creationId="{307BC05B-C796-DB27-5339-DB2F1590B4D5}"/>
          </ac:spMkLst>
        </pc:spChg>
        <pc:spChg chg="add del">
          <ac:chgData name="Bostjan Sekovanic" userId="S::sekovanic@hu.ibm.com::a9d24dd4-9bc3-4055-9794-a772062e265e" providerId="AD" clId="Web-{90BDCD12-B15D-135F-F4A9-5C8B5992B2B7}" dt="2026-05-07T16:44:20.808" v="158"/>
          <ac:spMkLst>
            <pc:docMk/>
            <pc:sldMk cId="288512037" sldId="2147483616"/>
            <ac:spMk id="56" creationId="{C8972F46-9FC2-6B49-EC28-ACFC7D1A15D4}"/>
          </ac:spMkLst>
        </pc:spChg>
        <pc:spChg chg="add del">
          <ac:chgData name="Bostjan Sekovanic" userId="S::sekovanic@hu.ibm.com::a9d24dd4-9bc3-4055-9794-a772062e265e" providerId="AD" clId="Web-{90BDCD12-B15D-135F-F4A9-5C8B5992B2B7}" dt="2026-05-07T16:43:59.166" v="149"/>
          <ac:spMkLst>
            <pc:docMk/>
            <pc:sldMk cId="288512037" sldId="2147483616"/>
            <ac:spMk id="57" creationId="{418908FE-ADA7-32F8-5688-A9E795A7C0EE}"/>
          </ac:spMkLst>
        </pc:spChg>
        <pc:spChg chg="add del">
          <ac:chgData name="Bostjan Sekovanic" userId="S::sekovanic@hu.ibm.com::a9d24dd4-9bc3-4055-9794-a772062e265e" providerId="AD" clId="Web-{90BDCD12-B15D-135F-F4A9-5C8B5992B2B7}" dt="2026-05-07T16:44:03.042" v="152"/>
          <ac:spMkLst>
            <pc:docMk/>
            <pc:sldMk cId="288512037" sldId="2147483616"/>
            <ac:spMk id="58" creationId="{6BDF18A0-F893-DEA7-DED1-75649E67DB95}"/>
          </ac:spMkLst>
        </pc:spChg>
        <pc:spChg chg="add del mod">
          <ac:chgData name="Bostjan Sekovanic" userId="S::sekovanic@hu.ibm.com::a9d24dd4-9bc3-4055-9794-a772062e265e" providerId="AD" clId="Web-{90BDCD12-B15D-135F-F4A9-5C8B5992B2B7}" dt="2026-05-07T16:44:13.964" v="155"/>
          <ac:spMkLst>
            <pc:docMk/>
            <pc:sldMk cId="288512037" sldId="2147483616"/>
            <ac:spMk id="61" creationId="{C3175C2D-073E-58DD-7970-05281A8BDAE3}"/>
          </ac:spMkLst>
        </pc:spChg>
        <pc:spChg chg="add del">
          <ac:chgData name="Bostjan Sekovanic" userId="S::sekovanic@hu.ibm.com::a9d24dd4-9bc3-4055-9794-a772062e265e" providerId="AD" clId="Web-{90BDCD12-B15D-135F-F4A9-5C8B5992B2B7}" dt="2026-05-07T16:44:34.433" v="166"/>
          <ac:spMkLst>
            <pc:docMk/>
            <pc:sldMk cId="288512037" sldId="2147483616"/>
            <ac:spMk id="64" creationId="{CB320BA8-8EA0-08F8-2444-8276FD288159}"/>
          </ac:spMkLst>
        </pc:spChg>
        <pc:spChg chg="add del">
          <ac:chgData name="Bostjan Sekovanic" userId="S::sekovanic@hu.ibm.com::a9d24dd4-9bc3-4055-9794-a772062e265e" providerId="AD" clId="Web-{90BDCD12-B15D-135F-F4A9-5C8B5992B2B7}" dt="2026-05-07T16:44:25.886" v="161"/>
          <ac:spMkLst>
            <pc:docMk/>
            <pc:sldMk cId="288512037" sldId="2147483616"/>
            <ac:spMk id="65" creationId="{5C08B7F5-4BA5-E08B-A570-FD963BD1DDBE}"/>
          </ac:spMkLst>
        </pc:spChg>
        <pc:spChg chg="add del mod">
          <ac:chgData name="Bostjan Sekovanic" userId="S::sekovanic@hu.ibm.com::a9d24dd4-9bc3-4055-9794-a772062e265e" providerId="AD" clId="Web-{90BDCD12-B15D-135F-F4A9-5C8B5992B2B7}" dt="2026-05-07T16:44:19.089" v="157"/>
          <ac:spMkLst>
            <pc:docMk/>
            <pc:sldMk cId="288512037" sldId="2147483616"/>
            <ac:spMk id="66" creationId="{831B7550-E0E6-E58B-EC88-30C4497D3DC6}"/>
          </ac:spMkLst>
        </pc:spChg>
        <pc:spChg chg="add del">
          <ac:chgData name="Bostjan Sekovanic" userId="S::sekovanic@hu.ibm.com::a9d24dd4-9bc3-4055-9794-a772062e265e" providerId="AD" clId="Web-{90BDCD12-B15D-135F-F4A9-5C8B5992B2B7}" dt="2026-05-07T16:44:05.167" v="153"/>
          <ac:spMkLst>
            <pc:docMk/>
            <pc:sldMk cId="288512037" sldId="2147483616"/>
            <ac:spMk id="67" creationId="{CC85B580-0911-CE14-74B5-D71516AC3239}"/>
          </ac:spMkLst>
        </pc:spChg>
        <pc:graphicFrameChg chg="add del">
          <ac:chgData name="Bostjan Sekovanic" userId="S::sekovanic@hu.ibm.com::a9d24dd4-9bc3-4055-9794-a772062e265e" providerId="AD" clId="Web-{90BDCD12-B15D-135F-F4A9-5C8B5992B2B7}" dt="2026-05-07T16:43:56.088" v="148"/>
          <ac:graphicFrameMkLst>
            <pc:docMk/>
            <pc:sldMk cId="288512037" sldId="2147483616"/>
            <ac:graphicFrameMk id="62" creationId="{5CF62456-0878-344B-75B7-73F75A93C4B7}"/>
          </ac:graphicFrameMkLst>
        </pc:graphicFrameChg>
      </pc:sldChg>
      <pc:sldChg chg="add del">
        <pc:chgData name="Bostjan Sekovanic" userId="S::sekovanic@hu.ibm.com::a9d24dd4-9bc3-4055-9794-a772062e265e" providerId="AD" clId="Web-{90BDCD12-B15D-135F-F4A9-5C8B5992B2B7}" dt="2026-05-07T16:41:27.034" v="79"/>
        <pc:sldMkLst>
          <pc:docMk/>
          <pc:sldMk cId="1484025418" sldId="2147483647"/>
        </pc:sldMkLst>
      </pc:sldChg>
      <pc:sldMasterChg chg="addSldLayout">
        <pc:chgData name="Bostjan Sekovanic" userId="S::sekovanic@hu.ibm.com::a9d24dd4-9bc3-4055-9794-a772062e265e" providerId="AD" clId="Web-{90BDCD12-B15D-135F-F4A9-5C8B5992B2B7}" dt="2026-05-07T16:28:03.264" v="22"/>
        <pc:sldMasterMkLst>
          <pc:docMk/>
          <pc:sldMasterMk cId="2360953654" sldId="2147485546"/>
        </pc:sldMasterMkLst>
        <pc:sldLayoutChg chg="add">
          <pc:chgData name="Bostjan Sekovanic" userId="S::sekovanic@hu.ibm.com::a9d24dd4-9bc3-4055-9794-a772062e265e" providerId="AD" clId="Web-{90BDCD12-B15D-135F-F4A9-5C8B5992B2B7}" dt="2026-05-07T16:28:03.264" v="22"/>
          <pc:sldLayoutMkLst>
            <pc:docMk/>
            <pc:sldMasterMk cId="2360953654" sldId="2147484181"/>
            <pc:sldLayoutMk cId="3082039936" sldId="2147485536"/>
          </pc:sldLayoutMkLst>
        </pc:sldLayoutChg>
      </pc:sldMasterChg>
    </pc:docChg>
  </pc:docChgLst>
  <pc:docChgLst>
    <pc:chgData name="Victor Aumaitre" userId="379d7840-47ba-428f-9f95-660059feb219" providerId="ADAL" clId="{8E2CC9BA-CB9A-5093-8A9B-190C45947F08}"/>
    <pc:docChg chg="undo redo custSel addSld delSld modSld sldOrd addMainMaster delMainMaster">
      <pc:chgData name="Victor Aumaitre" userId="379d7840-47ba-428f-9f95-660059feb219" providerId="ADAL" clId="{8E2CC9BA-CB9A-5093-8A9B-190C45947F08}" dt="2026-05-08T18:27:34.719" v="8172" actId="478"/>
      <pc:docMkLst>
        <pc:docMk/>
      </pc:docMkLst>
      <pc:sldChg chg="del">
        <pc:chgData name="Victor Aumaitre" userId="379d7840-47ba-428f-9f95-660059feb219" providerId="ADAL" clId="{8E2CC9BA-CB9A-5093-8A9B-190C45947F08}" dt="2026-05-08T01:06:52.736" v="5402" actId="2696"/>
        <pc:sldMkLst>
          <pc:docMk/>
          <pc:sldMk cId="422910165" sldId="256"/>
        </pc:sldMkLst>
      </pc:sldChg>
      <pc:sldChg chg="addSp delSp modSp add del mod modShow modNotesTx">
        <pc:chgData name="Victor Aumaitre" userId="379d7840-47ba-428f-9f95-660059feb219" providerId="ADAL" clId="{8E2CC9BA-CB9A-5093-8A9B-190C45947F08}" dt="2026-05-08T15:49:05.394" v="8064" actId="2696"/>
        <pc:sldMkLst>
          <pc:docMk/>
          <pc:sldMk cId="4039720286" sldId="256"/>
        </pc:sldMkLst>
        <pc:spChg chg="del">
          <ac:chgData name="Victor Aumaitre" userId="379d7840-47ba-428f-9f95-660059feb219" providerId="ADAL" clId="{8E2CC9BA-CB9A-5093-8A9B-190C45947F08}" dt="2026-05-08T01:09:02.876" v="5406" actId="478"/>
          <ac:spMkLst>
            <pc:docMk/>
            <pc:sldMk cId="4039720286" sldId="256"/>
            <ac:spMk id="2" creationId="{51609D9D-7467-2AE0-08D4-F0E361B6B269}"/>
          </ac:spMkLst>
        </pc:spChg>
        <pc:spChg chg="del">
          <ac:chgData name="Victor Aumaitre" userId="379d7840-47ba-428f-9f95-660059feb219" providerId="ADAL" clId="{8E2CC9BA-CB9A-5093-8A9B-190C45947F08}" dt="2026-05-08T01:09:02.876" v="5406" actId="478"/>
          <ac:spMkLst>
            <pc:docMk/>
            <pc:sldMk cId="4039720286" sldId="256"/>
            <ac:spMk id="3" creationId="{4A9D7998-7B91-FC81-138D-35A5743BF137}"/>
          </ac:spMkLst>
        </pc:spChg>
        <pc:spChg chg="del">
          <ac:chgData name="Victor Aumaitre" userId="379d7840-47ba-428f-9f95-660059feb219" providerId="ADAL" clId="{8E2CC9BA-CB9A-5093-8A9B-190C45947F08}" dt="2026-05-08T01:09:02.876" v="5406" actId="478"/>
          <ac:spMkLst>
            <pc:docMk/>
            <pc:sldMk cId="4039720286" sldId="256"/>
            <ac:spMk id="10" creationId="{525D77F4-6DA6-CFEA-14B9-1579BC90A8A1}"/>
          </ac:spMkLst>
        </pc:spChg>
        <pc:spChg chg="del">
          <ac:chgData name="Victor Aumaitre" userId="379d7840-47ba-428f-9f95-660059feb219" providerId="ADAL" clId="{8E2CC9BA-CB9A-5093-8A9B-190C45947F08}" dt="2026-05-08T01:09:02.876" v="5406" actId="478"/>
          <ac:spMkLst>
            <pc:docMk/>
            <pc:sldMk cId="4039720286" sldId="256"/>
            <ac:spMk id="14" creationId="{5C30A564-C12B-0AD8-30C4-523E31C66F62}"/>
          </ac:spMkLst>
        </pc:spChg>
        <pc:spChg chg="del">
          <ac:chgData name="Victor Aumaitre" userId="379d7840-47ba-428f-9f95-660059feb219" providerId="ADAL" clId="{8E2CC9BA-CB9A-5093-8A9B-190C45947F08}" dt="2026-05-08T01:09:02.876" v="5406" actId="478"/>
          <ac:spMkLst>
            <pc:docMk/>
            <pc:sldMk cId="4039720286" sldId="256"/>
            <ac:spMk id="22" creationId="{0044B9F1-FEE9-FDCC-DB21-290A2AD900E7}"/>
          </ac:spMkLst>
        </pc:spChg>
        <pc:spChg chg="mod">
          <ac:chgData name="Victor Aumaitre" userId="379d7840-47ba-428f-9f95-660059feb219" providerId="ADAL" clId="{8E2CC9BA-CB9A-5093-8A9B-190C45947F08}" dt="2026-05-08T01:09:33.651" v="5409" actId="20577"/>
          <ac:spMkLst>
            <pc:docMk/>
            <pc:sldMk cId="4039720286" sldId="256"/>
            <ac:spMk id="27" creationId="{2DF1DE00-86D5-8964-FFEA-F006E545B7F2}"/>
          </ac:spMkLst>
        </pc:spChg>
        <pc:spChg chg="mod">
          <ac:chgData name="Victor Aumaitre" userId="379d7840-47ba-428f-9f95-660059feb219" providerId="ADAL" clId="{8E2CC9BA-CB9A-5093-8A9B-190C45947F08}" dt="2026-05-08T01:09:46.126" v="5411" actId="20577"/>
          <ac:spMkLst>
            <pc:docMk/>
            <pc:sldMk cId="4039720286" sldId="256"/>
            <ac:spMk id="28" creationId="{F232E2CA-95DA-CD09-FC3F-BE1833C8E17D}"/>
          </ac:spMkLst>
        </pc:spChg>
        <pc:spChg chg="del">
          <ac:chgData name="Victor Aumaitre" userId="379d7840-47ba-428f-9f95-660059feb219" providerId="ADAL" clId="{8E2CC9BA-CB9A-5093-8A9B-190C45947F08}" dt="2026-05-08T01:09:02.876" v="5406" actId="478"/>
          <ac:spMkLst>
            <pc:docMk/>
            <pc:sldMk cId="4039720286" sldId="256"/>
            <ac:spMk id="31" creationId="{9904B447-BCCF-0BC9-D63B-8F4C3440A13D}"/>
          </ac:spMkLst>
        </pc:spChg>
        <pc:spChg chg="add mod">
          <ac:chgData name="Victor Aumaitre" userId="379d7840-47ba-428f-9f95-660059feb219" providerId="ADAL" clId="{8E2CC9BA-CB9A-5093-8A9B-190C45947F08}" dt="2026-05-08T01:09:19.720" v="5407"/>
          <ac:spMkLst>
            <pc:docMk/>
            <pc:sldMk cId="4039720286" sldId="256"/>
            <ac:spMk id="36" creationId="{974B9B16-1ABA-B5FC-D1DF-1EC412C57E24}"/>
          </ac:spMkLst>
        </pc:spChg>
        <pc:spChg chg="add mod">
          <ac:chgData name="Victor Aumaitre" userId="379d7840-47ba-428f-9f95-660059feb219" providerId="ADAL" clId="{8E2CC9BA-CB9A-5093-8A9B-190C45947F08}" dt="2026-05-08T01:09:19.720" v="5407"/>
          <ac:spMkLst>
            <pc:docMk/>
            <pc:sldMk cId="4039720286" sldId="256"/>
            <ac:spMk id="39" creationId="{9F9D6201-32BD-4F0A-FB30-30186277EBA1}"/>
          </ac:spMkLst>
        </pc:spChg>
        <pc:spChg chg="add mod">
          <ac:chgData name="Victor Aumaitre" userId="379d7840-47ba-428f-9f95-660059feb219" providerId="ADAL" clId="{8E2CC9BA-CB9A-5093-8A9B-190C45947F08}" dt="2026-05-08T01:09:19.720" v="5407"/>
          <ac:spMkLst>
            <pc:docMk/>
            <pc:sldMk cId="4039720286" sldId="256"/>
            <ac:spMk id="41" creationId="{699FF29A-44F6-0DD1-E475-44DD134E8E70}"/>
          </ac:spMkLst>
        </pc:spChg>
        <pc:spChg chg="add mod">
          <ac:chgData name="Victor Aumaitre" userId="379d7840-47ba-428f-9f95-660059feb219" providerId="ADAL" clId="{8E2CC9BA-CB9A-5093-8A9B-190C45947F08}" dt="2026-05-08T01:09:19.720" v="5407"/>
          <ac:spMkLst>
            <pc:docMk/>
            <pc:sldMk cId="4039720286" sldId="256"/>
            <ac:spMk id="44" creationId="{0685B14C-D3C2-D0B3-1742-3B0B56F38085}"/>
          </ac:spMkLst>
        </pc:spChg>
        <pc:spChg chg="mod">
          <ac:chgData name="Victor Aumaitre" userId="379d7840-47ba-428f-9f95-660059feb219" providerId="ADAL" clId="{8E2CC9BA-CB9A-5093-8A9B-190C45947F08}" dt="2026-05-08T01:09:19.720" v="5407"/>
          <ac:spMkLst>
            <pc:docMk/>
            <pc:sldMk cId="4039720286" sldId="256"/>
            <ac:spMk id="72" creationId="{F978AB87-B464-AFA6-D768-E48601B43B13}"/>
          </ac:spMkLst>
        </pc:spChg>
        <pc:spChg chg="mod">
          <ac:chgData name="Victor Aumaitre" userId="379d7840-47ba-428f-9f95-660059feb219" providerId="ADAL" clId="{8E2CC9BA-CB9A-5093-8A9B-190C45947F08}" dt="2026-05-08T01:09:19.720" v="5407"/>
          <ac:spMkLst>
            <pc:docMk/>
            <pc:sldMk cId="4039720286" sldId="256"/>
            <ac:spMk id="83" creationId="{E621A20E-8B91-D765-D9C1-C2202ADE943F}"/>
          </ac:spMkLst>
        </pc:spChg>
        <pc:spChg chg="add mod">
          <ac:chgData name="Victor Aumaitre" userId="379d7840-47ba-428f-9f95-660059feb219" providerId="ADAL" clId="{8E2CC9BA-CB9A-5093-8A9B-190C45947F08}" dt="2026-05-08T01:09:19.720" v="5407"/>
          <ac:spMkLst>
            <pc:docMk/>
            <pc:sldMk cId="4039720286" sldId="256"/>
            <ac:spMk id="87" creationId="{2730E8A5-BAEF-8C9E-715C-EB4B5C37E0D5}"/>
          </ac:spMkLst>
        </pc:spChg>
        <pc:spChg chg="del">
          <ac:chgData name="Victor Aumaitre" userId="379d7840-47ba-428f-9f95-660059feb219" providerId="ADAL" clId="{8E2CC9BA-CB9A-5093-8A9B-190C45947F08}" dt="2026-05-08T01:09:02.876" v="5406" actId="478"/>
          <ac:spMkLst>
            <pc:docMk/>
            <pc:sldMk cId="4039720286" sldId="256"/>
            <ac:spMk id="91" creationId="{1B0FD2D3-74CE-F4F8-87F9-6876ADED7E03}"/>
          </ac:spMkLst>
        </pc:spChg>
        <pc:spChg chg="del">
          <ac:chgData name="Victor Aumaitre" userId="379d7840-47ba-428f-9f95-660059feb219" providerId="ADAL" clId="{8E2CC9BA-CB9A-5093-8A9B-190C45947F08}" dt="2026-05-08T01:09:02.876" v="5406" actId="478"/>
          <ac:spMkLst>
            <pc:docMk/>
            <pc:sldMk cId="4039720286" sldId="256"/>
            <ac:spMk id="95" creationId="{E77ED54A-C1F0-C3B8-8612-13A39250749F}"/>
          </ac:spMkLst>
        </pc:spChg>
        <pc:spChg chg="del">
          <ac:chgData name="Victor Aumaitre" userId="379d7840-47ba-428f-9f95-660059feb219" providerId="ADAL" clId="{8E2CC9BA-CB9A-5093-8A9B-190C45947F08}" dt="2026-05-08T01:09:02.876" v="5406" actId="478"/>
          <ac:spMkLst>
            <pc:docMk/>
            <pc:sldMk cId="4039720286" sldId="256"/>
            <ac:spMk id="98" creationId="{FADBC48C-065C-0A4A-2AEE-A8C64067D917}"/>
          </ac:spMkLst>
        </pc:spChg>
        <pc:spChg chg="del">
          <ac:chgData name="Victor Aumaitre" userId="379d7840-47ba-428f-9f95-660059feb219" providerId="ADAL" clId="{8E2CC9BA-CB9A-5093-8A9B-190C45947F08}" dt="2026-05-08T01:09:02.876" v="5406" actId="478"/>
          <ac:spMkLst>
            <pc:docMk/>
            <pc:sldMk cId="4039720286" sldId="256"/>
            <ac:spMk id="99" creationId="{9F133F42-C26D-FF0C-79BF-64A06DB5F6F1}"/>
          </ac:spMkLst>
        </pc:spChg>
        <pc:spChg chg="add mod">
          <ac:chgData name="Victor Aumaitre" userId="379d7840-47ba-428f-9f95-660059feb219" providerId="ADAL" clId="{8E2CC9BA-CB9A-5093-8A9B-190C45947F08}" dt="2026-05-08T01:09:19.720" v="5407"/>
          <ac:spMkLst>
            <pc:docMk/>
            <pc:sldMk cId="4039720286" sldId="256"/>
            <ac:spMk id="107" creationId="{77769DD8-02F7-9A98-BFB5-8A9B248F1025}"/>
          </ac:spMkLst>
        </pc:spChg>
        <pc:spChg chg="add mod">
          <ac:chgData name="Victor Aumaitre" userId="379d7840-47ba-428f-9f95-660059feb219" providerId="ADAL" clId="{8E2CC9BA-CB9A-5093-8A9B-190C45947F08}" dt="2026-05-08T01:09:19.720" v="5407"/>
          <ac:spMkLst>
            <pc:docMk/>
            <pc:sldMk cId="4039720286" sldId="256"/>
            <ac:spMk id="123" creationId="{443A102A-A4F6-B87B-0CC6-3926C89DE851}"/>
          </ac:spMkLst>
        </pc:spChg>
        <pc:spChg chg="add mod">
          <ac:chgData name="Victor Aumaitre" userId="379d7840-47ba-428f-9f95-660059feb219" providerId="ADAL" clId="{8E2CC9BA-CB9A-5093-8A9B-190C45947F08}" dt="2026-05-08T01:09:19.720" v="5407"/>
          <ac:spMkLst>
            <pc:docMk/>
            <pc:sldMk cId="4039720286" sldId="256"/>
            <ac:spMk id="124" creationId="{4B53603E-5010-0291-F7E4-1CC52FC17E5D}"/>
          </ac:spMkLst>
        </pc:spChg>
      </pc:sldChg>
      <pc:sldChg chg="modSp del mod">
        <pc:chgData name="Victor Aumaitre" userId="379d7840-47ba-428f-9f95-660059feb219" providerId="ADAL" clId="{8E2CC9BA-CB9A-5093-8A9B-190C45947F08}" dt="2026-05-08T01:05:47.671" v="5395" actId="2696"/>
        <pc:sldMkLst>
          <pc:docMk/>
          <pc:sldMk cId="2338413903" sldId="257"/>
        </pc:sldMkLst>
        <pc:spChg chg="mod">
          <ac:chgData name="Victor Aumaitre" userId="379d7840-47ba-428f-9f95-660059feb219" providerId="ADAL" clId="{8E2CC9BA-CB9A-5093-8A9B-190C45947F08}" dt="2026-05-07T22:33:43.458" v="4714" actId="14100"/>
          <ac:spMkLst>
            <pc:docMk/>
            <pc:sldMk cId="2338413903" sldId="257"/>
            <ac:spMk id="18" creationId="{3D49D616-1BAB-BB44-98E8-D9618ED739E6}"/>
          </ac:spMkLst>
        </pc:spChg>
        <pc:cxnChg chg="mod">
          <ac:chgData name="Victor Aumaitre" userId="379d7840-47ba-428f-9f95-660059feb219" providerId="ADAL" clId="{8E2CC9BA-CB9A-5093-8A9B-190C45947F08}" dt="2026-05-07T22:33:43.458" v="4714" actId="14100"/>
          <ac:cxnSpMkLst>
            <pc:docMk/>
            <pc:sldMk cId="2338413903" sldId="257"/>
            <ac:cxnSpMk id="16" creationId="{0565CF2F-BF94-13EE-7BA7-31593D19298B}"/>
          </ac:cxnSpMkLst>
        </pc:cxnChg>
      </pc:sldChg>
      <pc:sldChg chg="addSp delSp modSp add del mod modNotesTx">
        <pc:chgData name="Victor Aumaitre" userId="379d7840-47ba-428f-9f95-660059feb219" providerId="ADAL" clId="{8E2CC9BA-CB9A-5093-8A9B-190C45947F08}" dt="2026-05-08T15:49:15.648" v="8099" actId="2696"/>
        <pc:sldMkLst>
          <pc:docMk/>
          <pc:sldMk cId="3005510408" sldId="257"/>
        </pc:sldMkLst>
        <pc:spChg chg="add mod">
          <ac:chgData name="Victor Aumaitre" userId="379d7840-47ba-428f-9f95-660059feb219" providerId="ADAL" clId="{8E2CC9BA-CB9A-5093-8A9B-190C45947F08}" dt="2026-05-08T01:06:22.067" v="5398"/>
          <ac:spMkLst>
            <pc:docMk/>
            <pc:sldMk cId="3005510408" sldId="257"/>
            <ac:spMk id="2" creationId="{D33E95A7-B436-E751-ECC9-466360D69E39}"/>
          </ac:spMkLst>
        </pc:spChg>
        <pc:spChg chg="add mod">
          <ac:chgData name="Victor Aumaitre" userId="379d7840-47ba-428f-9f95-660059feb219" providerId="ADAL" clId="{8E2CC9BA-CB9A-5093-8A9B-190C45947F08}" dt="2026-05-08T01:06:22.067" v="5398"/>
          <ac:spMkLst>
            <pc:docMk/>
            <pc:sldMk cId="3005510408" sldId="257"/>
            <ac:spMk id="3" creationId="{8CC1D2DF-3AF5-7179-B838-44B24A02A112}"/>
          </ac:spMkLst>
        </pc:spChg>
        <pc:spChg chg="del">
          <ac:chgData name="Victor Aumaitre" userId="379d7840-47ba-428f-9f95-660059feb219" providerId="ADAL" clId="{8E2CC9BA-CB9A-5093-8A9B-190C45947F08}" dt="2026-05-08T01:06:08.031" v="5397" actId="478"/>
          <ac:spMkLst>
            <pc:docMk/>
            <pc:sldMk cId="3005510408" sldId="257"/>
            <ac:spMk id="8" creationId="{3997E7D5-5FFC-0BA2-FFFA-A157A2543984}"/>
          </ac:spMkLst>
        </pc:spChg>
        <pc:spChg chg="mod">
          <ac:chgData name="Victor Aumaitre" userId="379d7840-47ba-428f-9f95-660059feb219" providerId="ADAL" clId="{8E2CC9BA-CB9A-5093-8A9B-190C45947F08}" dt="2026-05-08T01:06:22.067" v="5398"/>
          <ac:spMkLst>
            <pc:docMk/>
            <pc:sldMk cId="3005510408" sldId="257"/>
            <ac:spMk id="9" creationId="{32A100F4-8E32-35C8-E41D-59A664007961}"/>
          </ac:spMkLst>
        </pc:spChg>
        <pc:spChg chg="del">
          <ac:chgData name="Victor Aumaitre" userId="379d7840-47ba-428f-9f95-660059feb219" providerId="ADAL" clId="{8E2CC9BA-CB9A-5093-8A9B-190C45947F08}" dt="2026-05-08T01:06:08.031" v="5397" actId="478"/>
          <ac:spMkLst>
            <pc:docMk/>
            <pc:sldMk cId="3005510408" sldId="257"/>
            <ac:spMk id="16" creationId="{AFF924E7-3AA3-13D2-8EEB-518032F140DF}"/>
          </ac:spMkLst>
        </pc:spChg>
        <pc:spChg chg="del">
          <ac:chgData name="Victor Aumaitre" userId="379d7840-47ba-428f-9f95-660059feb219" providerId="ADAL" clId="{8E2CC9BA-CB9A-5093-8A9B-190C45947F08}" dt="2026-05-08T01:06:08.031" v="5397" actId="478"/>
          <ac:spMkLst>
            <pc:docMk/>
            <pc:sldMk cId="3005510408" sldId="257"/>
            <ac:spMk id="25" creationId="{77808B56-23D4-00B2-C2C2-FB7E483B64B3}"/>
          </ac:spMkLst>
        </pc:spChg>
        <pc:spChg chg="mod">
          <ac:chgData name="Victor Aumaitre" userId="379d7840-47ba-428f-9f95-660059feb219" providerId="ADAL" clId="{8E2CC9BA-CB9A-5093-8A9B-190C45947F08}" dt="2026-05-08T01:06:49.307" v="5401"/>
          <ac:spMkLst>
            <pc:docMk/>
            <pc:sldMk cId="3005510408" sldId="257"/>
            <ac:spMk id="27" creationId="{3997BAEA-B750-50E0-93C7-813693EFE6BC}"/>
          </ac:spMkLst>
        </pc:spChg>
        <pc:spChg chg="mod">
          <ac:chgData name="Victor Aumaitre" userId="379d7840-47ba-428f-9f95-660059feb219" providerId="ADAL" clId="{8E2CC9BA-CB9A-5093-8A9B-190C45947F08}" dt="2026-05-08T01:06:38.588" v="5400" actId="20577"/>
          <ac:spMkLst>
            <pc:docMk/>
            <pc:sldMk cId="3005510408" sldId="257"/>
            <ac:spMk id="28" creationId="{7C68B75B-A89B-0EB8-05D7-29568E8E352A}"/>
          </ac:spMkLst>
        </pc:spChg>
        <pc:spChg chg="del">
          <ac:chgData name="Victor Aumaitre" userId="379d7840-47ba-428f-9f95-660059feb219" providerId="ADAL" clId="{8E2CC9BA-CB9A-5093-8A9B-190C45947F08}" dt="2026-05-08T01:06:08.031" v="5397" actId="478"/>
          <ac:spMkLst>
            <pc:docMk/>
            <pc:sldMk cId="3005510408" sldId="257"/>
            <ac:spMk id="29" creationId="{AE577EF4-87F9-0158-23D0-EC7AB59F046F}"/>
          </ac:spMkLst>
        </pc:spChg>
        <pc:spChg chg="del">
          <ac:chgData name="Victor Aumaitre" userId="379d7840-47ba-428f-9f95-660059feb219" providerId="ADAL" clId="{8E2CC9BA-CB9A-5093-8A9B-190C45947F08}" dt="2026-05-08T01:06:08.031" v="5397" actId="478"/>
          <ac:spMkLst>
            <pc:docMk/>
            <pc:sldMk cId="3005510408" sldId="257"/>
            <ac:spMk id="36" creationId="{246FA71B-8130-5A9A-3505-BCF57FFE9554}"/>
          </ac:spMkLst>
        </pc:spChg>
        <pc:spChg chg="del">
          <ac:chgData name="Victor Aumaitre" userId="379d7840-47ba-428f-9f95-660059feb219" providerId="ADAL" clId="{8E2CC9BA-CB9A-5093-8A9B-190C45947F08}" dt="2026-05-08T01:06:08.031" v="5397" actId="478"/>
          <ac:spMkLst>
            <pc:docMk/>
            <pc:sldMk cId="3005510408" sldId="257"/>
            <ac:spMk id="37" creationId="{CC2E8A28-7ED3-AE69-93FC-89C79AC11C8C}"/>
          </ac:spMkLst>
        </pc:spChg>
        <pc:spChg chg="del">
          <ac:chgData name="Victor Aumaitre" userId="379d7840-47ba-428f-9f95-660059feb219" providerId="ADAL" clId="{8E2CC9BA-CB9A-5093-8A9B-190C45947F08}" dt="2026-05-08T01:06:08.031" v="5397" actId="478"/>
          <ac:spMkLst>
            <pc:docMk/>
            <pc:sldMk cId="3005510408" sldId="257"/>
            <ac:spMk id="38" creationId="{034F5521-AF01-92EB-AF0C-468DFC3DB955}"/>
          </ac:spMkLst>
        </pc:spChg>
        <pc:spChg chg="del">
          <ac:chgData name="Victor Aumaitre" userId="379d7840-47ba-428f-9f95-660059feb219" providerId="ADAL" clId="{8E2CC9BA-CB9A-5093-8A9B-190C45947F08}" dt="2026-05-08T01:06:08.031" v="5397" actId="478"/>
          <ac:spMkLst>
            <pc:docMk/>
            <pc:sldMk cId="3005510408" sldId="257"/>
            <ac:spMk id="39" creationId="{47CD905F-5C62-8CBE-A278-5A6E4EFF7699}"/>
          </ac:spMkLst>
        </pc:spChg>
        <pc:spChg chg="del">
          <ac:chgData name="Victor Aumaitre" userId="379d7840-47ba-428f-9f95-660059feb219" providerId="ADAL" clId="{8E2CC9BA-CB9A-5093-8A9B-190C45947F08}" dt="2026-05-08T01:06:08.031" v="5397" actId="478"/>
          <ac:spMkLst>
            <pc:docMk/>
            <pc:sldMk cId="3005510408" sldId="257"/>
            <ac:spMk id="40" creationId="{2FC4A59C-85CE-2AEF-A597-693847FF8198}"/>
          </ac:spMkLst>
        </pc:spChg>
        <pc:spChg chg="del">
          <ac:chgData name="Victor Aumaitre" userId="379d7840-47ba-428f-9f95-660059feb219" providerId="ADAL" clId="{8E2CC9BA-CB9A-5093-8A9B-190C45947F08}" dt="2026-05-08T01:06:08.031" v="5397" actId="478"/>
          <ac:spMkLst>
            <pc:docMk/>
            <pc:sldMk cId="3005510408" sldId="257"/>
            <ac:spMk id="41" creationId="{133AE03F-7042-1DE5-B571-2E316D577FE2}"/>
          </ac:spMkLst>
        </pc:spChg>
        <pc:grpChg chg="add mod">
          <ac:chgData name="Victor Aumaitre" userId="379d7840-47ba-428f-9f95-660059feb219" providerId="ADAL" clId="{8E2CC9BA-CB9A-5093-8A9B-190C45947F08}" dt="2026-05-08T01:06:22.067" v="5398"/>
          <ac:grpSpMkLst>
            <pc:docMk/>
            <pc:sldMk cId="3005510408" sldId="257"/>
            <ac:grpSpMk id="4" creationId="{140057A9-3A22-97EC-AB86-38287553D7DA}"/>
          </ac:grpSpMkLst>
        </pc:grpChg>
        <pc:graphicFrameChg chg="add mod">
          <ac:chgData name="Victor Aumaitre" userId="379d7840-47ba-428f-9f95-660059feb219" providerId="ADAL" clId="{8E2CC9BA-CB9A-5093-8A9B-190C45947F08}" dt="2026-05-08T01:06:22.067" v="5398"/>
          <ac:graphicFrameMkLst>
            <pc:docMk/>
            <pc:sldMk cId="3005510408" sldId="257"/>
            <ac:graphicFrameMk id="10" creationId="{3A42BCC5-D283-7315-8079-FEF50AEF5CFC}"/>
          </ac:graphicFrameMkLst>
        </pc:graphicFrameChg>
        <pc:picChg chg="add mod">
          <ac:chgData name="Victor Aumaitre" userId="379d7840-47ba-428f-9f95-660059feb219" providerId="ADAL" clId="{8E2CC9BA-CB9A-5093-8A9B-190C45947F08}" dt="2026-05-08T01:06:22.067" v="5398"/>
          <ac:picMkLst>
            <pc:docMk/>
            <pc:sldMk cId="3005510408" sldId="257"/>
            <ac:picMk id="11" creationId="{4C0694B7-6F60-B4D2-04EB-654BD3F1C82E}"/>
          </ac:picMkLst>
        </pc:picChg>
        <pc:cxnChg chg="mod">
          <ac:chgData name="Victor Aumaitre" userId="379d7840-47ba-428f-9f95-660059feb219" providerId="ADAL" clId="{8E2CC9BA-CB9A-5093-8A9B-190C45947F08}" dt="2026-05-08T01:06:22.067" v="5398"/>
          <ac:cxnSpMkLst>
            <pc:docMk/>
            <pc:sldMk cId="3005510408" sldId="257"/>
            <ac:cxnSpMk id="7" creationId="{7DD4AE8D-2CBC-CDC0-DD26-A89C32DCCCC4}"/>
          </ac:cxnSpMkLst>
        </pc:cxnChg>
      </pc:sldChg>
      <pc:sldChg chg="addSp modSp del mod modShow">
        <pc:chgData name="Victor Aumaitre" userId="379d7840-47ba-428f-9f95-660059feb219" providerId="ADAL" clId="{8E2CC9BA-CB9A-5093-8A9B-190C45947F08}" dt="2026-05-08T15:49:05.227" v="8038" actId="2696"/>
        <pc:sldMkLst>
          <pc:docMk/>
          <pc:sldMk cId="1988508487" sldId="258"/>
        </pc:sldMkLst>
        <pc:spChg chg="add mod">
          <ac:chgData name="Victor Aumaitre" userId="379d7840-47ba-428f-9f95-660059feb219" providerId="ADAL" clId="{8E2CC9BA-CB9A-5093-8A9B-190C45947F08}" dt="2026-05-08T12:42:26.706" v="7171" actId="1076"/>
          <ac:spMkLst>
            <pc:docMk/>
            <pc:sldMk cId="1988508487" sldId="258"/>
            <ac:spMk id="2" creationId="{0D54A617-FBAD-9B23-1960-DC3A276B4CBF}"/>
          </ac:spMkLst>
        </pc:spChg>
        <pc:graphicFrameChg chg="mod">
          <ac:chgData name="Victor Aumaitre" userId="379d7840-47ba-428f-9f95-660059feb219" providerId="ADAL" clId="{8E2CC9BA-CB9A-5093-8A9B-190C45947F08}" dt="2026-05-08T12:41:48.010" v="7162" actId="1076"/>
          <ac:graphicFrameMkLst>
            <pc:docMk/>
            <pc:sldMk cId="1988508487" sldId="258"/>
            <ac:graphicFrameMk id="3" creationId="{DD1D9A89-FCE4-C09E-5F6F-E074D3868DE6}"/>
          </ac:graphicFrameMkLst>
        </pc:graphicFrameChg>
      </pc:sldChg>
      <pc:sldChg chg="del">
        <pc:chgData name="Victor Aumaitre" userId="379d7840-47ba-428f-9f95-660059feb219" providerId="ADAL" clId="{8E2CC9BA-CB9A-5093-8A9B-190C45947F08}" dt="2026-05-08T02:26:36.633" v="6209" actId="2696"/>
        <pc:sldMkLst>
          <pc:docMk/>
          <pc:sldMk cId="2098810042" sldId="258"/>
        </pc:sldMkLst>
      </pc:sldChg>
      <pc:sldChg chg="addSp delSp modSp add mod">
        <pc:chgData name="Victor Aumaitre" userId="379d7840-47ba-428f-9f95-660059feb219" providerId="ADAL" clId="{8E2CC9BA-CB9A-5093-8A9B-190C45947F08}" dt="2026-05-08T02:33:42.809" v="6255"/>
        <pc:sldMkLst>
          <pc:docMk/>
          <pc:sldMk cId="4225592731" sldId="258"/>
        </pc:sldMkLst>
        <pc:spChg chg="add mod">
          <ac:chgData name="Victor Aumaitre" userId="379d7840-47ba-428f-9f95-660059feb219" providerId="ADAL" clId="{8E2CC9BA-CB9A-5093-8A9B-190C45947F08}" dt="2026-05-08T02:27:11.741" v="6212"/>
          <ac:spMkLst>
            <pc:docMk/>
            <pc:sldMk cId="4225592731" sldId="258"/>
            <ac:spMk id="2" creationId="{4FD37434-EA4E-0DFC-8083-3AE0981BFC9E}"/>
          </ac:spMkLst>
        </pc:spChg>
        <pc:spChg chg="mod">
          <ac:chgData name="Victor Aumaitre" userId="379d7840-47ba-428f-9f95-660059feb219" providerId="ADAL" clId="{8E2CC9BA-CB9A-5093-8A9B-190C45947F08}" dt="2026-05-08T02:27:11.741" v="6212"/>
          <ac:spMkLst>
            <pc:docMk/>
            <pc:sldMk cId="4225592731" sldId="258"/>
            <ac:spMk id="8" creationId="{DE8BAD6D-896B-E5AD-D620-253922882BFC}"/>
          </ac:spMkLst>
        </pc:spChg>
        <pc:spChg chg="del">
          <ac:chgData name="Victor Aumaitre" userId="379d7840-47ba-428f-9f95-660059feb219" providerId="ADAL" clId="{8E2CC9BA-CB9A-5093-8A9B-190C45947F08}" dt="2026-05-08T02:26:58.888" v="6211" actId="478"/>
          <ac:spMkLst>
            <pc:docMk/>
            <pc:sldMk cId="4225592731" sldId="258"/>
            <ac:spMk id="9" creationId="{252ACC5B-CE96-8F37-2C13-7688566739DA}"/>
          </ac:spMkLst>
        </pc:spChg>
        <pc:spChg chg="del">
          <ac:chgData name="Victor Aumaitre" userId="379d7840-47ba-428f-9f95-660059feb219" providerId="ADAL" clId="{8E2CC9BA-CB9A-5093-8A9B-190C45947F08}" dt="2026-05-08T02:26:58.888" v="6211" actId="478"/>
          <ac:spMkLst>
            <pc:docMk/>
            <pc:sldMk cId="4225592731" sldId="258"/>
            <ac:spMk id="10" creationId="{B5D8B30E-3C06-181C-E7E4-E4778BB8E6BF}"/>
          </ac:spMkLst>
        </pc:spChg>
        <pc:spChg chg="mod">
          <ac:chgData name="Victor Aumaitre" userId="379d7840-47ba-428f-9f95-660059feb219" providerId="ADAL" clId="{8E2CC9BA-CB9A-5093-8A9B-190C45947F08}" dt="2026-05-08T02:27:11.741" v="6212"/>
          <ac:spMkLst>
            <pc:docMk/>
            <pc:sldMk cId="4225592731" sldId="258"/>
            <ac:spMk id="12" creationId="{CC6D12AC-0BD2-70CE-9D82-DC4E7A097461}"/>
          </ac:spMkLst>
        </pc:spChg>
        <pc:spChg chg="mod">
          <ac:chgData name="Victor Aumaitre" userId="379d7840-47ba-428f-9f95-660059feb219" providerId="ADAL" clId="{8E2CC9BA-CB9A-5093-8A9B-190C45947F08}" dt="2026-05-08T02:27:11.741" v="6212"/>
          <ac:spMkLst>
            <pc:docMk/>
            <pc:sldMk cId="4225592731" sldId="258"/>
            <ac:spMk id="17" creationId="{3660A370-6A78-29FB-002D-039C3140CCFC}"/>
          </ac:spMkLst>
        </pc:spChg>
        <pc:spChg chg="mod">
          <ac:chgData name="Victor Aumaitre" userId="379d7840-47ba-428f-9f95-660059feb219" providerId="ADAL" clId="{8E2CC9BA-CB9A-5093-8A9B-190C45947F08}" dt="2026-05-08T02:29:26.408" v="6223" actId="20577"/>
          <ac:spMkLst>
            <pc:docMk/>
            <pc:sldMk cId="4225592731" sldId="258"/>
            <ac:spMk id="27" creationId="{35B21290-070F-EAF9-2285-6C53348B047D}"/>
          </ac:spMkLst>
        </pc:spChg>
        <pc:spChg chg="mod">
          <ac:chgData name="Victor Aumaitre" userId="379d7840-47ba-428f-9f95-660059feb219" providerId="ADAL" clId="{8E2CC9BA-CB9A-5093-8A9B-190C45947F08}" dt="2026-05-08T02:33:42.809" v="6255"/>
          <ac:spMkLst>
            <pc:docMk/>
            <pc:sldMk cId="4225592731" sldId="258"/>
            <ac:spMk id="28" creationId="{2E9FA327-7921-7E2E-188D-799AC85C1A9E}"/>
          </ac:spMkLst>
        </pc:spChg>
        <pc:spChg chg="del">
          <ac:chgData name="Victor Aumaitre" userId="379d7840-47ba-428f-9f95-660059feb219" providerId="ADAL" clId="{8E2CC9BA-CB9A-5093-8A9B-190C45947F08}" dt="2026-05-08T02:26:58.888" v="6211" actId="478"/>
          <ac:spMkLst>
            <pc:docMk/>
            <pc:sldMk cId="4225592731" sldId="258"/>
            <ac:spMk id="32" creationId="{092548BC-FE32-EF86-8788-EA8504FD1153}"/>
          </ac:spMkLst>
        </pc:spChg>
        <pc:spChg chg="add mod">
          <ac:chgData name="Victor Aumaitre" userId="379d7840-47ba-428f-9f95-660059feb219" providerId="ADAL" clId="{8E2CC9BA-CB9A-5093-8A9B-190C45947F08}" dt="2026-05-08T02:27:11.741" v="6212"/>
          <ac:spMkLst>
            <pc:docMk/>
            <pc:sldMk cId="4225592731" sldId="258"/>
            <ac:spMk id="39" creationId="{5E1E513D-DBA3-7D3F-21FC-03930C5EE065}"/>
          </ac:spMkLst>
        </pc:spChg>
        <pc:spChg chg="del">
          <ac:chgData name="Victor Aumaitre" userId="379d7840-47ba-428f-9f95-660059feb219" providerId="ADAL" clId="{8E2CC9BA-CB9A-5093-8A9B-190C45947F08}" dt="2026-05-08T02:26:58.888" v="6211" actId="478"/>
          <ac:spMkLst>
            <pc:docMk/>
            <pc:sldMk cId="4225592731" sldId="258"/>
            <ac:spMk id="44" creationId="{5944B4FA-4251-88F2-52B1-BCD4B9667E5D}"/>
          </ac:spMkLst>
        </pc:spChg>
        <pc:spChg chg="del">
          <ac:chgData name="Victor Aumaitre" userId="379d7840-47ba-428f-9f95-660059feb219" providerId="ADAL" clId="{8E2CC9BA-CB9A-5093-8A9B-190C45947F08}" dt="2026-05-08T02:26:58.888" v="6211" actId="478"/>
          <ac:spMkLst>
            <pc:docMk/>
            <pc:sldMk cId="4225592731" sldId="258"/>
            <ac:spMk id="45" creationId="{F85E8294-69F1-7183-8159-1C4173BEC2A8}"/>
          </ac:spMkLst>
        </pc:spChg>
        <pc:spChg chg="del">
          <ac:chgData name="Victor Aumaitre" userId="379d7840-47ba-428f-9f95-660059feb219" providerId="ADAL" clId="{8E2CC9BA-CB9A-5093-8A9B-190C45947F08}" dt="2026-05-08T02:26:58.888" v="6211" actId="478"/>
          <ac:spMkLst>
            <pc:docMk/>
            <pc:sldMk cId="4225592731" sldId="258"/>
            <ac:spMk id="48" creationId="{16FE7331-8D5A-4A66-4483-E113AA62ADD2}"/>
          </ac:spMkLst>
        </pc:spChg>
        <pc:spChg chg="add mod">
          <ac:chgData name="Victor Aumaitre" userId="379d7840-47ba-428f-9f95-660059feb219" providerId="ADAL" clId="{8E2CC9BA-CB9A-5093-8A9B-190C45947F08}" dt="2026-05-08T02:27:11.741" v="6212"/>
          <ac:spMkLst>
            <pc:docMk/>
            <pc:sldMk cId="4225592731" sldId="258"/>
            <ac:spMk id="51" creationId="{A549ADFA-A564-85E0-50DF-3E9B8284BD41}"/>
          </ac:spMkLst>
        </pc:spChg>
        <pc:spChg chg="del">
          <ac:chgData name="Victor Aumaitre" userId="379d7840-47ba-428f-9f95-660059feb219" providerId="ADAL" clId="{8E2CC9BA-CB9A-5093-8A9B-190C45947F08}" dt="2026-05-08T02:26:58.888" v="6211" actId="478"/>
          <ac:spMkLst>
            <pc:docMk/>
            <pc:sldMk cId="4225592731" sldId="258"/>
            <ac:spMk id="55" creationId="{060E035A-04DC-F96A-4716-ED8F849484B4}"/>
          </ac:spMkLst>
        </pc:spChg>
        <pc:spChg chg="del">
          <ac:chgData name="Victor Aumaitre" userId="379d7840-47ba-428f-9f95-660059feb219" providerId="ADAL" clId="{8E2CC9BA-CB9A-5093-8A9B-190C45947F08}" dt="2026-05-08T02:26:58.888" v="6211" actId="478"/>
          <ac:spMkLst>
            <pc:docMk/>
            <pc:sldMk cId="4225592731" sldId="258"/>
            <ac:spMk id="58" creationId="{C45D735A-3AE7-5BC1-BC6F-5339D129BE83}"/>
          </ac:spMkLst>
        </pc:spChg>
        <pc:spChg chg="del">
          <ac:chgData name="Victor Aumaitre" userId="379d7840-47ba-428f-9f95-660059feb219" providerId="ADAL" clId="{8E2CC9BA-CB9A-5093-8A9B-190C45947F08}" dt="2026-05-08T02:26:58.888" v="6211" actId="478"/>
          <ac:spMkLst>
            <pc:docMk/>
            <pc:sldMk cId="4225592731" sldId="258"/>
            <ac:spMk id="62" creationId="{B35AEBAE-7C63-56C5-4371-D6FC32992292}"/>
          </ac:spMkLst>
        </pc:spChg>
        <pc:spChg chg="del">
          <ac:chgData name="Victor Aumaitre" userId="379d7840-47ba-428f-9f95-660059feb219" providerId="ADAL" clId="{8E2CC9BA-CB9A-5093-8A9B-190C45947F08}" dt="2026-05-08T02:26:58.888" v="6211" actId="478"/>
          <ac:spMkLst>
            <pc:docMk/>
            <pc:sldMk cId="4225592731" sldId="258"/>
            <ac:spMk id="66" creationId="{5743C1BE-6388-3E3C-40AB-6C988318B8B0}"/>
          </ac:spMkLst>
        </pc:spChg>
        <pc:spChg chg="add mod">
          <ac:chgData name="Victor Aumaitre" userId="379d7840-47ba-428f-9f95-660059feb219" providerId="ADAL" clId="{8E2CC9BA-CB9A-5093-8A9B-190C45947F08}" dt="2026-05-08T02:27:11.741" v="6212"/>
          <ac:spMkLst>
            <pc:docMk/>
            <pc:sldMk cId="4225592731" sldId="258"/>
            <ac:spMk id="71" creationId="{CAA3A6BE-088A-79C7-768C-CB9FAC782FF9}"/>
          </ac:spMkLst>
        </pc:spChg>
        <pc:spChg chg="add mod">
          <ac:chgData name="Victor Aumaitre" userId="379d7840-47ba-428f-9f95-660059feb219" providerId="ADAL" clId="{8E2CC9BA-CB9A-5093-8A9B-190C45947F08}" dt="2026-05-08T02:27:11.741" v="6212"/>
          <ac:spMkLst>
            <pc:docMk/>
            <pc:sldMk cId="4225592731" sldId="258"/>
            <ac:spMk id="78" creationId="{6CEECB7C-FA3D-148B-B439-DB2E5D1983CF}"/>
          </ac:spMkLst>
        </pc:spChg>
        <pc:spChg chg="add mod">
          <ac:chgData name="Victor Aumaitre" userId="379d7840-47ba-428f-9f95-660059feb219" providerId="ADAL" clId="{8E2CC9BA-CB9A-5093-8A9B-190C45947F08}" dt="2026-05-08T02:27:11.741" v="6212"/>
          <ac:spMkLst>
            <pc:docMk/>
            <pc:sldMk cId="4225592731" sldId="258"/>
            <ac:spMk id="81" creationId="{34408D1B-34A7-7823-4C4E-6B62717143C1}"/>
          </ac:spMkLst>
        </pc:spChg>
        <pc:spChg chg="add mod">
          <ac:chgData name="Victor Aumaitre" userId="379d7840-47ba-428f-9f95-660059feb219" providerId="ADAL" clId="{8E2CC9BA-CB9A-5093-8A9B-190C45947F08}" dt="2026-05-08T02:27:11.741" v="6212"/>
          <ac:spMkLst>
            <pc:docMk/>
            <pc:sldMk cId="4225592731" sldId="258"/>
            <ac:spMk id="82" creationId="{10962875-C7B1-B93E-7EEE-2317595CCB16}"/>
          </ac:spMkLst>
        </pc:spChg>
        <pc:spChg chg="mod">
          <ac:chgData name="Victor Aumaitre" userId="379d7840-47ba-428f-9f95-660059feb219" providerId="ADAL" clId="{8E2CC9BA-CB9A-5093-8A9B-190C45947F08}" dt="2026-05-08T02:27:53.672" v="6213"/>
          <ac:spMkLst>
            <pc:docMk/>
            <pc:sldMk cId="4225592731" sldId="258"/>
            <ac:spMk id="93" creationId="{917D9096-CB9A-1455-A09B-42BE14DEAF5C}"/>
          </ac:spMkLst>
        </pc:spChg>
        <pc:spChg chg="mod">
          <ac:chgData name="Victor Aumaitre" userId="379d7840-47ba-428f-9f95-660059feb219" providerId="ADAL" clId="{8E2CC9BA-CB9A-5093-8A9B-190C45947F08}" dt="2026-05-08T02:27:53.672" v="6213"/>
          <ac:spMkLst>
            <pc:docMk/>
            <pc:sldMk cId="4225592731" sldId="258"/>
            <ac:spMk id="102" creationId="{7EA99FFF-4ED1-398E-2059-136A6BDF172F}"/>
          </ac:spMkLst>
        </pc:spChg>
        <pc:spChg chg="mod">
          <ac:chgData name="Victor Aumaitre" userId="379d7840-47ba-428f-9f95-660059feb219" providerId="ADAL" clId="{8E2CC9BA-CB9A-5093-8A9B-190C45947F08}" dt="2026-05-08T02:27:53.672" v="6213"/>
          <ac:spMkLst>
            <pc:docMk/>
            <pc:sldMk cId="4225592731" sldId="258"/>
            <ac:spMk id="104" creationId="{A3DA41C2-B326-29A6-4088-FE8AF166C302}"/>
          </ac:spMkLst>
        </pc:spChg>
        <pc:spChg chg="add mod">
          <ac:chgData name="Victor Aumaitre" userId="379d7840-47ba-428f-9f95-660059feb219" providerId="ADAL" clId="{8E2CC9BA-CB9A-5093-8A9B-190C45947F08}" dt="2026-05-08T02:27:53.672" v="6213"/>
          <ac:spMkLst>
            <pc:docMk/>
            <pc:sldMk cId="4225592731" sldId="258"/>
            <ac:spMk id="110" creationId="{8BB29798-EE1E-B279-E4F0-C1AD43C23594}"/>
          </ac:spMkLst>
        </pc:spChg>
        <pc:spChg chg="add mod">
          <ac:chgData name="Victor Aumaitre" userId="379d7840-47ba-428f-9f95-660059feb219" providerId="ADAL" clId="{8E2CC9BA-CB9A-5093-8A9B-190C45947F08}" dt="2026-05-08T02:27:53.672" v="6213"/>
          <ac:spMkLst>
            <pc:docMk/>
            <pc:sldMk cId="4225592731" sldId="258"/>
            <ac:spMk id="132" creationId="{84B9D65A-A4E5-F7D3-BF91-A714F49AFF03}"/>
          </ac:spMkLst>
        </pc:spChg>
        <pc:spChg chg="add mod">
          <ac:chgData name="Victor Aumaitre" userId="379d7840-47ba-428f-9f95-660059feb219" providerId="ADAL" clId="{8E2CC9BA-CB9A-5093-8A9B-190C45947F08}" dt="2026-05-08T02:27:53.672" v="6213"/>
          <ac:spMkLst>
            <pc:docMk/>
            <pc:sldMk cId="4225592731" sldId="258"/>
            <ac:spMk id="134" creationId="{6B3FCAFB-B43E-328C-7AA7-D9176C4A409C}"/>
          </ac:spMkLst>
        </pc:spChg>
        <pc:spChg chg="add mod">
          <ac:chgData name="Victor Aumaitre" userId="379d7840-47ba-428f-9f95-660059feb219" providerId="ADAL" clId="{8E2CC9BA-CB9A-5093-8A9B-190C45947F08}" dt="2026-05-08T02:27:53.672" v="6213"/>
          <ac:spMkLst>
            <pc:docMk/>
            <pc:sldMk cId="4225592731" sldId="258"/>
            <ac:spMk id="137" creationId="{B94EEDE8-B9BE-D6C9-CAB6-1136DCBF332D}"/>
          </ac:spMkLst>
        </pc:spChg>
        <pc:spChg chg="add mod">
          <ac:chgData name="Victor Aumaitre" userId="379d7840-47ba-428f-9f95-660059feb219" providerId="ADAL" clId="{8E2CC9BA-CB9A-5093-8A9B-190C45947F08}" dt="2026-05-08T02:27:53.672" v="6213"/>
          <ac:spMkLst>
            <pc:docMk/>
            <pc:sldMk cId="4225592731" sldId="258"/>
            <ac:spMk id="142" creationId="{99608932-FB24-32C2-25AE-EF98BEA5A1F1}"/>
          </ac:spMkLst>
        </pc:spChg>
        <pc:spChg chg="add mod">
          <ac:chgData name="Victor Aumaitre" userId="379d7840-47ba-428f-9f95-660059feb219" providerId="ADAL" clId="{8E2CC9BA-CB9A-5093-8A9B-190C45947F08}" dt="2026-05-08T02:27:53.672" v="6213"/>
          <ac:spMkLst>
            <pc:docMk/>
            <pc:sldMk cId="4225592731" sldId="258"/>
            <ac:spMk id="145" creationId="{CAF4F31C-1CFD-D25F-5CB5-8946536CF526}"/>
          </ac:spMkLst>
        </pc:spChg>
        <pc:spChg chg="add mod">
          <ac:chgData name="Victor Aumaitre" userId="379d7840-47ba-428f-9f95-660059feb219" providerId="ADAL" clId="{8E2CC9BA-CB9A-5093-8A9B-190C45947F08}" dt="2026-05-08T02:27:53.672" v="6213"/>
          <ac:spMkLst>
            <pc:docMk/>
            <pc:sldMk cId="4225592731" sldId="258"/>
            <ac:spMk id="146" creationId="{51E8D661-5446-6E0F-E045-DE93210C6653}"/>
          </ac:spMkLst>
        </pc:spChg>
      </pc:sldChg>
      <pc:sldChg chg="addSp modSp del mod">
        <pc:chgData name="Victor Aumaitre" userId="379d7840-47ba-428f-9f95-660059feb219" providerId="ADAL" clId="{8E2CC9BA-CB9A-5093-8A9B-190C45947F08}" dt="2026-05-08T15:49:15.678" v="8103" actId="2696"/>
        <pc:sldMkLst>
          <pc:docMk/>
          <pc:sldMk cId="3505655741" sldId="259"/>
        </pc:sldMkLst>
        <pc:spChg chg="add mod">
          <ac:chgData name="Victor Aumaitre" userId="379d7840-47ba-428f-9f95-660059feb219" providerId="ADAL" clId="{8E2CC9BA-CB9A-5093-8A9B-190C45947F08}" dt="2026-05-08T13:11:09.883" v="7459" actId="20577"/>
          <ac:spMkLst>
            <pc:docMk/>
            <pc:sldMk cId="3505655741" sldId="259"/>
            <ac:spMk id="2" creationId="{9EBB4D91-E0BD-4F19-D6FD-6F755326F248}"/>
          </ac:spMkLst>
        </pc:spChg>
      </pc:sldChg>
      <pc:sldChg chg="del">
        <pc:chgData name="Victor Aumaitre" userId="379d7840-47ba-428f-9f95-660059feb219" providerId="ADAL" clId="{8E2CC9BA-CB9A-5093-8A9B-190C45947F08}" dt="2026-05-07T22:10:54.453" v="4625" actId="2696"/>
        <pc:sldMkLst>
          <pc:docMk/>
          <pc:sldMk cId="483723702" sldId="260"/>
        </pc:sldMkLst>
      </pc:sldChg>
      <pc:sldChg chg="addSp delSp modSp add del mod modNotesTx">
        <pc:chgData name="Victor Aumaitre" userId="379d7840-47ba-428f-9f95-660059feb219" providerId="ADAL" clId="{8E2CC9BA-CB9A-5093-8A9B-190C45947F08}" dt="2026-05-08T15:49:15.663" v="8101" actId="2696"/>
        <pc:sldMkLst>
          <pc:docMk/>
          <pc:sldMk cId="801562526" sldId="260"/>
        </pc:sldMkLst>
        <pc:spChg chg="del">
          <ac:chgData name="Victor Aumaitre" userId="379d7840-47ba-428f-9f95-660059feb219" providerId="ADAL" clId="{8E2CC9BA-CB9A-5093-8A9B-190C45947F08}" dt="2026-05-08T01:03:40.121" v="5373" actId="478"/>
          <ac:spMkLst>
            <pc:docMk/>
            <pc:sldMk cId="801562526" sldId="260"/>
            <ac:spMk id="2" creationId="{7E593B98-240B-F5D8-9B4E-7260AB98EF8B}"/>
          </ac:spMkLst>
        </pc:spChg>
        <pc:spChg chg="del">
          <ac:chgData name="Victor Aumaitre" userId="379d7840-47ba-428f-9f95-660059feb219" providerId="ADAL" clId="{8E2CC9BA-CB9A-5093-8A9B-190C45947F08}" dt="2026-05-08T01:03:40.121" v="5373" actId="478"/>
          <ac:spMkLst>
            <pc:docMk/>
            <pc:sldMk cId="801562526" sldId="260"/>
            <ac:spMk id="3" creationId="{31F969CB-C3BC-FB52-EECD-0A30125E7B12}"/>
          </ac:spMkLst>
        </pc:spChg>
        <pc:spChg chg="del">
          <ac:chgData name="Victor Aumaitre" userId="379d7840-47ba-428f-9f95-660059feb219" providerId="ADAL" clId="{8E2CC9BA-CB9A-5093-8A9B-190C45947F08}" dt="2026-05-08T01:03:40.121" v="5373" actId="478"/>
          <ac:spMkLst>
            <pc:docMk/>
            <pc:sldMk cId="801562526" sldId="260"/>
            <ac:spMk id="4" creationId="{D0C72D45-0C91-0346-982B-93FBC2FC93BA}"/>
          </ac:spMkLst>
        </pc:spChg>
        <pc:spChg chg="del">
          <ac:chgData name="Victor Aumaitre" userId="379d7840-47ba-428f-9f95-660059feb219" providerId="ADAL" clId="{8E2CC9BA-CB9A-5093-8A9B-190C45947F08}" dt="2026-05-08T01:03:40.121" v="5373" actId="478"/>
          <ac:spMkLst>
            <pc:docMk/>
            <pc:sldMk cId="801562526" sldId="260"/>
            <ac:spMk id="7" creationId="{D54C0CD6-A71E-B227-13BB-4AEE0A089E8F}"/>
          </ac:spMkLst>
        </pc:spChg>
        <pc:spChg chg="add mod">
          <ac:chgData name="Victor Aumaitre" userId="379d7840-47ba-428f-9f95-660059feb219" providerId="ADAL" clId="{8E2CC9BA-CB9A-5093-8A9B-190C45947F08}" dt="2026-05-08T01:04:16.035" v="5386" actId="1035"/>
          <ac:spMkLst>
            <pc:docMk/>
            <pc:sldMk cId="801562526" sldId="260"/>
            <ac:spMk id="8" creationId="{DED752FA-A061-2A7F-511D-BDB63194B48F}"/>
          </ac:spMkLst>
        </pc:spChg>
        <pc:spChg chg="del">
          <ac:chgData name="Victor Aumaitre" userId="379d7840-47ba-428f-9f95-660059feb219" providerId="ADAL" clId="{8E2CC9BA-CB9A-5093-8A9B-190C45947F08}" dt="2026-05-08T01:03:40.121" v="5373" actId="478"/>
          <ac:spMkLst>
            <pc:docMk/>
            <pc:sldMk cId="801562526" sldId="260"/>
            <ac:spMk id="9" creationId="{EF07E6C0-081D-28A3-C62F-63C055F424F6}"/>
          </ac:spMkLst>
        </pc:spChg>
        <pc:spChg chg="del">
          <ac:chgData name="Victor Aumaitre" userId="379d7840-47ba-428f-9f95-660059feb219" providerId="ADAL" clId="{8E2CC9BA-CB9A-5093-8A9B-190C45947F08}" dt="2026-05-08T01:03:40.121" v="5373" actId="478"/>
          <ac:spMkLst>
            <pc:docMk/>
            <pc:sldMk cId="801562526" sldId="260"/>
            <ac:spMk id="10" creationId="{69783B14-8776-CB3D-3FC9-6214A0F95F17}"/>
          </ac:spMkLst>
        </pc:spChg>
        <pc:spChg chg="del">
          <ac:chgData name="Victor Aumaitre" userId="379d7840-47ba-428f-9f95-660059feb219" providerId="ADAL" clId="{8E2CC9BA-CB9A-5093-8A9B-190C45947F08}" dt="2026-05-08T01:03:40.121" v="5373" actId="478"/>
          <ac:spMkLst>
            <pc:docMk/>
            <pc:sldMk cId="801562526" sldId="260"/>
            <ac:spMk id="13" creationId="{0BE67E92-3CF1-A161-0A09-F9B6AAAE91BA}"/>
          </ac:spMkLst>
        </pc:spChg>
        <pc:spChg chg="del">
          <ac:chgData name="Victor Aumaitre" userId="379d7840-47ba-428f-9f95-660059feb219" providerId="ADAL" clId="{8E2CC9BA-CB9A-5093-8A9B-190C45947F08}" dt="2026-05-08T01:03:40.121" v="5373" actId="478"/>
          <ac:spMkLst>
            <pc:docMk/>
            <pc:sldMk cId="801562526" sldId="260"/>
            <ac:spMk id="15" creationId="{24478981-0F1A-0990-8618-A8CE31CF0C5F}"/>
          </ac:spMkLst>
        </pc:spChg>
        <pc:spChg chg="add mod">
          <ac:chgData name="Victor Aumaitre" userId="379d7840-47ba-428f-9f95-660059feb219" providerId="ADAL" clId="{8E2CC9BA-CB9A-5093-8A9B-190C45947F08}" dt="2026-05-08T01:04:16.035" v="5386" actId="1035"/>
          <ac:spMkLst>
            <pc:docMk/>
            <pc:sldMk cId="801562526" sldId="260"/>
            <ac:spMk id="16" creationId="{6CCCF06F-4CBD-3954-A8BA-CF6566F74365}"/>
          </ac:spMkLst>
        </pc:spChg>
        <pc:spChg chg="del">
          <ac:chgData name="Victor Aumaitre" userId="379d7840-47ba-428f-9f95-660059feb219" providerId="ADAL" clId="{8E2CC9BA-CB9A-5093-8A9B-190C45947F08}" dt="2026-05-08T01:03:40.121" v="5373" actId="478"/>
          <ac:spMkLst>
            <pc:docMk/>
            <pc:sldMk cId="801562526" sldId="260"/>
            <ac:spMk id="17" creationId="{3F4F925F-63F1-974A-AAF8-756DED796771}"/>
          </ac:spMkLst>
        </pc:spChg>
        <pc:spChg chg="del">
          <ac:chgData name="Victor Aumaitre" userId="379d7840-47ba-428f-9f95-660059feb219" providerId="ADAL" clId="{8E2CC9BA-CB9A-5093-8A9B-190C45947F08}" dt="2026-05-08T01:03:40.121" v="5373" actId="478"/>
          <ac:spMkLst>
            <pc:docMk/>
            <pc:sldMk cId="801562526" sldId="260"/>
            <ac:spMk id="18" creationId="{7ABE782D-F050-9CEE-1206-B3C4A6926760}"/>
          </ac:spMkLst>
        </pc:spChg>
        <pc:spChg chg="mod">
          <ac:chgData name="Victor Aumaitre" userId="379d7840-47ba-428f-9f95-660059feb219" providerId="ADAL" clId="{8E2CC9BA-CB9A-5093-8A9B-190C45947F08}" dt="2026-05-08T01:05:38.314" v="5394" actId="12"/>
          <ac:spMkLst>
            <pc:docMk/>
            <pc:sldMk cId="801562526" sldId="260"/>
            <ac:spMk id="25" creationId="{60F5121C-D016-93D2-8CF2-E0BF3DE05D0C}"/>
          </ac:spMkLst>
        </pc:spChg>
        <pc:spChg chg="del">
          <ac:chgData name="Victor Aumaitre" userId="379d7840-47ba-428f-9f95-660059feb219" providerId="ADAL" clId="{8E2CC9BA-CB9A-5093-8A9B-190C45947F08}" dt="2026-05-08T01:03:45.388" v="5374" actId="478"/>
          <ac:spMkLst>
            <pc:docMk/>
            <pc:sldMk cId="801562526" sldId="260"/>
            <ac:spMk id="26" creationId="{7C727B2B-63AA-5096-3F13-E3610FE5A028}"/>
          </ac:spMkLst>
        </pc:spChg>
        <pc:spChg chg="mod">
          <ac:chgData name="Victor Aumaitre" userId="379d7840-47ba-428f-9f95-660059feb219" providerId="ADAL" clId="{8E2CC9BA-CB9A-5093-8A9B-190C45947F08}" dt="2026-05-08T01:04:33.405" v="5387"/>
          <ac:spMkLst>
            <pc:docMk/>
            <pc:sldMk cId="801562526" sldId="260"/>
            <ac:spMk id="27" creationId="{31CAE2EE-7DBB-E69B-B7B2-9ADC8D545D86}"/>
          </ac:spMkLst>
        </pc:spChg>
        <pc:spChg chg="mod">
          <ac:chgData name="Victor Aumaitre" userId="379d7840-47ba-428f-9f95-660059feb219" providerId="ADAL" clId="{8E2CC9BA-CB9A-5093-8A9B-190C45947F08}" dt="2026-05-08T01:04:46.285" v="5389" actId="20577"/>
          <ac:spMkLst>
            <pc:docMk/>
            <pc:sldMk cId="801562526" sldId="260"/>
            <ac:spMk id="28" creationId="{7D01E68B-92B5-3A54-D2CF-AF6EB22B86D4}"/>
          </ac:spMkLst>
        </pc:spChg>
        <pc:spChg chg="add mod">
          <ac:chgData name="Victor Aumaitre" userId="379d7840-47ba-428f-9f95-660059feb219" providerId="ADAL" clId="{8E2CC9BA-CB9A-5093-8A9B-190C45947F08}" dt="2026-05-08T01:04:16.035" v="5386" actId="1035"/>
          <ac:spMkLst>
            <pc:docMk/>
            <pc:sldMk cId="801562526" sldId="260"/>
            <ac:spMk id="29" creationId="{8F03E608-A942-F472-0FC2-0787932E8B69}"/>
          </ac:spMkLst>
        </pc:spChg>
        <pc:spChg chg="mod">
          <ac:chgData name="Victor Aumaitre" userId="379d7840-47ba-428f-9f95-660059feb219" providerId="ADAL" clId="{8E2CC9BA-CB9A-5093-8A9B-190C45947F08}" dt="2026-05-08T01:04:10.539" v="5375"/>
          <ac:spMkLst>
            <pc:docMk/>
            <pc:sldMk cId="801562526" sldId="260"/>
            <ac:spMk id="31" creationId="{7B791A5B-B6F7-B1A0-4D88-9EF455312095}"/>
          </ac:spMkLst>
        </pc:spChg>
        <pc:spChg chg="mod">
          <ac:chgData name="Victor Aumaitre" userId="379d7840-47ba-428f-9f95-660059feb219" providerId="ADAL" clId="{8E2CC9BA-CB9A-5093-8A9B-190C45947F08}" dt="2026-05-08T01:04:10.539" v="5375"/>
          <ac:spMkLst>
            <pc:docMk/>
            <pc:sldMk cId="801562526" sldId="260"/>
            <ac:spMk id="34" creationId="{E2F22486-4E7E-63DD-5F5C-86FF4A940DA9}"/>
          </ac:spMkLst>
        </pc:spChg>
        <pc:spChg chg="add mod">
          <ac:chgData name="Victor Aumaitre" userId="379d7840-47ba-428f-9f95-660059feb219" providerId="ADAL" clId="{8E2CC9BA-CB9A-5093-8A9B-190C45947F08}" dt="2026-05-08T01:04:16.035" v="5386" actId="1035"/>
          <ac:spMkLst>
            <pc:docMk/>
            <pc:sldMk cId="801562526" sldId="260"/>
            <ac:spMk id="36" creationId="{7B2D3F1F-07F4-6198-C8A9-050B9FF3C59F}"/>
          </ac:spMkLst>
        </pc:spChg>
        <pc:spChg chg="add mod">
          <ac:chgData name="Victor Aumaitre" userId="379d7840-47ba-428f-9f95-660059feb219" providerId="ADAL" clId="{8E2CC9BA-CB9A-5093-8A9B-190C45947F08}" dt="2026-05-08T01:04:16.035" v="5386" actId="1035"/>
          <ac:spMkLst>
            <pc:docMk/>
            <pc:sldMk cId="801562526" sldId="260"/>
            <ac:spMk id="37" creationId="{FAC4884F-2941-DBE0-D107-C52E6F208D13}"/>
          </ac:spMkLst>
        </pc:spChg>
        <pc:spChg chg="add mod">
          <ac:chgData name="Victor Aumaitre" userId="379d7840-47ba-428f-9f95-660059feb219" providerId="ADAL" clId="{8E2CC9BA-CB9A-5093-8A9B-190C45947F08}" dt="2026-05-08T01:04:16.035" v="5386" actId="1035"/>
          <ac:spMkLst>
            <pc:docMk/>
            <pc:sldMk cId="801562526" sldId="260"/>
            <ac:spMk id="38" creationId="{A37F2953-5CB6-0A78-07C6-29A3BB35F4B1}"/>
          </ac:spMkLst>
        </pc:spChg>
        <pc:spChg chg="mod">
          <ac:chgData name="Victor Aumaitre" userId="379d7840-47ba-428f-9f95-660059feb219" providerId="ADAL" clId="{8E2CC9BA-CB9A-5093-8A9B-190C45947F08}" dt="2026-05-08T01:04:16.035" v="5386" actId="1035"/>
          <ac:spMkLst>
            <pc:docMk/>
            <pc:sldMk cId="801562526" sldId="260"/>
            <ac:spMk id="39" creationId="{8D5B8716-8607-1C06-83B6-42E40D889D18}"/>
          </ac:spMkLst>
        </pc:spChg>
        <pc:spChg chg="add mod">
          <ac:chgData name="Victor Aumaitre" userId="379d7840-47ba-428f-9f95-660059feb219" providerId="ADAL" clId="{8E2CC9BA-CB9A-5093-8A9B-190C45947F08}" dt="2026-05-08T01:04:16.035" v="5386" actId="1035"/>
          <ac:spMkLst>
            <pc:docMk/>
            <pc:sldMk cId="801562526" sldId="260"/>
            <ac:spMk id="40" creationId="{FC94885B-6D1F-ACFF-4E96-BD2B45130949}"/>
          </ac:spMkLst>
        </pc:spChg>
        <pc:spChg chg="add mod">
          <ac:chgData name="Victor Aumaitre" userId="379d7840-47ba-428f-9f95-660059feb219" providerId="ADAL" clId="{8E2CC9BA-CB9A-5093-8A9B-190C45947F08}" dt="2026-05-08T01:04:16.035" v="5386" actId="1035"/>
          <ac:spMkLst>
            <pc:docMk/>
            <pc:sldMk cId="801562526" sldId="260"/>
            <ac:spMk id="41" creationId="{78AD3235-CE6B-AF79-F12D-566ACB8C2CBD}"/>
          </ac:spMkLst>
        </pc:spChg>
        <pc:graphicFrameChg chg="modGraphic">
          <ac:chgData name="Victor Aumaitre" userId="379d7840-47ba-428f-9f95-660059feb219" providerId="ADAL" clId="{8E2CC9BA-CB9A-5093-8A9B-190C45947F08}" dt="2026-05-08T01:05:11.227" v="5391" actId="207"/>
          <ac:graphicFrameMkLst>
            <pc:docMk/>
            <pc:sldMk cId="801562526" sldId="260"/>
            <ac:graphicFrameMk id="23" creationId="{0DD03C78-80B8-5325-39E2-243D2545288A}"/>
          </ac:graphicFrameMkLst>
        </pc:graphicFrameChg>
        <pc:cxnChg chg="del">
          <ac:chgData name="Victor Aumaitre" userId="379d7840-47ba-428f-9f95-660059feb219" providerId="ADAL" clId="{8E2CC9BA-CB9A-5093-8A9B-190C45947F08}" dt="2026-05-08T01:03:45.388" v="5374" actId="478"/>
          <ac:cxnSpMkLst>
            <pc:docMk/>
            <pc:sldMk cId="801562526" sldId="260"/>
            <ac:cxnSpMk id="19" creationId="{772DBA75-7510-216F-05B4-CEE893ABA480}"/>
          </ac:cxnSpMkLst>
        </pc:cxnChg>
      </pc:sldChg>
      <pc:sldChg chg="addSp delSp modSp mod ord modNotesTx">
        <pc:chgData name="Victor Aumaitre" userId="379d7840-47ba-428f-9f95-660059feb219" providerId="ADAL" clId="{8E2CC9BA-CB9A-5093-8A9B-190C45947F08}" dt="2026-05-08T16:13:24.830" v="8142" actId="20577"/>
        <pc:sldMkLst>
          <pc:docMk/>
          <pc:sldMk cId="3222926200" sldId="261"/>
        </pc:sldMkLst>
        <pc:spChg chg="add mod">
          <ac:chgData name="Victor Aumaitre" userId="379d7840-47ba-428f-9f95-660059feb219" providerId="ADAL" clId="{8E2CC9BA-CB9A-5093-8A9B-190C45947F08}" dt="2026-05-07T22:27:35.814" v="4680" actId="167"/>
          <ac:spMkLst>
            <pc:docMk/>
            <pc:sldMk cId="3222926200" sldId="261"/>
            <ac:spMk id="2" creationId="{64C3B477-93B7-B040-7B58-98DAA59F3DA6}"/>
          </ac:spMkLst>
        </pc:spChg>
        <pc:spChg chg="del">
          <ac:chgData name="Victor Aumaitre" userId="379d7840-47ba-428f-9f95-660059feb219" providerId="ADAL" clId="{8E2CC9BA-CB9A-5093-8A9B-190C45947F08}" dt="2026-05-07T22:23:01.800" v="4636" actId="478"/>
          <ac:spMkLst>
            <pc:docMk/>
            <pc:sldMk cId="3222926200" sldId="261"/>
            <ac:spMk id="3" creationId="{3F4D228E-59E9-DB09-7A62-DA3F5709DEBC}"/>
          </ac:spMkLst>
        </pc:spChg>
        <pc:spChg chg="add mod">
          <ac:chgData name="Victor Aumaitre" userId="379d7840-47ba-428f-9f95-660059feb219" providerId="ADAL" clId="{8E2CC9BA-CB9A-5093-8A9B-190C45947F08}" dt="2026-05-08T16:13:24.830" v="8142" actId="20577"/>
          <ac:spMkLst>
            <pc:docMk/>
            <pc:sldMk cId="3222926200" sldId="261"/>
            <ac:spMk id="3" creationId="{8578DA83-786A-47AF-9AA7-38FCF7934FE4}"/>
          </ac:spMkLst>
        </pc:spChg>
        <pc:spChg chg="mod">
          <ac:chgData name="Victor Aumaitre" userId="379d7840-47ba-428f-9f95-660059feb219" providerId="ADAL" clId="{8E2CC9BA-CB9A-5093-8A9B-190C45947F08}" dt="2026-05-08T16:13:10.626" v="8128" actId="1076"/>
          <ac:spMkLst>
            <pc:docMk/>
            <pc:sldMk cId="3222926200" sldId="261"/>
            <ac:spMk id="4" creationId="{04683574-808B-F2A0-A5C0-CE201833DB78}"/>
          </ac:spMkLst>
        </pc:spChg>
        <pc:spChg chg="add mod">
          <ac:chgData name="Victor Aumaitre" userId="379d7840-47ba-428f-9f95-660059feb219" providerId="ADAL" clId="{8E2CC9BA-CB9A-5093-8A9B-190C45947F08}" dt="2026-05-07T22:28:57.876" v="4693" actId="167"/>
          <ac:spMkLst>
            <pc:docMk/>
            <pc:sldMk cId="3222926200" sldId="261"/>
            <ac:spMk id="7" creationId="{86B1CCB3-7A55-DF4D-3C37-F97C675B96A8}"/>
          </ac:spMkLst>
        </pc:spChg>
        <pc:spChg chg="del">
          <ac:chgData name="Victor Aumaitre" userId="379d7840-47ba-428f-9f95-660059feb219" providerId="ADAL" clId="{8E2CC9BA-CB9A-5093-8A9B-190C45947F08}" dt="2026-05-07T22:23:34.578" v="4642" actId="478"/>
          <ac:spMkLst>
            <pc:docMk/>
            <pc:sldMk cId="3222926200" sldId="261"/>
            <ac:spMk id="8" creationId="{23F09FCA-386D-6188-666C-E6651AC2B459}"/>
          </ac:spMkLst>
        </pc:spChg>
        <pc:spChg chg="mod">
          <ac:chgData name="Victor Aumaitre" userId="379d7840-47ba-428f-9f95-660059feb219" providerId="ADAL" clId="{8E2CC9BA-CB9A-5093-8A9B-190C45947F08}" dt="2026-05-08T16:13:10.626" v="8128" actId="1076"/>
          <ac:spMkLst>
            <pc:docMk/>
            <pc:sldMk cId="3222926200" sldId="261"/>
            <ac:spMk id="9" creationId="{A1B9ACCE-E3A0-FCF4-5691-501CCD521E85}"/>
          </ac:spMkLst>
        </pc:spChg>
        <pc:spChg chg="mod">
          <ac:chgData name="Victor Aumaitre" userId="379d7840-47ba-428f-9f95-660059feb219" providerId="ADAL" clId="{8E2CC9BA-CB9A-5093-8A9B-190C45947F08}" dt="2026-05-07T22:26:17.077" v="4667" actId="1076"/>
          <ac:spMkLst>
            <pc:docMk/>
            <pc:sldMk cId="3222926200" sldId="261"/>
            <ac:spMk id="10" creationId="{1054C788-7A79-E967-8954-12249936BB20}"/>
          </ac:spMkLst>
        </pc:spChg>
        <pc:spChg chg="mod">
          <ac:chgData name="Victor Aumaitre" userId="379d7840-47ba-428f-9f95-660059feb219" providerId="ADAL" clId="{8E2CC9BA-CB9A-5093-8A9B-190C45947F08}" dt="2026-05-08T16:13:10.626" v="8128" actId="1076"/>
          <ac:spMkLst>
            <pc:docMk/>
            <pc:sldMk cId="3222926200" sldId="261"/>
            <ac:spMk id="11" creationId="{A4783B1C-9FAE-3FAE-967F-DB453A8C9EF0}"/>
          </ac:spMkLst>
        </pc:spChg>
        <pc:spChg chg="del">
          <ac:chgData name="Victor Aumaitre" userId="379d7840-47ba-428f-9f95-660059feb219" providerId="ADAL" clId="{8E2CC9BA-CB9A-5093-8A9B-190C45947F08}" dt="2026-05-07T22:23:04.209" v="4637" actId="478"/>
          <ac:spMkLst>
            <pc:docMk/>
            <pc:sldMk cId="3222926200" sldId="261"/>
            <ac:spMk id="12" creationId="{F082380F-1666-458E-CA87-49284FEB87A0}"/>
          </ac:spMkLst>
        </pc:spChg>
        <pc:spChg chg="del">
          <ac:chgData name="Victor Aumaitre" userId="379d7840-47ba-428f-9f95-660059feb219" providerId="ADAL" clId="{8E2CC9BA-CB9A-5093-8A9B-190C45947F08}" dt="2026-05-07T22:23:37.369" v="4643" actId="478"/>
          <ac:spMkLst>
            <pc:docMk/>
            <pc:sldMk cId="3222926200" sldId="261"/>
            <ac:spMk id="13" creationId="{D52D6D04-9EC7-C59F-4396-4954824D037C}"/>
          </ac:spMkLst>
        </pc:spChg>
        <pc:spChg chg="mod">
          <ac:chgData name="Victor Aumaitre" userId="379d7840-47ba-428f-9f95-660059feb219" providerId="ADAL" clId="{8E2CC9BA-CB9A-5093-8A9B-190C45947F08}" dt="2026-05-07T22:26:54.010" v="4675" actId="1076"/>
          <ac:spMkLst>
            <pc:docMk/>
            <pc:sldMk cId="3222926200" sldId="261"/>
            <ac:spMk id="14" creationId="{2AA4E04A-BE10-9D58-D8C2-BF93327B7D42}"/>
          </ac:spMkLst>
        </pc:spChg>
        <pc:spChg chg="mod">
          <ac:chgData name="Victor Aumaitre" userId="379d7840-47ba-428f-9f95-660059feb219" providerId="ADAL" clId="{8E2CC9BA-CB9A-5093-8A9B-190C45947F08}" dt="2026-05-08T16:13:10.626" v="8128" actId="1076"/>
          <ac:spMkLst>
            <pc:docMk/>
            <pc:sldMk cId="3222926200" sldId="261"/>
            <ac:spMk id="15" creationId="{AA09DC2C-75BD-9FF3-1597-BDDC2D6648E0}"/>
          </ac:spMkLst>
        </pc:spChg>
        <pc:spChg chg="del">
          <ac:chgData name="Victor Aumaitre" userId="379d7840-47ba-428f-9f95-660059feb219" providerId="ADAL" clId="{8E2CC9BA-CB9A-5093-8A9B-190C45947F08}" dt="2026-05-07T22:23:07.953" v="4638" actId="478"/>
          <ac:spMkLst>
            <pc:docMk/>
            <pc:sldMk cId="3222926200" sldId="261"/>
            <ac:spMk id="16" creationId="{7DBE4FB6-92E4-1326-CA0A-3AE7E7EA611A}"/>
          </ac:spMkLst>
        </pc:spChg>
        <pc:spChg chg="mod">
          <ac:chgData name="Victor Aumaitre" userId="379d7840-47ba-428f-9f95-660059feb219" providerId="ADAL" clId="{8E2CC9BA-CB9A-5093-8A9B-190C45947F08}" dt="2026-05-08T16:13:10.626" v="8128" actId="1076"/>
          <ac:spMkLst>
            <pc:docMk/>
            <pc:sldMk cId="3222926200" sldId="261"/>
            <ac:spMk id="17" creationId="{08B26843-EF4B-AD33-FD0D-0A8B0D0620A5}"/>
          </ac:spMkLst>
        </pc:spChg>
        <pc:spChg chg="mod">
          <ac:chgData name="Victor Aumaitre" userId="379d7840-47ba-428f-9f95-660059feb219" providerId="ADAL" clId="{8E2CC9BA-CB9A-5093-8A9B-190C45947F08}" dt="2026-05-08T16:13:10.626" v="8128" actId="1076"/>
          <ac:spMkLst>
            <pc:docMk/>
            <pc:sldMk cId="3222926200" sldId="261"/>
            <ac:spMk id="18" creationId="{DE70915E-61AA-EB87-8A8D-2FD571A60A1E}"/>
          </ac:spMkLst>
        </pc:spChg>
        <pc:spChg chg="del">
          <ac:chgData name="Victor Aumaitre" userId="379d7840-47ba-428f-9f95-660059feb219" providerId="ADAL" clId="{8E2CC9BA-CB9A-5093-8A9B-190C45947F08}" dt="2026-05-07T22:23:32.220" v="4641" actId="478"/>
          <ac:spMkLst>
            <pc:docMk/>
            <pc:sldMk cId="3222926200" sldId="261"/>
            <ac:spMk id="19" creationId="{FB2EDE81-75D5-7172-67B1-D11BC0B433F5}"/>
          </ac:spMkLst>
        </pc:spChg>
        <pc:spChg chg="mod">
          <ac:chgData name="Victor Aumaitre" userId="379d7840-47ba-428f-9f95-660059feb219" providerId="ADAL" clId="{8E2CC9BA-CB9A-5093-8A9B-190C45947F08}" dt="2026-05-07T22:26:35.840" v="4671" actId="1076"/>
          <ac:spMkLst>
            <pc:docMk/>
            <pc:sldMk cId="3222926200" sldId="261"/>
            <ac:spMk id="20" creationId="{D461A1D7-03B2-A11C-DD65-F34EB4FB66B2}"/>
          </ac:spMkLst>
        </pc:spChg>
        <pc:spChg chg="mod">
          <ac:chgData name="Victor Aumaitre" userId="379d7840-47ba-428f-9f95-660059feb219" providerId="ADAL" clId="{8E2CC9BA-CB9A-5093-8A9B-190C45947F08}" dt="2026-05-08T16:13:10.626" v="8128" actId="1076"/>
          <ac:spMkLst>
            <pc:docMk/>
            <pc:sldMk cId="3222926200" sldId="261"/>
            <ac:spMk id="21" creationId="{754874C4-BC7A-2E80-38C6-A546125FAF8B}"/>
          </ac:spMkLst>
        </pc:spChg>
        <pc:spChg chg="del mod">
          <ac:chgData name="Victor Aumaitre" userId="379d7840-47ba-428f-9f95-660059feb219" providerId="ADAL" clId="{8E2CC9BA-CB9A-5093-8A9B-190C45947F08}" dt="2026-05-07T22:22:58.928" v="4635" actId="478"/>
          <ac:spMkLst>
            <pc:docMk/>
            <pc:sldMk cId="3222926200" sldId="261"/>
            <ac:spMk id="22" creationId="{FA60D7DF-C095-5A50-82CE-A4E0D8C73570}"/>
          </ac:spMkLst>
        </pc:spChg>
        <pc:spChg chg="mod">
          <ac:chgData name="Victor Aumaitre" userId="379d7840-47ba-428f-9f95-660059feb219" providerId="ADAL" clId="{8E2CC9BA-CB9A-5093-8A9B-190C45947F08}" dt="2026-05-07T22:24:00.354" v="4647" actId="403"/>
          <ac:spMkLst>
            <pc:docMk/>
            <pc:sldMk cId="3222926200" sldId="261"/>
            <ac:spMk id="23" creationId="{3D5A6466-2908-1F53-4651-8131C22C240B}"/>
          </ac:spMkLst>
        </pc:spChg>
        <pc:spChg chg="add mod">
          <ac:chgData name="Victor Aumaitre" userId="379d7840-47ba-428f-9f95-660059feb219" providerId="ADAL" clId="{8E2CC9BA-CB9A-5093-8A9B-190C45947F08}" dt="2026-05-08T16:13:10.626" v="8128" actId="1076"/>
          <ac:spMkLst>
            <pc:docMk/>
            <pc:sldMk cId="3222926200" sldId="261"/>
            <ac:spMk id="24" creationId="{B360FFAE-0583-99E2-B84D-23D17F31321C}"/>
          </ac:spMkLst>
        </pc:spChg>
        <pc:spChg chg="mod">
          <ac:chgData name="Victor Aumaitre" userId="379d7840-47ba-428f-9f95-660059feb219" providerId="ADAL" clId="{8E2CC9BA-CB9A-5093-8A9B-190C45947F08}" dt="2026-05-07T22:22:40.907" v="4632" actId="113"/>
          <ac:spMkLst>
            <pc:docMk/>
            <pc:sldMk cId="3222926200" sldId="261"/>
            <ac:spMk id="25" creationId="{7EF950FB-73EA-80F2-C907-3A818145FF35}"/>
          </ac:spMkLst>
        </pc:spChg>
        <pc:spChg chg="mod">
          <ac:chgData name="Victor Aumaitre" userId="379d7840-47ba-428f-9f95-660059feb219" providerId="ADAL" clId="{8E2CC9BA-CB9A-5093-8A9B-190C45947F08}" dt="2026-05-07T22:29:05.154" v="4694" actId="167"/>
          <ac:spMkLst>
            <pc:docMk/>
            <pc:sldMk cId="3222926200" sldId="261"/>
            <ac:spMk id="26" creationId="{CB78EEE8-BDBC-0E4C-4F61-439FE0124929}"/>
          </ac:spMkLst>
        </pc:spChg>
        <pc:spChg chg="mod">
          <ac:chgData name="Victor Aumaitre" userId="379d7840-47ba-428f-9f95-660059feb219" providerId="ADAL" clId="{8E2CC9BA-CB9A-5093-8A9B-190C45947F08}" dt="2026-05-08T02:34:12.278" v="6256"/>
          <ac:spMkLst>
            <pc:docMk/>
            <pc:sldMk cId="3222926200" sldId="261"/>
            <ac:spMk id="28" creationId="{5B36516A-7D93-5E77-6977-7496131B1698}"/>
          </ac:spMkLst>
        </pc:spChg>
        <pc:spChg chg="mod">
          <ac:chgData name="Victor Aumaitre" userId="379d7840-47ba-428f-9f95-660059feb219" providerId="ADAL" clId="{8E2CC9BA-CB9A-5093-8A9B-190C45947F08}" dt="2026-05-07T22:22:27.809" v="4630" actId="1076"/>
          <ac:spMkLst>
            <pc:docMk/>
            <pc:sldMk cId="3222926200" sldId="261"/>
            <ac:spMk id="29" creationId="{0EA99E55-6B6D-2FD6-F7B6-FFED13201604}"/>
          </ac:spMkLst>
        </pc:spChg>
        <pc:spChg chg="mod">
          <ac:chgData name="Victor Aumaitre" userId="379d7840-47ba-428f-9f95-660059feb219" providerId="ADAL" clId="{8E2CC9BA-CB9A-5093-8A9B-190C45947F08}" dt="2026-05-07T22:23:18.482" v="4640" actId="404"/>
          <ac:spMkLst>
            <pc:docMk/>
            <pc:sldMk cId="3222926200" sldId="261"/>
            <ac:spMk id="30" creationId="{E7AA43E1-80D2-F006-9DAB-FF25534BA9D3}"/>
          </ac:spMkLst>
        </pc:spChg>
        <pc:spChg chg="mod">
          <ac:chgData name="Victor Aumaitre" userId="379d7840-47ba-428f-9f95-660059feb219" providerId="ADAL" clId="{8E2CC9BA-CB9A-5093-8A9B-190C45947F08}" dt="2026-05-07T22:25:30.791" v="4662" actId="1076"/>
          <ac:spMkLst>
            <pc:docMk/>
            <pc:sldMk cId="3222926200" sldId="261"/>
            <ac:spMk id="31" creationId="{E8D40213-0639-3400-540E-0C922F12EAB4}"/>
          </ac:spMkLst>
        </pc:spChg>
        <pc:spChg chg="add mod">
          <ac:chgData name="Victor Aumaitre" userId="379d7840-47ba-428f-9f95-660059feb219" providerId="ADAL" clId="{8E2CC9BA-CB9A-5093-8A9B-190C45947F08}" dt="2026-05-08T16:13:10.626" v="8128" actId="1076"/>
          <ac:spMkLst>
            <pc:docMk/>
            <pc:sldMk cId="3222926200" sldId="261"/>
            <ac:spMk id="32" creationId="{F4B4D797-A5FF-D2FE-A6C5-129893BC683F}"/>
          </ac:spMkLst>
        </pc:spChg>
        <pc:spChg chg="add mod">
          <ac:chgData name="Victor Aumaitre" userId="379d7840-47ba-428f-9f95-660059feb219" providerId="ADAL" clId="{8E2CC9BA-CB9A-5093-8A9B-190C45947F08}" dt="2026-05-07T22:28:57.876" v="4693" actId="167"/>
          <ac:spMkLst>
            <pc:docMk/>
            <pc:sldMk cId="3222926200" sldId="261"/>
            <ac:spMk id="33" creationId="{80CB3FE9-B8F6-2C30-239E-543C14CEB9DD}"/>
          </ac:spMkLst>
        </pc:spChg>
        <pc:spChg chg="add mod">
          <ac:chgData name="Victor Aumaitre" userId="379d7840-47ba-428f-9f95-660059feb219" providerId="ADAL" clId="{8E2CC9BA-CB9A-5093-8A9B-190C45947F08}" dt="2026-05-07T22:28:57.876" v="4693" actId="167"/>
          <ac:spMkLst>
            <pc:docMk/>
            <pc:sldMk cId="3222926200" sldId="261"/>
            <ac:spMk id="34" creationId="{91A8BE24-93D7-21E6-210E-3D8D9F160F0D}"/>
          </ac:spMkLst>
        </pc:spChg>
        <pc:spChg chg="mod">
          <ac:chgData name="Victor Aumaitre" userId="379d7840-47ba-428f-9f95-660059feb219" providerId="ADAL" clId="{8E2CC9BA-CB9A-5093-8A9B-190C45947F08}" dt="2026-05-07T22:40:29.772" v="4736" actId="113"/>
          <ac:spMkLst>
            <pc:docMk/>
            <pc:sldMk cId="3222926200" sldId="261"/>
            <ac:spMk id="35" creationId="{3B427DA9-68A7-A43D-8958-8C2388CFCD55}"/>
          </ac:spMkLst>
        </pc:spChg>
        <pc:spChg chg="mod">
          <ac:chgData name="Victor Aumaitre" userId="379d7840-47ba-428f-9f95-660059feb219" providerId="ADAL" clId="{8E2CC9BA-CB9A-5093-8A9B-190C45947F08}" dt="2026-05-07T22:22:27.809" v="4630" actId="1076"/>
          <ac:spMkLst>
            <pc:docMk/>
            <pc:sldMk cId="3222926200" sldId="261"/>
            <ac:spMk id="42" creationId="{A045C3A7-A5CB-47A9-A21C-9E30B44BD583}"/>
          </ac:spMkLst>
        </pc:spChg>
        <pc:spChg chg="mod">
          <ac:chgData name="Victor Aumaitre" userId="379d7840-47ba-428f-9f95-660059feb219" providerId="ADAL" clId="{8E2CC9BA-CB9A-5093-8A9B-190C45947F08}" dt="2026-05-07T22:23:18.482" v="4640" actId="404"/>
          <ac:spMkLst>
            <pc:docMk/>
            <pc:sldMk cId="3222926200" sldId="261"/>
            <ac:spMk id="43" creationId="{0B61DE08-0AF4-988C-8767-B9794DA44424}"/>
          </ac:spMkLst>
        </pc:spChg>
        <pc:spChg chg="mod">
          <ac:chgData name="Victor Aumaitre" userId="379d7840-47ba-428f-9f95-660059feb219" providerId="ADAL" clId="{8E2CC9BA-CB9A-5093-8A9B-190C45947F08}" dt="2026-05-07T22:23:18.482" v="4640" actId="404"/>
          <ac:spMkLst>
            <pc:docMk/>
            <pc:sldMk cId="3222926200" sldId="261"/>
            <ac:spMk id="48" creationId="{CDDAAB36-E3D0-CDB9-DA21-6176C080E35E}"/>
          </ac:spMkLst>
        </pc:spChg>
        <pc:spChg chg="mod">
          <ac:chgData name="Victor Aumaitre" userId="379d7840-47ba-428f-9f95-660059feb219" providerId="ADAL" clId="{8E2CC9BA-CB9A-5093-8A9B-190C45947F08}" dt="2026-05-07T22:22:27.809" v="4630" actId="1076"/>
          <ac:spMkLst>
            <pc:docMk/>
            <pc:sldMk cId="3222926200" sldId="261"/>
            <ac:spMk id="52" creationId="{05274825-FB9E-19E9-78BE-092481057DD6}"/>
          </ac:spMkLst>
        </pc:spChg>
        <pc:spChg chg="mod">
          <ac:chgData name="Victor Aumaitre" userId="379d7840-47ba-428f-9f95-660059feb219" providerId="ADAL" clId="{8E2CC9BA-CB9A-5093-8A9B-190C45947F08}" dt="2026-05-07T22:23:18.482" v="4640" actId="404"/>
          <ac:spMkLst>
            <pc:docMk/>
            <pc:sldMk cId="3222926200" sldId="261"/>
            <ac:spMk id="53" creationId="{3D83E071-B364-FE08-0B92-2BD2FF7FF9A2}"/>
          </ac:spMkLst>
        </pc:spChg>
        <pc:spChg chg="mod">
          <ac:chgData name="Victor Aumaitre" userId="379d7840-47ba-428f-9f95-660059feb219" providerId="ADAL" clId="{8E2CC9BA-CB9A-5093-8A9B-190C45947F08}" dt="2026-05-07T22:23:18.482" v="4640" actId="404"/>
          <ac:spMkLst>
            <pc:docMk/>
            <pc:sldMk cId="3222926200" sldId="261"/>
            <ac:spMk id="58" creationId="{C638C274-A306-CF23-5988-E1590586254E}"/>
          </ac:spMkLst>
        </pc:spChg>
        <pc:spChg chg="mod">
          <ac:chgData name="Victor Aumaitre" userId="379d7840-47ba-428f-9f95-660059feb219" providerId="ADAL" clId="{8E2CC9BA-CB9A-5093-8A9B-190C45947F08}" dt="2026-05-07T22:22:47.495" v="4633" actId="113"/>
          <ac:spMkLst>
            <pc:docMk/>
            <pc:sldMk cId="3222926200" sldId="261"/>
            <ac:spMk id="61" creationId="{BBD13AE0-4617-0E09-738D-F308CD06AB5A}"/>
          </ac:spMkLst>
        </pc:spChg>
        <pc:spChg chg="mod">
          <ac:chgData name="Victor Aumaitre" userId="379d7840-47ba-428f-9f95-660059feb219" providerId="ADAL" clId="{8E2CC9BA-CB9A-5093-8A9B-190C45947F08}" dt="2026-05-07T22:40:29.772" v="4736" actId="113"/>
          <ac:spMkLst>
            <pc:docMk/>
            <pc:sldMk cId="3222926200" sldId="261"/>
            <ac:spMk id="64" creationId="{188FC34B-2FC1-F31A-33BA-CC2F335DFD37}"/>
          </ac:spMkLst>
        </pc:spChg>
        <pc:spChg chg="mod">
          <ac:chgData name="Victor Aumaitre" userId="379d7840-47ba-428f-9f95-660059feb219" providerId="ADAL" clId="{8E2CC9BA-CB9A-5093-8A9B-190C45947F08}" dt="2026-05-07T22:40:29.772" v="4736" actId="113"/>
          <ac:spMkLst>
            <pc:docMk/>
            <pc:sldMk cId="3222926200" sldId="261"/>
            <ac:spMk id="65" creationId="{57AC2755-B8A1-85CA-D1F5-A6D846E6DAB8}"/>
          </ac:spMkLst>
        </pc:spChg>
        <pc:spChg chg="mod">
          <ac:chgData name="Victor Aumaitre" userId="379d7840-47ba-428f-9f95-660059feb219" providerId="ADAL" clId="{8E2CC9BA-CB9A-5093-8A9B-190C45947F08}" dt="2026-05-07T22:40:29.772" v="4736" actId="113"/>
          <ac:spMkLst>
            <pc:docMk/>
            <pc:sldMk cId="3222926200" sldId="261"/>
            <ac:spMk id="66" creationId="{D519F77E-5CD1-BA5A-3BF5-DAFB8D000DFE}"/>
          </ac:spMkLst>
        </pc:spChg>
        <pc:spChg chg="mod">
          <ac:chgData name="Victor Aumaitre" userId="379d7840-47ba-428f-9f95-660059feb219" providerId="ADAL" clId="{8E2CC9BA-CB9A-5093-8A9B-190C45947F08}" dt="2026-05-07T22:40:29.772" v="4736" actId="113"/>
          <ac:spMkLst>
            <pc:docMk/>
            <pc:sldMk cId="3222926200" sldId="261"/>
            <ac:spMk id="67" creationId="{779F88D2-121A-2638-E564-6556FF7E453B}"/>
          </ac:spMkLst>
        </pc:spChg>
        <pc:spChg chg="mod">
          <ac:chgData name="Victor Aumaitre" userId="379d7840-47ba-428f-9f95-660059feb219" providerId="ADAL" clId="{8E2CC9BA-CB9A-5093-8A9B-190C45947F08}" dt="2026-05-08T16:13:10.626" v="8128" actId="1076"/>
          <ac:spMkLst>
            <pc:docMk/>
            <pc:sldMk cId="3222926200" sldId="261"/>
            <ac:spMk id="68" creationId="{8FE034C8-7033-38C5-3623-8212E3CBDF3E}"/>
          </ac:spMkLst>
        </pc:spChg>
        <pc:graphicFrameChg chg="mod modGraphic">
          <ac:chgData name="Victor Aumaitre" userId="379d7840-47ba-428f-9f95-660059feb219" providerId="ADAL" clId="{8E2CC9BA-CB9A-5093-8A9B-190C45947F08}" dt="2026-05-08T01:02:47.177" v="5371" actId="113"/>
          <ac:graphicFrameMkLst>
            <pc:docMk/>
            <pc:sldMk cId="3222926200" sldId="261"/>
            <ac:graphicFrameMk id="62" creationId="{555A3091-C6EC-6A91-32B3-DDD625183273}"/>
          </ac:graphicFrameMkLst>
        </pc:graphicFrameChg>
      </pc:sldChg>
      <pc:sldChg chg="del ord">
        <pc:chgData name="Victor Aumaitre" userId="379d7840-47ba-428f-9f95-660059feb219" providerId="ADAL" clId="{8E2CC9BA-CB9A-5093-8A9B-190C45947F08}" dt="2026-05-08T15:49:04.919" v="7999" actId="2696"/>
        <pc:sldMkLst>
          <pc:docMk/>
          <pc:sldMk cId="393357661" sldId="262"/>
        </pc:sldMkLst>
      </pc:sldChg>
      <pc:sldChg chg="add del mod modShow">
        <pc:chgData name="Victor Aumaitre" userId="379d7840-47ba-428f-9f95-660059feb219" providerId="ADAL" clId="{8E2CC9BA-CB9A-5093-8A9B-190C45947F08}" dt="2026-05-08T15:49:05.567" v="8091" actId="2696"/>
        <pc:sldMkLst>
          <pc:docMk/>
          <pc:sldMk cId="2154472487" sldId="263"/>
        </pc:sldMkLst>
      </pc:sldChg>
      <pc:sldChg chg="addSp delSp modSp add del mod">
        <pc:chgData name="Victor Aumaitre" userId="379d7840-47ba-428f-9f95-660059feb219" providerId="ADAL" clId="{8E2CC9BA-CB9A-5093-8A9B-190C45947F08}" dt="2026-05-07T14:26:48.055" v="3350" actId="2696"/>
        <pc:sldMkLst>
          <pc:docMk/>
          <pc:sldMk cId="3865778560" sldId="263"/>
        </pc:sldMkLst>
        <pc:spChg chg="add del mod">
          <ac:chgData name="Victor Aumaitre" userId="379d7840-47ba-428f-9f95-660059feb219" providerId="ADAL" clId="{8E2CC9BA-CB9A-5093-8A9B-190C45947F08}" dt="2026-05-07T14:26:43.368" v="3349" actId="478"/>
          <ac:spMkLst>
            <pc:docMk/>
            <pc:sldMk cId="3865778560" sldId="263"/>
            <ac:spMk id="78" creationId="{CB065580-D6CE-2451-03B5-EF785FEA6EE0}"/>
          </ac:spMkLst>
        </pc:spChg>
      </pc:sldChg>
      <pc:sldChg chg="addSp modSp add mod">
        <pc:chgData name="Victor Aumaitre" userId="379d7840-47ba-428f-9f95-660059feb219" providerId="ADAL" clId="{8E2CC9BA-CB9A-5093-8A9B-190C45947F08}" dt="2026-05-08T15:17:49.903" v="7902" actId="20577"/>
        <pc:sldMkLst>
          <pc:docMk/>
          <pc:sldMk cId="2072875655" sldId="264"/>
        </pc:sldMkLst>
        <pc:spChg chg="add mod">
          <ac:chgData name="Victor Aumaitre" userId="379d7840-47ba-428f-9f95-660059feb219" providerId="ADAL" clId="{8E2CC9BA-CB9A-5093-8A9B-190C45947F08}" dt="2026-05-08T15:17:49.903" v="7902" actId="20577"/>
          <ac:spMkLst>
            <pc:docMk/>
            <pc:sldMk cId="2072875655" sldId="264"/>
            <ac:spMk id="2" creationId="{33223A2B-18BE-987F-7547-1CA55DFE4ECB}"/>
          </ac:spMkLst>
        </pc:spChg>
      </pc:sldChg>
      <pc:sldChg chg="add del">
        <pc:chgData name="Victor Aumaitre" userId="379d7840-47ba-428f-9f95-660059feb219" providerId="ADAL" clId="{8E2CC9BA-CB9A-5093-8A9B-190C45947F08}" dt="2026-05-08T15:14:57.630" v="7862"/>
        <pc:sldMkLst>
          <pc:docMk/>
          <pc:sldMk cId="3552579306" sldId="264"/>
        </pc:sldMkLst>
      </pc:sldChg>
      <pc:sldChg chg="addSp delSp modSp del mod modNotesTx">
        <pc:chgData name="Victor Aumaitre" userId="379d7840-47ba-428f-9f95-660059feb219" providerId="ADAL" clId="{8E2CC9BA-CB9A-5093-8A9B-190C45947F08}" dt="2026-05-08T15:14:47.143" v="7860" actId="2696"/>
        <pc:sldMkLst>
          <pc:docMk/>
          <pc:sldMk cId="4245042507" sldId="264"/>
        </pc:sldMkLst>
        <pc:spChg chg="mod">
          <ac:chgData name="Victor Aumaitre" userId="379d7840-47ba-428f-9f95-660059feb219" providerId="ADAL" clId="{8E2CC9BA-CB9A-5093-8A9B-190C45947F08}" dt="2026-05-08T02:40:33.949" v="6293"/>
          <ac:spMkLst>
            <pc:docMk/>
            <pc:sldMk cId="4245042507" sldId="264"/>
            <ac:spMk id="28" creationId="{EA224C12-B5AE-1032-498A-14EB2905C8BF}"/>
          </ac:spMkLst>
        </pc:spChg>
      </pc:sldChg>
      <pc:sldChg chg="add del">
        <pc:chgData name="Victor Aumaitre" userId="379d7840-47ba-428f-9f95-660059feb219" providerId="ADAL" clId="{8E2CC9BA-CB9A-5093-8A9B-190C45947F08}" dt="2026-05-08T01:23:25.769" v="5554" actId="2696"/>
        <pc:sldMkLst>
          <pc:docMk/>
          <pc:sldMk cId="145285601" sldId="265"/>
        </pc:sldMkLst>
      </pc:sldChg>
      <pc:sldChg chg="addSp modSp del mod modShow">
        <pc:chgData name="Victor Aumaitre" userId="379d7840-47ba-428f-9f95-660059feb219" providerId="ADAL" clId="{8E2CC9BA-CB9A-5093-8A9B-190C45947F08}" dt="2026-05-08T15:49:05.332" v="8057" actId="2696"/>
        <pc:sldMkLst>
          <pc:docMk/>
          <pc:sldMk cId="778504798" sldId="265"/>
        </pc:sldMkLst>
        <pc:spChg chg="add mod">
          <ac:chgData name="Victor Aumaitre" userId="379d7840-47ba-428f-9f95-660059feb219" providerId="ADAL" clId="{8E2CC9BA-CB9A-5093-8A9B-190C45947F08}" dt="2026-05-08T12:41:38.876" v="7161" actId="1076"/>
          <ac:spMkLst>
            <pc:docMk/>
            <pc:sldMk cId="778504798" sldId="265"/>
            <ac:spMk id="2" creationId="{A228BFD8-B339-F6CF-8C10-0BF6E6B7E954}"/>
          </ac:spMkLst>
        </pc:spChg>
        <pc:graphicFrameChg chg="modGraphic">
          <ac:chgData name="Victor Aumaitre" userId="379d7840-47ba-428f-9f95-660059feb219" providerId="ADAL" clId="{8E2CC9BA-CB9A-5093-8A9B-190C45947F08}" dt="2026-05-08T12:41:31.394" v="7160" actId="14100"/>
          <ac:graphicFrameMkLst>
            <pc:docMk/>
            <pc:sldMk cId="778504798" sldId="265"/>
            <ac:graphicFrameMk id="4" creationId="{092B75D7-A4D9-80AE-6A9B-7A89C677B365}"/>
          </ac:graphicFrameMkLst>
        </pc:graphicFrameChg>
      </pc:sldChg>
      <pc:sldChg chg="addSp modSp add mod ord">
        <pc:chgData name="Victor Aumaitre" userId="379d7840-47ba-428f-9f95-660059feb219" providerId="ADAL" clId="{8E2CC9BA-CB9A-5093-8A9B-190C45947F08}" dt="2026-05-08T01:37:21.283" v="5769" actId="313"/>
        <pc:sldMkLst>
          <pc:docMk/>
          <pc:sldMk cId="1417431285" sldId="265"/>
        </pc:sldMkLst>
        <pc:spChg chg="mod">
          <ac:chgData name="Victor Aumaitre" userId="379d7840-47ba-428f-9f95-660059feb219" providerId="ADAL" clId="{8E2CC9BA-CB9A-5093-8A9B-190C45947F08}" dt="2026-05-08T01:32:05.899" v="5732" actId="20577"/>
          <ac:spMkLst>
            <pc:docMk/>
            <pc:sldMk cId="1417431285" sldId="265"/>
            <ac:spMk id="27" creationId="{B576045F-B588-6C45-C01F-7773B869F71C}"/>
          </ac:spMkLst>
        </pc:spChg>
        <pc:graphicFrameChg chg="add mod modGraphic">
          <ac:chgData name="Victor Aumaitre" userId="379d7840-47ba-428f-9f95-660059feb219" providerId="ADAL" clId="{8E2CC9BA-CB9A-5093-8A9B-190C45947F08}" dt="2026-05-08T01:37:21.283" v="5769" actId="313"/>
          <ac:graphicFrameMkLst>
            <pc:docMk/>
            <pc:sldMk cId="1417431285" sldId="265"/>
            <ac:graphicFrameMk id="2" creationId="{3D586A82-8902-48FA-7932-5B62B7B94701}"/>
          </ac:graphicFrameMkLst>
        </pc:graphicFrameChg>
      </pc:sldChg>
      <pc:sldChg chg="delSp add del mod ord">
        <pc:chgData name="Victor Aumaitre" userId="379d7840-47ba-428f-9f95-660059feb219" providerId="ADAL" clId="{8E2CC9BA-CB9A-5093-8A9B-190C45947F08}" dt="2026-05-08T01:20:16.299" v="5542" actId="2696"/>
        <pc:sldMkLst>
          <pc:docMk/>
          <pc:sldMk cId="2036156676" sldId="265"/>
        </pc:sldMkLst>
        <pc:spChg chg="del">
          <ac:chgData name="Victor Aumaitre" userId="379d7840-47ba-428f-9f95-660059feb219" providerId="ADAL" clId="{8E2CC9BA-CB9A-5093-8A9B-190C45947F08}" dt="2026-05-08T01:10:37.526" v="5414" actId="478"/>
          <ac:spMkLst>
            <pc:docMk/>
            <pc:sldMk cId="2036156676" sldId="265"/>
            <ac:spMk id="2" creationId="{DFF24F38-9FB5-1ABE-BA6D-8C9F5C0499EB}"/>
          </ac:spMkLst>
        </pc:spChg>
        <pc:spChg chg="del">
          <ac:chgData name="Victor Aumaitre" userId="379d7840-47ba-428f-9f95-660059feb219" providerId="ADAL" clId="{8E2CC9BA-CB9A-5093-8A9B-190C45947F08}" dt="2026-05-08T01:10:37.526" v="5414" actId="478"/>
          <ac:spMkLst>
            <pc:docMk/>
            <pc:sldMk cId="2036156676" sldId="265"/>
            <ac:spMk id="3" creationId="{81DC5C53-A8E2-93BD-E76D-10ACA17D3184}"/>
          </ac:spMkLst>
        </pc:spChg>
        <pc:spChg chg="del">
          <ac:chgData name="Victor Aumaitre" userId="379d7840-47ba-428f-9f95-660059feb219" providerId="ADAL" clId="{8E2CC9BA-CB9A-5093-8A9B-190C45947F08}" dt="2026-05-08T01:10:37.526" v="5414" actId="478"/>
          <ac:spMkLst>
            <pc:docMk/>
            <pc:sldMk cId="2036156676" sldId="265"/>
            <ac:spMk id="7" creationId="{4CCE099F-4B02-EE7D-E43D-AAC6466C8532}"/>
          </ac:spMkLst>
        </pc:spChg>
        <pc:spChg chg="del">
          <ac:chgData name="Victor Aumaitre" userId="379d7840-47ba-428f-9f95-660059feb219" providerId="ADAL" clId="{8E2CC9BA-CB9A-5093-8A9B-190C45947F08}" dt="2026-05-08T01:10:37.526" v="5414" actId="478"/>
          <ac:spMkLst>
            <pc:docMk/>
            <pc:sldMk cId="2036156676" sldId="265"/>
            <ac:spMk id="8" creationId="{57601FF4-F984-90DE-2749-A6333E05143F}"/>
          </ac:spMkLst>
        </pc:spChg>
        <pc:spChg chg="del">
          <ac:chgData name="Victor Aumaitre" userId="379d7840-47ba-428f-9f95-660059feb219" providerId="ADAL" clId="{8E2CC9BA-CB9A-5093-8A9B-190C45947F08}" dt="2026-05-08T01:10:37.526" v="5414" actId="478"/>
          <ac:spMkLst>
            <pc:docMk/>
            <pc:sldMk cId="2036156676" sldId="265"/>
            <ac:spMk id="31" creationId="{28B391B1-DA2F-118A-45B7-16D16CDF659D}"/>
          </ac:spMkLst>
        </pc:spChg>
        <pc:spChg chg="del">
          <ac:chgData name="Victor Aumaitre" userId="379d7840-47ba-428f-9f95-660059feb219" providerId="ADAL" clId="{8E2CC9BA-CB9A-5093-8A9B-190C45947F08}" dt="2026-05-08T01:10:37.526" v="5414" actId="478"/>
          <ac:spMkLst>
            <pc:docMk/>
            <pc:sldMk cId="2036156676" sldId="265"/>
            <ac:spMk id="32" creationId="{7E12E5D0-F18D-B6F9-A685-85A58A88140D}"/>
          </ac:spMkLst>
        </pc:spChg>
        <pc:spChg chg="del">
          <ac:chgData name="Victor Aumaitre" userId="379d7840-47ba-428f-9f95-660059feb219" providerId="ADAL" clId="{8E2CC9BA-CB9A-5093-8A9B-190C45947F08}" dt="2026-05-08T01:10:37.526" v="5414" actId="478"/>
          <ac:spMkLst>
            <pc:docMk/>
            <pc:sldMk cId="2036156676" sldId="265"/>
            <ac:spMk id="33" creationId="{EF136396-8916-F35C-AD83-83325B3F78D4}"/>
          </ac:spMkLst>
        </pc:spChg>
        <pc:spChg chg="del">
          <ac:chgData name="Victor Aumaitre" userId="379d7840-47ba-428f-9f95-660059feb219" providerId="ADAL" clId="{8E2CC9BA-CB9A-5093-8A9B-190C45947F08}" dt="2026-05-08T01:10:37.526" v="5414" actId="478"/>
          <ac:spMkLst>
            <pc:docMk/>
            <pc:sldMk cId="2036156676" sldId="265"/>
            <ac:spMk id="34" creationId="{518ECFA0-8283-A05A-44C8-4A08E8D715F9}"/>
          </ac:spMkLst>
        </pc:spChg>
        <pc:spChg chg="del">
          <ac:chgData name="Victor Aumaitre" userId="379d7840-47ba-428f-9f95-660059feb219" providerId="ADAL" clId="{8E2CC9BA-CB9A-5093-8A9B-190C45947F08}" dt="2026-05-08T01:10:37.526" v="5414" actId="478"/>
          <ac:spMkLst>
            <pc:docMk/>
            <pc:sldMk cId="2036156676" sldId="265"/>
            <ac:spMk id="89" creationId="{1CCD1D70-9F8B-92BA-BCF5-CAB7F70A8E1A}"/>
          </ac:spMkLst>
        </pc:spChg>
        <pc:spChg chg="del">
          <ac:chgData name="Victor Aumaitre" userId="379d7840-47ba-428f-9f95-660059feb219" providerId="ADAL" clId="{8E2CC9BA-CB9A-5093-8A9B-190C45947F08}" dt="2026-05-08T01:10:37.526" v="5414" actId="478"/>
          <ac:spMkLst>
            <pc:docMk/>
            <pc:sldMk cId="2036156676" sldId="265"/>
            <ac:spMk id="91" creationId="{80EDDAB5-6F8F-98D4-F0E5-616E218B9005}"/>
          </ac:spMkLst>
        </pc:spChg>
      </pc:sldChg>
      <pc:sldChg chg="addSp modSp del mod">
        <pc:chgData name="Victor Aumaitre" userId="379d7840-47ba-428f-9f95-660059feb219" providerId="ADAL" clId="{8E2CC9BA-CB9A-5093-8A9B-190C45947F08}" dt="2026-05-08T15:51:52.773" v="8124" actId="2696"/>
        <pc:sldMkLst>
          <pc:docMk/>
          <pc:sldMk cId="3088831169" sldId="266"/>
        </pc:sldMkLst>
        <pc:spChg chg="mod">
          <ac:chgData name="Victor Aumaitre" userId="379d7840-47ba-428f-9f95-660059feb219" providerId="ADAL" clId="{8E2CC9BA-CB9A-5093-8A9B-190C45947F08}" dt="2026-05-08T12:56:10.937" v="7426" actId="1076"/>
          <ac:spMkLst>
            <pc:docMk/>
            <pc:sldMk cId="3088831169" sldId="266"/>
            <ac:spMk id="5" creationId="{E580A76C-8967-8611-477D-23D28F3DDEF7}"/>
          </ac:spMkLst>
        </pc:spChg>
        <pc:spChg chg="mod">
          <ac:chgData name="Victor Aumaitre" userId="379d7840-47ba-428f-9f95-660059feb219" providerId="ADAL" clId="{8E2CC9BA-CB9A-5093-8A9B-190C45947F08}" dt="2026-05-08T12:51:39.757" v="7366" actId="1076"/>
          <ac:spMkLst>
            <pc:docMk/>
            <pc:sldMk cId="3088831169" sldId="266"/>
            <ac:spMk id="6" creationId="{0E9133C3-F73D-4AF8-C24C-F2E408B1FA9F}"/>
          </ac:spMkLst>
        </pc:spChg>
        <pc:spChg chg="mod">
          <ac:chgData name="Victor Aumaitre" userId="379d7840-47ba-428f-9f95-660059feb219" providerId="ADAL" clId="{8E2CC9BA-CB9A-5093-8A9B-190C45947F08}" dt="2026-05-08T12:58:35.062" v="7449" actId="20577"/>
          <ac:spMkLst>
            <pc:docMk/>
            <pc:sldMk cId="3088831169" sldId="266"/>
            <ac:spMk id="7" creationId="{15F089AC-19AF-7CF9-9767-152591469216}"/>
          </ac:spMkLst>
        </pc:spChg>
        <pc:spChg chg="mod">
          <ac:chgData name="Victor Aumaitre" userId="379d7840-47ba-428f-9f95-660059feb219" providerId="ADAL" clId="{8E2CC9BA-CB9A-5093-8A9B-190C45947F08}" dt="2026-05-08T12:51:04.532" v="7347" actId="1038"/>
          <ac:spMkLst>
            <pc:docMk/>
            <pc:sldMk cId="3088831169" sldId="266"/>
            <ac:spMk id="9" creationId="{BF56505B-24AE-54D0-A937-0D2AB5A186D7}"/>
          </ac:spMkLst>
        </pc:spChg>
        <pc:spChg chg="mod">
          <ac:chgData name="Victor Aumaitre" userId="379d7840-47ba-428f-9f95-660059feb219" providerId="ADAL" clId="{8E2CC9BA-CB9A-5093-8A9B-190C45947F08}" dt="2026-05-08T12:51:24.241" v="7364" actId="1076"/>
          <ac:spMkLst>
            <pc:docMk/>
            <pc:sldMk cId="3088831169" sldId="266"/>
            <ac:spMk id="11" creationId="{8F299701-3480-90C2-8AE6-149D50DC22C7}"/>
          </ac:spMkLst>
        </pc:spChg>
        <pc:spChg chg="mod">
          <ac:chgData name="Victor Aumaitre" userId="379d7840-47ba-428f-9f95-660059feb219" providerId="ADAL" clId="{8E2CC9BA-CB9A-5093-8A9B-190C45947F08}" dt="2026-05-08T12:53:11.987" v="7382" actId="1076"/>
          <ac:spMkLst>
            <pc:docMk/>
            <pc:sldMk cId="3088831169" sldId="266"/>
            <ac:spMk id="13" creationId="{754FF3B1-6763-8472-E8F5-7F4C06F4001F}"/>
          </ac:spMkLst>
        </pc:spChg>
        <pc:spChg chg="mod">
          <ac:chgData name="Victor Aumaitre" userId="379d7840-47ba-428f-9f95-660059feb219" providerId="ADAL" clId="{8E2CC9BA-CB9A-5093-8A9B-190C45947F08}" dt="2026-05-08T12:53:16.122" v="7383" actId="1076"/>
          <ac:spMkLst>
            <pc:docMk/>
            <pc:sldMk cId="3088831169" sldId="266"/>
            <ac:spMk id="16" creationId="{405B0983-A654-A46E-764C-C6085E25E8EB}"/>
          </ac:spMkLst>
        </pc:spChg>
        <pc:spChg chg="mod">
          <ac:chgData name="Victor Aumaitre" userId="379d7840-47ba-428f-9f95-660059feb219" providerId="ADAL" clId="{8E2CC9BA-CB9A-5093-8A9B-190C45947F08}" dt="2026-05-08T12:53:20.688" v="7384" actId="1076"/>
          <ac:spMkLst>
            <pc:docMk/>
            <pc:sldMk cId="3088831169" sldId="266"/>
            <ac:spMk id="17" creationId="{651F70D8-B5EA-79B4-BD76-D117544E452A}"/>
          </ac:spMkLst>
        </pc:spChg>
        <pc:spChg chg="add mod">
          <ac:chgData name="Victor Aumaitre" userId="379d7840-47ba-428f-9f95-660059feb219" providerId="ADAL" clId="{8E2CC9BA-CB9A-5093-8A9B-190C45947F08}" dt="2026-05-08T12:56:28.271" v="7429" actId="1076"/>
          <ac:spMkLst>
            <pc:docMk/>
            <pc:sldMk cId="3088831169" sldId="266"/>
            <ac:spMk id="19" creationId="{062E7638-7A26-B9A5-4384-77400205FCF0}"/>
          </ac:spMkLst>
        </pc:spChg>
        <pc:spChg chg="add mod">
          <ac:chgData name="Victor Aumaitre" userId="379d7840-47ba-428f-9f95-660059feb219" providerId="ADAL" clId="{8E2CC9BA-CB9A-5093-8A9B-190C45947F08}" dt="2026-05-08T12:56:21.554" v="7428" actId="1076"/>
          <ac:spMkLst>
            <pc:docMk/>
            <pc:sldMk cId="3088831169" sldId="266"/>
            <ac:spMk id="21" creationId="{576713D1-9C4D-AAA7-43EF-01EB4785DEBA}"/>
          </ac:spMkLst>
        </pc:spChg>
        <pc:spChg chg="add mod">
          <ac:chgData name="Victor Aumaitre" userId="379d7840-47ba-428f-9f95-660059feb219" providerId="ADAL" clId="{8E2CC9BA-CB9A-5093-8A9B-190C45947F08}" dt="2026-05-08T12:56:17.686" v="7427" actId="1076"/>
          <ac:spMkLst>
            <pc:docMk/>
            <pc:sldMk cId="3088831169" sldId="266"/>
            <ac:spMk id="22" creationId="{43F445EA-BAEF-A68C-12AD-F58DC1634BC1}"/>
          </ac:spMkLst>
        </pc:spChg>
        <pc:spChg chg="mod">
          <ac:chgData name="Victor Aumaitre" userId="379d7840-47ba-428f-9f95-660059feb219" providerId="ADAL" clId="{8E2CC9BA-CB9A-5093-8A9B-190C45947F08}" dt="2026-05-08T12:51:32.873" v="7365" actId="1076"/>
          <ac:spMkLst>
            <pc:docMk/>
            <pc:sldMk cId="3088831169" sldId="266"/>
            <ac:spMk id="26" creationId="{9AB5246B-AA03-CCAE-7CE7-A2002FC94DFE}"/>
          </ac:spMkLst>
        </pc:spChg>
        <pc:grpChg chg="mod">
          <ac:chgData name="Victor Aumaitre" userId="379d7840-47ba-428f-9f95-660059feb219" providerId="ADAL" clId="{8E2CC9BA-CB9A-5093-8A9B-190C45947F08}" dt="2026-05-08T12:51:24.241" v="7364" actId="1076"/>
          <ac:grpSpMkLst>
            <pc:docMk/>
            <pc:sldMk cId="3088831169" sldId="266"/>
            <ac:grpSpMk id="8" creationId="{CB655526-B246-973B-7E48-5CB65E81093F}"/>
          </ac:grpSpMkLst>
        </pc:grpChg>
        <pc:picChg chg="add mod">
          <ac:chgData name="Victor Aumaitre" userId="379d7840-47ba-428f-9f95-660059feb219" providerId="ADAL" clId="{8E2CC9BA-CB9A-5093-8A9B-190C45947F08}" dt="2026-05-08T12:57:10.572" v="7432" actId="1076"/>
          <ac:picMkLst>
            <pc:docMk/>
            <pc:sldMk cId="3088831169" sldId="266"/>
            <ac:picMk id="2" creationId="{C9340EAA-C766-1A24-572F-D7D2BAA224C5}"/>
          </ac:picMkLst>
        </pc:picChg>
        <pc:picChg chg="mod">
          <ac:chgData name="Victor Aumaitre" userId="379d7840-47ba-428f-9f95-660059feb219" providerId="ADAL" clId="{8E2CC9BA-CB9A-5093-8A9B-190C45947F08}" dt="2026-05-08T12:51:58.506" v="7368" actId="1076"/>
          <ac:picMkLst>
            <pc:docMk/>
            <pc:sldMk cId="3088831169" sldId="266"/>
            <ac:picMk id="12" creationId="{FA693620-FA39-D68B-1BA7-D91F6CECB83B}"/>
          </ac:picMkLst>
        </pc:picChg>
        <pc:picChg chg="add mod">
          <ac:chgData name="Victor Aumaitre" userId="379d7840-47ba-428f-9f95-660059feb219" providerId="ADAL" clId="{8E2CC9BA-CB9A-5093-8A9B-190C45947F08}" dt="2026-05-08T12:56:49.671" v="7431" actId="1076"/>
          <ac:picMkLst>
            <pc:docMk/>
            <pc:sldMk cId="3088831169" sldId="266"/>
            <ac:picMk id="14" creationId="{3F21110B-E0E9-E2E6-6F34-700E4D510F25}"/>
          </ac:picMkLst>
        </pc:picChg>
        <pc:picChg chg="mod">
          <ac:chgData name="Victor Aumaitre" userId="379d7840-47ba-428f-9f95-660059feb219" providerId="ADAL" clId="{8E2CC9BA-CB9A-5093-8A9B-190C45947F08}" dt="2026-05-08T12:51:24.241" v="7364" actId="1076"/>
          <ac:picMkLst>
            <pc:docMk/>
            <pc:sldMk cId="3088831169" sldId="266"/>
            <ac:picMk id="15" creationId="{00AEF7E0-9328-F11B-FBD0-C0F5406DE43A}"/>
          </ac:picMkLst>
        </pc:picChg>
        <pc:picChg chg="add mod">
          <ac:chgData name="Victor Aumaitre" userId="379d7840-47ba-428f-9f95-660059feb219" providerId="ADAL" clId="{8E2CC9BA-CB9A-5093-8A9B-190C45947F08}" dt="2026-05-08T12:52:58.920" v="7381" actId="1076"/>
          <ac:picMkLst>
            <pc:docMk/>
            <pc:sldMk cId="3088831169" sldId="266"/>
            <ac:picMk id="18" creationId="{13A67D08-0998-F4BA-D48B-B6CF1E304EA1}"/>
          </ac:picMkLst>
        </pc:picChg>
        <pc:picChg chg="mod">
          <ac:chgData name="Victor Aumaitre" userId="379d7840-47ba-428f-9f95-660059feb219" providerId="ADAL" clId="{8E2CC9BA-CB9A-5093-8A9B-190C45947F08}" dt="2026-05-08T12:51:32.873" v="7365" actId="1076"/>
          <ac:picMkLst>
            <pc:docMk/>
            <pc:sldMk cId="3088831169" sldId="266"/>
            <ac:picMk id="25" creationId="{81A8FEF5-98C8-849F-BB65-D6F7455FC1D3}"/>
          </ac:picMkLst>
        </pc:picChg>
        <pc:picChg chg="mod">
          <ac:chgData name="Victor Aumaitre" userId="379d7840-47ba-428f-9f95-660059feb219" providerId="ADAL" clId="{8E2CC9BA-CB9A-5093-8A9B-190C45947F08}" dt="2026-05-08T12:51:39.757" v="7366" actId="1076"/>
          <ac:picMkLst>
            <pc:docMk/>
            <pc:sldMk cId="3088831169" sldId="266"/>
            <ac:picMk id="1026" creationId="{4EA9A540-EDD3-5BAD-BDD0-521028AA213A}"/>
          </ac:picMkLst>
        </pc:picChg>
        <pc:picChg chg="mod">
          <ac:chgData name="Victor Aumaitre" userId="379d7840-47ba-428f-9f95-660059feb219" providerId="ADAL" clId="{8E2CC9BA-CB9A-5093-8A9B-190C45947F08}" dt="2026-05-08T12:51:04.532" v="7347" actId="1038"/>
          <ac:picMkLst>
            <pc:docMk/>
            <pc:sldMk cId="3088831169" sldId="266"/>
            <ac:picMk id="1028" creationId="{EC8452D8-8A95-1570-22B2-4637B074CFB4}"/>
          </ac:picMkLst>
        </pc:picChg>
        <pc:picChg chg="mod">
          <ac:chgData name="Victor Aumaitre" userId="379d7840-47ba-428f-9f95-660059feb219" providerId="ADAL" clId="{8E2CC9BA-CB9A-5093-8A9B-190C45947F08}" dt="2026-05-08T12:52:11.290" v="7369" actId="1076"/>
          <ac:picMkLst>
            <pc:docMk/>
            <pc:sldMk cId="3088831169" sldId="266"/>
            <ac:picMk id="1036" creationId="{E12DC376-319E-0510-21C8-5F66BB358665}"/>
          </ac:picMkLst>
        </pc:picChg>
        <pc:picChg chg="mod">
          <ac:chgData name="Victor Aumaitre" userId="379d7840-47ba-428f-9f95-660059feb219" providerId="ADAL" clId="{8E2CC9BA-CB9A-5093-8A9B-190C45947F08}" dt="2026-05-08T12:52:20.179" v="7376" actId="1038"/>
          <ac:picMkLst>
            <pc:docMk/>
            <pc:sldMk cId="3088831169" sldId="266"/>
            <ac:picMk id="1038" creationId="{6B0C0A91-1230-1820-9CB9-799834448365}"/>
          </ac:picMkLst>
        </pc:picChg>
        <pc:picChg chg="mod">
          <ac:chgData name="Victor Aumaitre" userId="379d7840-47ba-428f-9f95-660059feb219" providerId="ADAL" clId="{8E2CC9BA-CB9A-5093-8A9B-190C45947F08}" dt="2026-05-08T12:56:43.304" v="7430" actId="1076"/>
          <ac:picMkLst>
            <pc:docMk/>
            <pc:sldMk cId="3088831169" sldId="266"/>
            <ac:picMk id="1040" creationId="{1A1A9F49-E687-25DC-76AE-D63434432A13}"/>
          </ac:picMkLst>
        </pc:picChg>
      </pc:sldChg>
      <pc:sldChg chg="del mod modShow">
        <pc:chgData name="Victor Aumaitre" userId="379d7840-47ba-428f-9f95-660059feb219" providerId="ADAL" clId="{8E2CC9BA-CB9A-5093-8A9B-190C45947F08}" dt="2026-05-08T15:49:04.896" v="7996" actId="2696"/>
        <pc:sldMkLst>
          <pc:docMk/>
          <pc:sldMk cId="0" sldId="267"/>
        </pc:sldMkLst>
      </pc:sldChg>
      <pc:sldChg chg="modSp mod">
        <pc:chgData name="Victor Aumaitre" userId="379d7840-47ba-428f-9f95-660059feb219" providerId="ADAL" clId="{8E2CC9BA-CB9A-5093-8A9B-190C45947F08}" dt="2026-05-07T14:19:27.499" v="3324" actId="20577"/>
        <pc:sldMkLst>
          <pc:docMk/>
          <pc:sldMk cId="2712855538" sldId="268"/>
        </pc:sldMkLst>
        <pc:spChg chg="mod">
          <ac:chgData name="Victor Aumaitre" userId="379d7840-47ba-428f-9f95-660059feb219" providerId="ADAL" clId="{8E2CC9BA-CB9A-5093-8A9B-190C45947F08}" dt="2026-05-07T14:19:27.499" v="3324" actId="20577"/>
          <ac:spMkLst>
            <pc:docMk/>
            <pc:sldMk cId="2712855538" sldId="268"/>
            <ac:spMk id="5" creationId="{2E566B20-789E-A16A-716B-BE9E0D22243B}"/>
          </ac:spMkLst>
        </pc:spChg>
      </pc:sldChg>
      <pc:sldChg chg="add del setBg">
        <pc:chgData name="Victor Aumaitre" userId="379d7840-47ba-428f-9f95-660059feb219" providerId="ADAL" clId="{8E2CC9BA-CB9A-5093-8A9B-190C45947F08}" dt="2026-05-08T15:49:05.106" v="8026" actId="2696"/>
        <pc:sldMkLst>
          <pc:docMk/>
          <pc:sldMk cId="730693186" sldId="269"/>
        </pc:sldMkLst>
      </pc:sldChg>
      <pc:sldChg chg="add del setBg">
        <pc:chgData name="Victor Aumaitre" userId="379d7840-47ba-428f-9f95-660059feb219" providerId="ADAL" clId="{8E2CC9BA-CB9A-5093-8A9B-190C45947F08}" dt="2026-05-08T15:49:05.455" v="8072" actId="2696"/>
        <pc:sldMkLst>
          <pc:docMk/>
          <pc:sldMk cId="2100542799" sldId="270"/>
        </pc:sldMkLst>
      </pc:sldChg>
      <pc:sldChg chg="del">
        <pc:chgData name="Victor Aumaitre" userId="379d7840-47ba-428f-9f95-660059feb219" providerId="ADAL" clId="{8E2CC9BA-CB9A-5093-8A9B-190C45947F08}" dt="2026-05-08T15:49:05.069" v="8021" actId="2696"/>
        <pc:sldMkLst>
          <pc:docMk/>
          <pc:sldMk cId="3286773510" sldId="271"/>
        </pc:sldMkLst>
      </pc:sldChg>
      <pc:sldChg chg="addSp delSp modSp add del mod ord modShow">
        <pc:chgData name="Victor Aumaitre" userId="379d7840-47ba-428f-9f95-660059feb219" providerId="ADAL" clId="{8E2CC9BA-CB9A-5093-8A9B-190C45947F08}" dt="2026-05-08T15:49:05.518" v="8082" actId="2696"/>
        <pc:sldMkLst>
          <pc:docMk/>
          <pc:sldMk cId="3677238965" sldId="272"/>
        </pc:sldMkLst>
        <pc:spChg chg="mod">
          <ac:chgData name="Victor Aumaitre" userId="379d7840-47ba-428f-9f95-660059feb219" providerId="ADAL" clId="{8E2CC9BA-CB9A-5093-8A9B-190C45947F08}" dt="2026-05-08T01:15:16.909" v="5474" actId="1035"/>
          <ac:spMkLst>
            <pc:docMk/>
            <pc:sldMk cId="3677238965" sldId="272"/>
            <ac:spMk id="4" creationId="{3E018212-C1F9-E983-8D25-D033998822B2}"/>
          </ac:spMkLst>
        </pc:spChg>
        <pc:spChg chg="add mod">
          <ac:chgData name="Victor Aumaitre" userId="379d7840-47ba-428f-9f95-660059feb219" providerId="ADAL" clId="{8E2CC9BA-CB9A-5093-8A9B-190C45947F08}" dt="2026-05-08T01:11:49.032" v="5417"/>
          <ac:spMkLst>
            <pc:docMk/>
            <pc:sldMk cId="3677238965" sldId="272"/>
            <ac:spMk id="11" creationId="{C1741C76-2C7B-6180-9829-797E539A5B56}"/>
          </ac:spMkLst>
        </pc:spChg>
        <pc:spChg chg="add mod">
          <ac:chgData name="Victor Aumaitre" userId="379d7840-47ba-428f-9f95-660059feb219" providerId="ADAL" clId="{8E2CC9BA-CB9A-5093-8A9B-190C45947F08}" dt="2026-05-08T01:11:49.032" v="5417"/>
          <ac:spMkLst>
            <pc:docMk/>
            <pc:sldMk cId="3677238965" sldId="272"/>
            <ac:spMk id="17" creationId="{06FD6DA1-914B-B498-4F1A-83C750A99774}"/>
          </ac:spMkLst>
        </pc:spChg>
        <pc:spChg chg="mod">
          <ac:chgData name="Victor Aumaitre" userId="379d7840-47ba-428f-9f95-660059feb219" providerId="ADAL" clId="{8E2CC9BA-CB9A-5093-8A9B-190C45947F08}" dt="2026-05-08T01:15:16.909" v="5474" actId="1035"/>
          <ac:spMkLst>
            <pc:docMk/>
            <pc:sldMk cId="3677238965" sldId="272"/>
            <ac:spMk id="20" creationId="{574D5C22-F208-ED86-F0AC-71459A824689}"/>
          </ac:spMkLst>
        </pc:spChg>
        <pc:spChg chg="mod">
          <ac:chgData name="Victor Aumaitre" userId="379d7840-47ba-428f-9f95-660059feb219" providerId="ADAL" clId="{8E2CC9BA-CB9A-5093-8A9B-190C45947F08}" dt="2026-05-08T01:15:16.909" v="5474" actId="1035"/>
          <ac:spMkLst>
            <pc:docMk/>
            <pc:sldMk cId="3677238965" sldId="272"/>
            <ac:spMk id="26" creationId="{C15C49A6-0B12-6336-BA69-120B84E04322}"/>
          </ac:spMkLst>
        </pc:spChg>
        <pc:spChg chg="mod">
          <ac:chgData name="Victor Aumaitre" userId="379d7840-47ba-428f-9f95-660059feb219" providerId="ADAL" clId="{8E2CC9BA-CB9A-5093-8A9B-190C45947F08}" dt="2026-05-08T12:39:18.369" v="7107" actId="20577"/>
          <ac:spMkLst>
            <pc:docMk/>
            <pc:sldMk cId="3677238965" sldId="272"/>
            <ac:spMk id="27" creationId="{029D08F4-7AAA-1730-0FFF-485BA10E44BE}"/>
          </ac:spMkLst>
        </pc:spChg>
        <pc:spChg chg="del">
          <ac:chgData name="Victor Aumaitre" userId="379d7840-47ba-428f-9f95-660059feb219" providerId="ADAL" clId="{8E2CC9BA-CB9A-5093-8A9B-190C45947F08}" dt="2026-05-08T01:13:53.620" v="5452" actId="478"/>
          <ac:spMkLst>
            <pc:docMk/>
            <pc:sldMk cId="3677238965" sldId="272"/>
            <ac:spMk id="28" creationId="{96A20B90-3B3C-82DD-6506-11ECAEA6D3D6}"/>
          </ac:spMkLst>
        </pc:spChg>
        <pc:spChg chg="add mod">
          <ac:chgData name="Victor Aumaitre" userId="379d7840-47ba-428f-9f95-660059feb219" providerId="ADAL" clId="{8E2CC9BA-CB9A-5093-8A9B-190C45947F08}" dt="2026-05-08T01:11:49.032" v="5417"/>
          <ac:spMkLst>
            <pc:docMk/>
            <pc:sldMk cId="3677238965" sldId="272"/>
            <ac:spMk id="31" creationId="{9BF2E0C5-BF30-F2C0-363F-6345DA589CD1}"/>
          </ac:spMkLst>
        </pc:spChg>
        <pc:spChg chg="mod">
          <ac:chgData name="Victor Aumaitre" userId="379d7840-47ba-428f-9f95-660059feb219" providerId="ADAL" clId="{8E2CC9BA-CB9A-5093-8A9B-190C45947F08}" dt="2026-05-08T01:11:49.032" v="5417"/>
          <ac:spMkLst>
            <pc:docMk/>
            <pc:sldMk cId="3677238965" sldId="272"/>
            <ac:spMk id="34" creationId="{CA9EA4A0-7314-004B-049A-970E5C536030}"/>
          </ac:spMkLst>
        </pc:spChg>
        <pc:spChg chg="mod">
          <ac:chgData name="Victor Aumaitre" userId="379d7840-47ba-428f-9f95-660059feb219" providerId="ADAL" clId="{8E2CC9BA-CB9A-5093-8A9B-190C45947F08}" dt="2026-05-08T01:11:49.032" v="5417"/>
          <ac:spMkLst>
            <pc:docMk/>
            <pc:sldMk cId="3677238965" sldId="272"/>
            <ac:spMk id="38" creationId="{2C398789-4A69-F0BB-EC3C-C0F57C081020}"/>
          </ac:spMkLst>
        </pc:spChg>
        <pc:spChg chg="mod">
          <ac:chgData name="Victor Aumaitre" userId="379d7840-47ba-428f-9f95-660059feb219" providerId="ADAL" clId="{8E2CC9BA-CB9A-5093-8A9B-190C45947F08}" dt="2026-05-08T01:11:49.032" v="5417"/>
          <ac:spMkLst>
            <pc:docMk/>
            <pc:sldMk cId="3677238965" sldId="272"/>
            <ac:spMk id="40" creationId="{18312221-779C-23C4-FACB-0CBBE7A49ADC}"/>
          </ac:spMkLst>
        </pc:spChg>
        <pc:spChg chg="mod">
          <ac:chgData name="Victor Aumaitre" userId="379d7840-47ba-428f-9f95-660059feb219" providerId="ADAL" clId="{8E2CC9BA-CB9A-5093-8A9B-190C45947F08}" dt="2026-05-08T01:11:49.032" v="5417"/>
          <ac:spMkLst>
            <pc:docMk/>
            <pc:sldMk cId="3677238965" sldId="272"/>
            <ac:spMk id="46" creationId="{21D67688-5E97-BD8C-9331-FA563FF4EB74}"/>
          </ac:spMkLst>
        </pc:spChg>
        <pc:spChg chg="mod">
          <ac:chgData name="Victor Aumaitre" userId="379d7840-47ba-428f-9f95-660059feb219" providerId="ADAL" clId="{8E2CC9BA-CB9A-5093-8A9B-190C45947F08}" dt="2026-05-08T01:15:16.909" v="5474" actId="1035"/>
          <ac:spMkLst>
            <pc:docMk/>
            <pc:sldMk cId="3677238965" sldId="272"/>
            <ac:spMk id="78" creationId="{085DCABB-2616-3F07-077B-AFCD0A4ABF04}"/>
          </ac:spMkLst>
        </pc:spChg>
        <pc:spChg chg="mod">
          <ac:chgData name="Victor Aumaitre" userId="379d7840-47ba-428f-9f95-660059feb219" providerId="ADAL" clId="{8E2CC9BA-CB9A-5093-8A9B-190C45947F08}" dt="2026-05-08T01:15:16.909" v="5474" actId="1035"/>
          <ac:spMkLst>
            <pc:docMk/>
            <pc:sldMk cId="3677238965" sldId="272"/>
            <ac:spMk id="84" creationId="{4D6C22EA-1BFA-2D41-7E4B-80EB29AC6283}"/>
          </ac:spMkLst>
        </pc:spChg>
        <pc:spChg chg="mod">
          <ac:chgData name="Victor Aumaitre" userId="379d7840-47ba-428f-9f95-660059feb219" providerId="ADAL" clId="{8E2CC9BA-CB9A-5093-8A9B-190C45947F08}" dt="2026-05-08T01:15:16.909" v="5474" actId="1035"/>
          <ac:spMkLst>
            <pc:docMk/>
            <pc:sldMk cId="3677238965" sldId="272"/>
            <ac:spMk id="86" creationId="{1A45F3F9-38E7-71E2-A0F7-67C589DA32D3}"/>
          </ac:spMkLst>
        </pc:spChg>
        <pc:spChg chg="add mod">
          <ac:chgData name="Victor Aumaitre" userId="379d7840-47ba-428f-9f95-660059feb219" providerId="ADAL" clId="{8E2CC9BA-CB9A-5093-8A9B-190C45947F08}" dt="2026-05-08T01:11:49.032" v="5417"/>
          <ac:spMkLst>
            <pc:docMk/>
            <pc:sldMk cId="3677238965" sldId="272"/>
            <ac:spMk id="87" creationId="{EA650C1D-C49D-EC33-DA55-386FE408C74B}"/>
          </ac:spMkLst>
        </pc:spChg>
        <pc:spChg chg="add mod">
          <ac:chgData name="Victor Aumaitre" userId="379d7840-47ba-428f-9f95-660059feb219" providerId="ADAL" clId="{8E2CC9BA-CB9A-5093-8A9B-190C45947F08}" dt="2026-05-08T01:11:49.032" v="5417"/>
          <ac:spMkLst>
            <pc:docMk/>
            <pc:sldMk cId="3677238965" sldId="272"/>
            <ac:spMk id="94" creationId="{B5890C2A-E14E-81BA-4BE0-550AEC33A2F2}"/>
          </ac:spMkLst>
        </pc:spChg>
        <pc:spChg chg="mod">
          <ac:chgData name="Victor Aumaitre" userId="379d7840-47ba-428f-9f95-660059feb219" providerId="ADAL" clId="{8E2CC9BA-CB9A-5093-8A9B-190C45947F08}" dt="2026-05-08T01:15:16.909" v="5474" actId="1035"/>
          <ac:spMkLst>
            <pc:docMk/>
            <pc:sldMk cId="3677238965" sldId="272"/>
            <ac:spMk id="103" creationId="{CB0C83F9-269B-BBCF-7247-7CD4B4831424}"/>
          </ac:spMkLst>
        </pc:spChg>
        <pc:spChg chg="add mod">
          <ac:chgData name="Victor Aumaitre" userId="379d7840-47ba-428f-9f95-660059feb219" providerId="ADAL" clId="{8E2CC9BA-CB9A-5093-8A9B-190C45947F08}" dt="2026-05-08T01:15:16.909" v="5474" actId="1035"/>
          <ac:spMkLst>
            <pc:docMk/>
            <pc:sldMk cId="3677238965" sldId="272"/>
            <ac:spMk id="104" creationId="{53FF27B9-76F4-FF77-BB29-1A703555940E}"/>
          </ac:spMkLst>
        </pc:spChg>
        <pc:spChg chg="mod">
          <ac:chgData name="Victor Aumaitre" userId="379d7840-47ba-428f-9f95-660059feb219" providerId="ADAL" clId="{8E2CC9BA-CB9A-5093-8A9B-190C45947F08}" dt="2026-05-08T01:15:16.909" v="5474" actId="1035"/>
          <ac:spMkLst>
            <pc:docMk/>
            <pc:sldMk cId="3677238965" sldId="272"/>
            <ac:spMk id="105" creationId="{3A448EAF-9833-AC15-4AE2-507F6164F6DB}"/>
          </ac:spMkLst>
        </pc:spChg>
        <pc:spChg chg="mod">
          <ac:chgData name="Victor Aumaitre" userId="379d7840-47ba-428f-9f95-660059feb219" providerId="ADAL" clId="{8E2CC9BA-CB9A-5093-8A9B-190C45947F08}" dt="2026-05-08T01:15:16.909" v="5474" actId="1035"/>
          <ac:spMkLst>
            <pc:docMk/>
            <pc:sldMk cId="3677238965" sldId="272"/>
            <ac:spMk id="107" creationId="{5C7204CD-7422-F823-DD79-2F9FEFECA6B6}"/>
          </ac:spMkLst>
        </pc:spChg>
        <pc:spChg chg="add mod">
          <ac:chgData name="Victor Aumaitre" userId="379d7840-47ba-428f-9f95-660059feb219" providerId="ADAL" clId="{8E2CC9BA-CB9A-5093-8A9B-190C45947F08}" dt="2026-05-08T01:20:36.038" v="5543" actId="1076"/>
          <ac:spMkLst>
            <pc:docMk/>
            <pc:sldMk cId="3677238965" sldId="272"/>
            <ac:spMk id="109" creationId="{3CEF9353-C93C-9B80-1A5A-D2B01DB95178}"/>
          </ac:spMkLst>
        </pc:spChg>
        <pc:grpChg chg="mod">
          <ac:chgData name="Victor Aumaitre" userId="379d7840-47ba-428f-9f95-660059feb219" providerId="ADAL" clId="{8E2CC9BA-CB9A-5093-8A9B-190C45947F08}" dt="2026-05-08T01:20:36.038" v="5543" actId="1076"/>
          <ac:grpSpMkLst>
            <pc:docMk/>
            <pc:sldMk cId="3677238965" sldId="272"/>
            <ac:grpSpMk id="33" creationId="{4190779D-5CD4-FCC1-3C5A-15263C998CC2}"/>
          </ac:grpSpMkLst>
        </pc:grpChg>
        <pc:graphicFrameChg chg="mod modGraphic">
          <ac:chgData name="Victor Aumaitre" userId="379d7840-47ba-428f-9f95-660059feb219" providerId="ADAL" clId="{8E2CC9BA-CB9A-5093-8A9B-190C45947F08}" dt="2026-05-08T01:13:58.857" v="5453" actId="20577"/>
          <ac:graphicFrameMkLst>
            <pc:docMk/>
            <pc:sldMk cId="3677238965" sldId="272"/>
            <ac:graphicFrameMk id="2" creationId="{AE9BBE36-AA9E-CC86-51B4-C6DABDAB0DFD}"/>
          </ac:graphicFrameMkLst>
        </pc:graphicFrameChg>
      </pc:sldChg>
      <pc:sldChg chg="delSp del mod ord">
        <pc:chgData name="Victor Aumaitre" userId="379d7840-47ba-428f-9f95-660059feb219" providerId="ADAL" clId="{8E2CC9BA-CB9A-5093-8A9B-190C45947F08}" dt="2026-05-08T15:11:27.843" v="7817" actId="2696"/>
        <pc:sldMkLst>
          <pc:docMk/>
          <pc:sldMk cId="2595999636" sldId="273"/>
        </pc:sldMkLst>
        <pc:spChg chg="del">
          <ac:chgData name="Victor Aumaitre" userId="379d7840-47ba-428f-9f95-660059feb219" providerId="ADAL" clId="{8E2CC9BA-CB9A-5093-8A9B-190C45947F08}" dt="2026-05-07T21:07:58.896" v="4307" actId="478"/>
          <ac:spMkLst>
            <pc:docMk/>
            <pc:sldMk cId="2595999636" sldId="273"/>
            <ac:spMk id="3" creationId="{5332AE97-0E19-78AB-29C9-E51ACD358824}"/>
          </ac:spMkLst>
        </pc:spChg>
      </pc:sldChg>
      <pc:sldChg chg="add del">
        <pc:chgData name="Victor Aumaitre" userId="379d7840-47ba-428f-9f95-660059feb219" providerId="ADAL" clId="{8E2CC9BA-CB9A-5093-8A9B-190C45947F08}" dt="2026-05-08T15:15:19.647" v="7865"/>
        <pc:sldMkLst>
          <pc:docMk/>
          <pc:sldMk cId="3733969663" sldId="273"/>
        </pc:sldMkLst>
      </pc:sldChg>
      <pc:sldChg chg="add del setBg">
        <pc:chgData name="Victor Aumaitre" userId="379d7840-47ba-428f-9f95-660059feb219" providerId="ADAL" clId="{8E2CC9BA-CB9A-5093-8A9B-190C45947F08}" dt="2026-05-08T15:49:05.358" v="8059" actId="2696"/>
        <pc:sldMkLst>
          <pc:docMk/>
          <pc:sldMk cId="2681041628" sldId="274"/>
        </pc:sldMkLst>
      </pc:sldChg>
      <pc:sldChg chg="add del setBg">
        <pc:chgData name="Victor Aumaitre" userId="379d7840-47ba-428f-9f95-660059feb219" providerId="ADAL" clId="{8E2CC9BA-CB9A-5093-8A9B-190C45947F08}" dt="2026-05-08T15:49:05.414" v="8065" actId="2696"/>
        <pc:sldMkLst>
          <pc:docMk/>
          <pc:sldMk cId="2693953633" sldId="275"/>
        </pc:sldMkLst>
      </pc:sldChg>
      <pc:sldChg chg="addSp delSp modSp mod">
        <pc:chgData name="Victor Aumaitre" userId="379d7840-47ba-428f-9f95-660059feb219" providerId="ADAL" clId="{8E2CC9BA-CB9A-5093-8A9B-190C45947F08}" dt="2026-05-08T03:21:46.706" v="6759" actId="20577"/>
        <pc:sldMkLst>
          <pc:docMk/>
          <pc:sldMk cId="1762966268" sldId="276"/>
        </pc:sldMkLst>
        <pc:spChg chg="del mod">
          <ac:chgData name="Victor Aumaitre" userId="379d7840-47ba-428f-9f95-660059feb219" providerId="ADAL" clId="{8E2CC9BA-CB9A-5093-8A9B-190C45947F08}" dt="2026-05-07T14:16:58.675" v="3205" actId="478"/>
          <ac:spMkLst>
            <pc:docMk/>
            <pc:sldMk cId="1762966268" sldId="276"/>
            <ac:spMk id="2" creationId="{A63B3E0B-D800-C4AE-EBF4-7DAABAC41BD9}"/>
          </ac:spMkLst>
        </pc:spChg>
        <pc:spChg chg="mod">
          <ac:chgData name="Victor Aumaitre" userId="379d7840-47ba-428f-9f95-660059feb219" providerId="ADAL" clId="{8E2CC9BA-CB9A-5093-8A9B-190C45947F08}" dt="2026-05-08T03:21:46.706" v="6759" actId="20577"/>
          <ac:spMkLst>
            <pc:docMk/>
            <pc:sldMk cId="1762966268" sldId="276"/>
            <ac:spMk id="8" creationId="{ED03CAED-A6FF-E690-6CF5-379E03C8A883}"/>
          </ac:spMkLst>
        </pc:spChg>
        <pc:spChg chg="del mod">
          <ac:chgData name="Victor Aumaitre" userId="379d7840-47ba-428f-9f95-660059feb219" providerId="ADAL" clId="{8E2CC9BA-CB9A-5093-8A9B-190C45947F08}" dt="2026-05-07T14:16:26.702" v="3184" actId="478"/>
          <ac:spMkLst>
            <pc:docMk/>
            <pc:sldMk cId="1762966268" sldId="276"/>
            <ac:spMk id="10" creationId="{7AAAA09F-7DC3-A15A-2885-5D9638E98AEB}"/>
          </ac:spMkLst>
        </pc:spChg>
        <pc:spChg chg="mod">
          <ac:chgData name="Victor Aumaitre" userId="379d7840-47ba-428f-9f95-660059feb219" providerId="ADAL" clId="{8E2CC9BA-CB9A-5093-8A9B-190C45947F08}" dt="2026-05-07T14:16:42.397" v="3187" actId="113"/>
          <ac:spMkLst>
            <pc:docMk/>
            <pc:sldMk cId="1762966268" sldId="276"/>
            <ac:spMk id="11" creationId="{AC0E9A0C-5257-5AA3-FFEA-6F826F32841D}"/>
          </ac:spMkLst>
        </pc:spChg>
        <pc:cxnChg chg="add mod">
          <ac:chgData name="Victor Aumaitre" userId="379d7840-47ba-428f-9f95-660059feb219" providerId="ADAL" clId="{8E2CC9BA-CB9A-5093-8A9B-190C45947F08}" dt="2026-05-07T14:16:32.191" v="3185" actId="1076"/>
          <ac:cxnSpMkLst>
            <pc:docMk/>
            <pc:sldMk cId="1762966268" sldId="276"/>
            <ac:cxnSpMk id="5" creationId="{D702B05A-D9D8-3957-E6BF-B499CF3721DF}"/>
          </ac:cxnSpMkLst>
        </pc:cxnChg>
      </pc:sldChg>
      <pc:sldChg chg="del mod modShow">
        <pc:chgData name="Victor Aumaitre" userId="379d7840-47ba-428f-9f95-660059feb219" providerId="ADAL" clId="{8E2CC9BA-CB9A-5093-8A9B-190C45947F08}" dt="2026-05-08T15:49:05.280" v="8047" actId="2696"/>
        <pc:sldMkLst>
          <pc:docMk/>
          <pc:sldMk cId="0" sldId="277"/>
        </pc:sldMkLst>
      </pc:sldChg>
      <pc:sldChg chg="addSp delSp modSp mod ord">
        <pc:chgData name="Victor Aumaitre" userId="379d7840-47ba-428f-9f95-660059feb219" providerId="ADAL" clId="{8E2CC9BA-CB9A-5093-8A9B-190C45947F08}" dt="2026-05-08T15:51:21.618" v="8122" actId="20578"/>
        <pc:sldMkLst>
          <pc:docMk/>
          <pc:sldMk cId="409731489" sldId="278"/>
        </pc:sldMkLst>
        <pc:spChg chg="add del mod">
          <ac:chgData name="Victor Aumaitre" userId="379d7840-47ba-428f-9f95-660059feb219" providerId="ADAL" clId="{8E2CC9BA-CB9A-5093-8A9B-190C45947F08}" dt="2026-05-08T01:43:34.177" v="5830" actId="478"/>
          <ac:spMkLst>
            <pc:docMk/>
            <pc:sldMk cId="409731489" sldId="278"/>
            <ac:spMk id="2" creationId="{F5F8954D-D4E1-F48A-9517-5F340BAC85CE}"/>
          </ac:spMkLst>
        </pc:spChg>
        <pc:spChg chg="mod">
          <ac:chgData name="Victor Aumaitre" userId="379d7840-47ba-428f-9f95-660059feb219" providerId="ADAL" clId="{8E2CC9BA-CB9A-5093-8A9B-190C45947F08}" dt="2026-05-08T01:53:21.215" v="6050" actId="1035"/>
          <ac:spMkLst>
            <pc:docMk/>
            <pc:sldMk cId="409731489" sldId="278"/>
            <ac:spMk id="19" creationId="{C6B46038-96E3-94C0-3BC3-2D2E8F1B60EC}"/>
          </ac:spMkLst>
        </pc:spChg>
        <pc:spChg chg="mod">
          <ac:chgData name="Victor Aumaitre" userId="379d7840-47ba-428f-9f95-660059feb219" providerId="ADAL" clId="{8E2CC9BA-CB9A-5093-8A9B-190C45947F08}" dt="2026-05-08T01:57:30.963" v="6077" actId="20577"/>
          <ac:spMkLst>
            <pc:docMk/>
            <pc:sldMk cId="409731489" sldId="278"/>
            <ac:spMk id="20" creationId="{90FC06E1-5904-9DA6-5765-6B72966FCE52}"/>
          </ac:spMkLst>
        </pc:spChg>
        <pc:spChg chg="mod">
          <ac:chgData name="Victor Aumaitre" userId="379d7840-47ba-428f-9f95-660059feb219" providerId="ADAL" clId="{8E2CC9BA-CB9A-5093-8A9B-190C45947F08}" dt="2026-05-08T02:22:48.750" v="6196" actId="20577"/>
          <ac:spMkLst>
            <pc:docMk/>
            <pc:sldMk cId="409731489" sldId="278"/>
            <ac:spMk id="27" creationId="{74BE3BD8-E7B1-9D50-1F2F-3D68FA6027D7}"/>
          </ac:spMkLst>
        </pc:spChg>
        <pc:spChg chg="mod">
          <ac:chgData name="Victor Aumaitre" userId="379d7840-47ba-428f-9f95-660059feb219" providerId="ADAL" clId="{8E2CC9BA-CB9A-5093-8A9B-190C45947F08}" dt="2026-05-08T12:59:11.021" v="7451" actId="207"/>
          <ac:spMkLst>
            <pc:docMk/>
            <pc:sldMk cId="409731489" sldId="278"/>
            <ac:spMk id="28" creationId="{31982FC5-AFBC-7DF6-2815-CE2365A4CA5E}"/>
          </ac:spMkLst>
        </pc:spChg>
        <pc:graphicFrameChg chg="modGraphic">
          <ac:chgData name="Victor Aumaitre" userId="379d7840-47ba-428f-9f95-660059feb219" providerId="ADAL" clId="{8E2CC9BA-CB9A-5093-8A9B-190C45947F08}" dt="2026-05-08T01:53:23.066" v="6055" actId="207"/>
          <ac:graphicFrameMkLst>
            <pc:docMk/>
            <pc:sldMk cId="409731489" sldId="278"/>
            <ac:graphicFrameMk id="22" creationId="{6A20F83C-0B1B-5809-89C4-36778C7F99B1}"/>
          </ac:graphicFrameMkLst>
        </pc:graphicFrameChg>
      </pc:sldChg>
      <pc:sldChg chg="del mod modShow">
        <pc:chgData name="Victor Aumaitre" userId="379d7840-47ba-428f-9f95-660059feb219" providerId="ADAL" clId="{8E2CC9BA-CB9A-5093-8A9B-190C45947F08}" dt="2026-05-08T15:49:04.889" v="7995" actId="2696"/>
        <pc:sldMkLst>
          <pc:docMk/>
          <pc:sldMk cId="0" sldId="279"/>
        </pc:sldMkLst>
      </pc:sldChg>
      <pc:sldChg chg="addSp modSp del mod modNotesTx">
        <pc:chgData name="Victor Aumaitre" userId="379d7840-47ba-428f-9f95-660059feb219" providerId="ADAL" clId="{8E2CC9BA-CB9A-5093-8A9B-190C45947F08}" dt="2026-05-08T15:14:47.143" v="7860" actId="2696"/>
        <pc:sldMkLst>
          <pc:docMk/>
          <pc:sldMk cId="315820621" sldId="280"/>
        </pc:sldMkLst>
        <pc:spChg chg="add mod">
          <ac:chgData name="Victor Aumaitre" userId="379d7840-47ba-428f-9f95-660059feb219" providerId="ADAL" clId="{8E2CC9BA-CB9A-5093-8A9B-190C45947F08}" dt="2026-05-08T13:12:57.266" v="7461" actId="1076"/>
          <ac:spMkLst>
            <pc:docMk/>
            <pc:sldMk cId="315820621" sldId="280"/>
            <ac:spMk id="58" creationId="{864B2BE1-8C43-5B8F-0864-1E0BB2C3CA12}"/>
          </ac:spMkLst>
        </pc:spChg>
      </pc:sldChg>
      <pc:sldChg chg="modSp add mod">
        <pc:chgData name="Victor Aumaitre" userId="379d7840-47ba-428f-9f95-660059feb219" providerId="ADAL" clId="{8E2CC9BA-CB9A-5093-8A9B-190C45947F08}" dt="2026-05-08T15:16:40.942" v="7878" actId="1076"/>
        <pc:sldMkLst>
          <pc:docMk/>
          <pc:sldMk cId="659715212" sldId="280"/>
        </pc:sldMkLst>
        <pc:spChg chg="mod">
          <ac:chgData name="Victor Aumaitre" userId="379d7840-47ba-428f-9f95-660059feb219" providerId="ADAL" clId="{8E2CC9BA-CB9A-5093-8A9B-190C45947F08}" dt="2026-05-08T15:16:40.942" v="7878" actId="1076"/>
          <ac:spMkLst>
            <pc:docMk/>
            <pc:sldMk cId="659715212" sldId="280"/>
            <ac:spMk id="58" creationId="{4D0C5B94-CB9D-B0C0-84A0-C96663A2627B}"/>
          </ac:spMkLst>
        </pc:spChg>
      </pc:sldChg>
      <pc:sldChg chg="add del">
        <pc:chgData name="Victor Aumaitre" userId="379d7840-47ba-428f-9f95-660059feb219" providerId="ADAL" clId="{8E2CC9BA-CB9A-5093-8A9B-190C45947F08}" dt="2026-05-08T15:14:57.630" v="7862"/>
        <pc:sldMkLst>
          <pc:docMk/>
          <pc:sldMk cId="2655893536" sldId="280"/>
        </pc:sldMkLst>
      </pc:sldChg>
      <pc:sldChg chg="del mod modShow">
        <pc:chgData name="Victor Aumaitre" userId="379d7840-47ba-428f-9f95-660059feb219" providerId="ADAL" clId="{8E2CC9BA-CB9A-5093-8A9B-190C45947F08}" dt="2026-05-08T15:49:05.383" v="8063" actId="2696"/>
        <pc:sldMkLst>
          <pc:docMk/>
          <pc:sldMk cId="0" sldId="281"/>
        </pc:sldMkLst>
      </pc:sldChg>
      <pc:sldChg chg="del mod modShow">
        <pc:chgData name="Victor Aumaitre" userId="379d7840-47ba-428f-9f95-660059feb219" providerId="ADAL" clId="{8E2CC9BA-CB9A-5093-8A9B-190C45947F08}" dt="2026-05-08T15:49:05.545" v="8088" actId="2696"/>
        <pc:sldMkLst>
          <pc:docMk/>
          <pc:sldMk cId="0" sldId="282"/>
        </pc:sldMkLst>
      </pc:sldChg>
      <pc:sldChg chg="del mod modShow">
        <pc:chgData name="Victor Aumaitre" userId="379d7840-47ba-428f-9f95-660059feb219" providerId="ADAL" clId="{8E2CC9BA-CB9A-5093-8A9B-190C45947F08}" dt="2026-05-08T15:49:05.049" v="8017" actId="2696"/>
        <pc:sldMkLst>
          <pc:docMk/>
          <pc:sldMk cId="0" sldId="283"/>
        </pc:sldMkLst>
      </pc:sldChg>
      <pc:sldChg chg="del mod modShow">
        <pc:chgData name="Victor Aumaitre" userId="379d7840-47ba-428f-9f95-660059feb219" providerId="ADAL" clId="{8E2CC9BA-CB9A-5093-8A9B-190C45947F08}" dt="2026-05-08T15:49:05.425" v="8067" actId="2696"/>
        <pc:sldMkLst>
          <pc:docMk/>
          <pc:sldMk cId="0" sldId="284"/>
        </pc:sldMkLst>
      </pc:sldChg>
      <pc:sldChg chg="del mod modShow">
        <pc:chgData name="Victor Aumaitre" userId="379d7840-47ba-428f-9f95-660059feb219" providerId="ADAL" clId="{8E2CC9BA-CB9A-5093-8A9B-190C45947F08}" dt="2026-05-08T15:49:05.336" v="8058" actId="2696"/>
        <pc:sldMkLst>
          <pc:docMk/>
          <pc:sldMk cId="0" sldId="285"/>
        </pc:sldMkLst>
      </pc:sldChg>
      <pc:sldChg chg="del mod modShow">
        <pc:chgData name="Victor Aumaitre" userId="379d7840-47ba-428f-9f95-660059feb219" providerId="ADAL" clId="{8E2CC9BA-CB9A-5093-8A9B-190C45947F08}" dt="2026-05-08T15:49:04.870" v="7992" actId="2696"/>
        <pc:sldMkLst>
          <pc:docMk/>
          <pc:sldMk cId="0" sldId="286"/>
        </pc:sldMkLst>
      </pc:sldChg>
      <pc:sldChg chg="del mod modShow">
        <pc:chgData name="Victor Aumaitre" userId="379d7840-47ba-428f-9f95-660059feb219" providerId="ADAL" clId="{8E2CC9BA-CB9A-5093-8A9B-190C45947F08}" dt="2026-05-08T15:49:05.059" v="8019" actId="2696"/>
        <pc:sldMkLst>
          <pc:docMk/>
          <pc:sldMk cId="0" sldId="287"/>
        </pc:sldMkLst>
      </pc:sldChg>
      <pc:sldChg chg="del mod modShow">
        <pc:chgData name="Victor Aumaitre" userId="379d7840-47ba-428f-9f95-660059feb219" providerId="ADAL" clId="{8E2CC9BA-CB9A-5093-8A9B-190C45947F08}" dt="2026-05-08T15:49:05.525" v="8084" actId="2696"/>
        <pc:sldMkLst>
          <pc:docMk/>
          <pc:sldMk cId="0" sldId="288"/>
        </pc:sldMkLst>
      </pc:sldChg>
      <pc:sldChg chg="del mod modShow">
        <pc:chgData name="Victor Aumaitre" userId="379d7840-47ba-428f-9f95-660059feb219" providerId="ADAL" clId="{8E2CC9BA-CB9A-5093-8A9B-190C45947F08}" dt="2026-05-08T15:49:05.590" v="8093" actId="2696"/>
        <pc:sldMkLst>
          <pc:docMk/>
          <pc:sldMk cId="0" sldId="289"/>
        </pc:sldMkLst>
      </pc:sldChg>
      <pc:sldChg chg="del mod modShow">
        <pc:chgData name="Victor Aumaitre" userId="379d7840-47ba-428f-9f95-660059feb219" providerId="ADAL" clId="{8E2CC9BA-CB9A-5093-8A9B-190C45947F08}" dt="2026-05-08T15:49:05.223" v="8037" actId="2696"/>
        <pc:sldMkLst>
          <pc:docMk/>
          <pc:sldMk cId="0" sldId="290"/>
        </pc:sldMkLst>
      </pc:sldChg>
      <pc:sldChg chg="del mod modShow">
        <pc:chgData name="Victor Aumaitre" userId="379d7840-47ba-428f-9f95-660059feb219" providerId="ADAL" clId="{8E2CC9BA-CB9A-5093-8A9B-190C45947F08}" dt="2026-05-08T15:49:05.362" v="8060" actId="2696"/>
        <pc:sldMkLst>
          <pc:docMk/>
          <pc:sldMk cId="0" sldId="291"/>
        </pc:sldMkLst>
      </pc:sldChg>
      <pc:sldChg chg="del mod modShow">
        <pc:chgData name="Victor Aumaitre" userId="379d7840-47ba-428f-9f95-660059feb219" providerId="ADAL" clId="{8E2CC9BA-CB9A-5093-8A9B-190C45947F08}" dt="2026-05-08T15:49:05.234" v="8039" actId="2696"/>
        <pc:sldMkLst>
          <pc:docMk/>
          <pc:sldMk cId="0" sldId="292"/>
        </pc:sldMkLst>
      </pc:sldChg>
      <pc:sldChg chg="del mod modShow">
        <pc:chgData name="Victor Aumaitre" userId="379d7840-47ba-428f-9f95-660059feb219" providerId="ADAL" clId="{8E2CC9BA-CB9A-5093-8A9B-190C45947F08}" dt="2026-05-08T15:49:05.153" v="8033" actId="2696"/>
        <pc:sldMkLst>
          <pc:docMk/>
          <pc:sldMk cId="0" sldId="293"/>
        </pc:sldMkLst>
      </pc:sldChg>
      <pc:sldChg chg="del mod modShow">
        <pc:chgData name="Victor Aumaitre" userId="379d7840-47ba-428f-9f95-660059feb219" providerId="ADAL" clId="{8E2CC9BA-CB9A-5093-8A9B-190C45947F08}" dt="2026-05-08T15:49:04.914" v="7998" actId="2696"/>
        <pc:sldMkLst>
          <pc:docMk/>
          <pc:sldMk cId="0" sldId="294"/>
        </pc:sldMkLst>
      </pc:sldChg>
      <pc:sldChg chg="del mod modShow">
        <pc:chgData name="Victor Aumaitre" userId="379d7840-47ba-428f-9f95-660059feb219" providerId="ADAL" clId="{8E2CC9BA-CB9A-5093-8A9B-190C45947F08}" dt="2026-05-08T15:49:05.601" v="8095" actId="2696"/>
        <pc:sldMkLst>
          <pc:docMk/>
          <pc:sldMk cId="0" sldId="295"/>
        </pc:sldMkLst>
      </pc:sldChg>
      <pc:sldChg chg="del mod modShow">
        <pc:chgData name="Victor Aumaitre" userId="379d7840-47ba-428f-9f95-660059feb219" providerId="ADAL" clId="{8E2CC9BA-CB9A-5093-8A9B-190C45947F08}" dt="2026-05-08T15:49:05.265" v="8044" actId="2696"/>
        <pc:sldMkLst>
          <pc:docMk/>
          <pc:sldMk cId="0" sldId="296"/>
        </pc:sldMkLst>
      </pc:sldChg>
      <pc:sldChg chg="del mod modShow">
        <pc:chgData name="Victor Aumaitre" userId="379d7840-47ba-428f-9f95-660059feb219" providerId="ADAL" clId="{8E2CC9BA-CB9A-5093-8A9B-190C45947F08}" dt="2026-05-08T15:49:05.540" v="8087" actId="2696"/>
        <pc:sldMkLst>
          <pc:docMk/>
          <pc:sldMk cId="0" sldId="297"/>
        </pc:sldMkLst>
      </pc:sldChg>
      <pc:sldChg chg="del mod modShow">
        <pc:chgData name="Victor Aumaitre" userId="379d7840-47ba-428f-9f95-660059feb219" providerId="ADAL" clId="{8E2CC9BA-CB9A-5093-8A9B-190C45947F08}" dt="2026-05-08T15:49:04.973" v="8007" actId="2696"/>
        <pc:sldMkLst>
          <pc:docMk/>
          <pc:sldMk cId="0" sldId="298"/>
        </pc:sldMkLst>
      </pc:sldChg>
      <pc:sldChg chg="del mod modShow">
        <pc:chgData name="Victor Aumaitre" userId="379d7840-47ba-428f-9f95-660059feb219" providerId="ADAL" clId="{8E2CC9BA-CB9A-5093-8A9B-190C45947F08}" dt="2026-05-08T15:49:05.596" v="8094" actId="2696"/>
        <pc:sldMkLst>
          <pc:docMk/>
          <pc:sldMk cId="0" sldId="299"/>
        </pc:sldMkLst>
      </pc:sldChg>
      <pc:sldChg chg="del mod modShow">
        <pc:chgData name="Victor Aumaitre" userId="379d7840-47ba-428f-9f95-660059feb219" providerId="ADAL" clId="{8E2CC9BA-CB9A-5093-8A9B-190C45947F08}" dt="2026-05-08T15:49:04.883" v="7994" actId="2696"/>
        <pc:sldMkLst>
          <pc:docMk/>
          <pc:sldMk cId="0" sldId="300"/>
        </pc:sldMkLst>
      </pc:sldChg>
      <pc:sldChg chg="del mod modShow">
        <pc:chgData name="Victor Aumaitre" userId="379d7840-47ba-428f-9f95-660059feb219" providerId="ADAL" clId="{8E2CC9BA-CB9A-5093-8A9B-190C45947F08}" dt="2026-05-08T15:49:05.474" v="8076" actId="2696"/>
        <pc:sldMkLst>
          <pc:docMk/>
          <pc:sldMk cId="0" sldId="301"/>
        </pc:sldMkLst>
      </pc:sldChg>
      <pc:sldChg chg="del mod modShow">
        <pc:chgData name="Victor Aumaitre" userId="379d7840-47ba-428f-9f95-660059feb219" providerId="ADAL" clId="{8E2CC9BA-CB9A-5093-8A9B-190C45947F08}" dt="2026-05-08T15:49:04.967" v="8006" actId="2696"/>
        <pc:sldMkLst>
          <pc:docMk/>
          <pc:sldMk cId="0" sldId="302"/>
        </pc:sldMkLst>
      </pc:sldChg>
      <pc:sldChg chg="del mod modShow">
        <pc:chgData name="Victor Aumaitre" userId="379d7840-47ba-428f-9f95-660059feb219" providerId="ADAL" clId="{8E2CC9BA-CB9A-5093-8A9B-190C45947F08}" dt="2026-05-08T15:49:05.421" v="8066" actId="2696"/>
        <pc:sldMkLst>
          <pc:docMk/>
          <pc:sldMk cId="0" sldId="303"/>
        </pc:sldMkLst>
      </pc:sldChg>
      <pc:sldChg chg="del mod modShow">
        <pc:chgData name="Victor Aumaitre" userId="379d7840-47ba-428f-9f95-660059feb219" providerId="ADAL" clId="{8E2CC9BA-CB9A-5093-8A9B-190C45947F08}" dt="2026-05-08T15:49:05.306" v="8052" actId="2696"/>
        <pc:sldMkLst>
          <pc:docMk/>
          <pc:sldMk cId="0" sldId="304"/>
        </pc:sldMkLst>
      </pc:sldChg>
      <pc:sldChg chg="del mod modShow">
        <pc:chgData name="Victor Aumaitre" userId="379d7840-47ba-428f-9f95-660059feb219" providerId="ADAL" clId="{8E2CC9BA-CB9A-5093-8A9B-190C45947F08}" dt="2026-05-08T15:49:05.522" v="8083" actId="2696"/>
        <pc:sldMkLst>
          <pc:docMk/>
          <pc:sldMk cId="0" sldId="305"/>
        </pc:sldMkLst>
      </pc:sldChg>
      <pc:sldChg chg="del mod modShow">
        <pc:chgData name="Victor Aumaitre" userId="379d7840-47ba-428f-9f95-660059feb219" providerId="ADAL" clId="{8E2CC9BA-CB9A-5093-8A9B-190C45947F08}" dt="2026-05-08T15:49:05.444" v="8070" actId="2696"/>
        <pc:sldMkLst>
          <pc:docMk/>
          <pc:sldMk cId="0" sldId="306"/>
        </pc:sldMkLst>
      </pc:sldChg>
      <pc:sldChg chg="del mod modShow">
        <pc:chgData name="Victor Aumaitre" userId="379d7840-47ba-428f-9f95-660059feb219" providerId="ADAL" clId="{8E2CC9BA-CB9A-5093-8A9B-190C45947F08}" dt="2026-05-08T15:49:05.321" v="8054" actId="2696"/>
        <pc:sldMkLst>
          <pc:docMk/>
          <pc:sldMk cId="0" sldId="307"/>
        </pc:sldMkLst>
      </pc:sldChg>
      <pc:sldChg chg="del mod modShow">
        <pc:chgData name="Victor Aumaitre" userId="379d7840-47ba-428f-9f95-660059feb219" providerId="ADAL" clId="{8E2CC9BA-CB9A-5093-8A9B-190C45947F08}" dt="2026-05-08T15:49:05.005" v="8011" actId="2696"/>
        <pc:sldMkLst>
          <pc:docMk/>
          <pc:sldMk cId="0" sldId="308"/>
        </pc:sldMkLst>
      </pc:sldChg>
      <pc:sldChg chg="addSp delSp modSp add del mod modShow modNotesTx">
        <pc:chgData name="Victor Aumaitre" userId="379d7840-47ba-428f-9f95-660059feb219" providerId="ADAL" clId="{8E2CC9BA-CB9A-5093-8A9B-190C45947F08}" dt="2026-05-08T15:49:05.064" v="8020" actId="2696"/>
        <pc:sldMkLst>
          <pc:docMk/>
          <pc:sldMk cId="664691264" sldId="309"/>
        </pc:sldMkLst>
        <pc:spChg chg="del">
          <ac:chgData name="Victor Aumaitre" userId="379d7840-47ba-428f-9f95-660059feb219" providerId="ADAL" clId="{8E2CC9BA-CB9A-5093-8A9B-190C45947F08}" dt="2026-05-08T01:16:07.018" v="5477" actId="478"/>
          <ac:spMkLst>
            <pc:docMk/>
            <pc:sldMk cId="664691264" sldId="309"/>
            <ac:spMk id="3" creationId="{95F4ECE4-B147-4F03-5D34-86B1E9BE3252}"/>
          </ac:spMkLst>
        </pc:spChg>
        <pc:spChg chg="del">
          <ac:chgData name="Victor Aumaitre" userId="379d7840-47ba-428f-9f95-660059feb219" providerId="ADAL" clId="{8E2CC9BA-CB9A-5093-8A9B-190C45947F08}" dt="2026-05-08T01:16:07.018" v="5477" actId="478"/>
          <ac:spMkLst>
            <pc:docMk/>
            <pc:sldMk cId="664691264" sldId="309"/>
            <ac:spMk id="4" creationId="{455EA433-F8AB-CC6B-B3D3-5389CE9A4463}"/>
          </ac:spMkLst>
        </pc:spChg>
        <pc:spChg chg="del">
          <ac:chgData name="Victor Aumaitre" userId="379d7840-47ba-428f-9f95-660059feb219" providerId="ADAL" clId="{8E2CC9BA-CB9A-5093-8A9B-190C45947F08}" dt="2026-05-08T01:16:07.018" v="5477" actId="478"/>
          <ac:spMkLst>
            <pc:docMk/>
            <pc:sldMk cId="664691264" sldId="309"/>
            <ac:spMk id="8" creationId="{21665ABE-30CB-668B-EB3C-241D5DB6F504}"/>
          </ac:spMkLst>
        </pc:spChg>
        <pc:spChg chg="del">
          <ac:chgData name="Victor Aumaitre" userId="379d7840-47ba-428f-9f95-660059feb219" providerId="ADAL" clId="{8E2CC9BA-CB9A-5093-8A9B-190C45947F08}" dt="2026-05-08T01:16:07.018" v="5477" actId="478"/>
          <ac:spMkLst>
            <pc:docMk/>
            <pc:sldMk cId="664691264" sldId="309"/>
            <ac:spMk id="22" creationId="{37FB80D0-9A86-0A2D-11C0-8E90C7D906A7}"/>
          </ac:spMkLst>
        </pc:spChg>
        <pc:spChg chg="mod">
          <ac:chgData name="Victor Aumaitre" userId="379d7840-47ba-428f-9f95-660059feb219" providerId="ADAL" clId="{8E2CC9BA-CB9A-5093-8A9B-190C45947F08}" dt="2026-05-08T01:16:59.915" v="5483" actId="20577"/>
          <ac:spMkLst>
            <pc:docMk/>
            <pc:sldMk cId="664691264" sldId="309"/>
            <ac:spMk id="27" creationId="{B005D63C-5421-5A3A-E008-E5B96FEBE914}"/>
          </ac:spMkLst>
        </pc:spChg>
        <pc:spChg chg="mod">
          <ac:chgData name="Victor Aumaitre" userId="379d7840-47ba-428f-9f95-660059feb219" providerId="ADAL" clId="{8E2CC9BA-CB9A-5093-8A9B-190C45947F08}" dt="2026-05-08T01:19:51.403" v="5523" actId="20577"/>
          <ac:spMkLst>
            <pc:docMk/>
            <pc:sldMk cId="664691264" sldId="309"/>
            <ac:spMk id="28" creationId="{A13BC3A5-1336-D339-5D4A-D0C76121F31B}"/>
          </ac:spMkLst>
        </pc:spChg>
        <pc:spChg chg="del">
          <ac:chgData name="Victor Aumaitre" userId="379d7840-47ba-428f-9f95-660059feb219" providerId="ADAL" clId="{8E2CC9BA-CB9A-5093-8A9B-190C45947F08}" dt="2026-05-08T01:16:07.018" v="5477" actId="478"/>
          <ac:spMkLst>
            <pc:docMk/>
            <pc:sldMk cId="664691264" sldId="309"/>
            <ac:spMk id="29" creationId="{E6D4A8CE-0C81-3846-1C58-147EBD680A1C}"/>
          </ac:spMkLst>
        </pc:spChg>
        <pc:spChg chg="del">
          <ac:chgData name="Victor Aumaitre" userId="379d7840-47ba-428f-9f95-660059feb219" providerId="ADAL" clId="{8E2CC9BA-CB9A-5093-8A9B-190C45947F08}" dt="2026-05-08T01:16:07.018" v="5477" actId="478"/>
          <ac:spMkLst>
            <pc:docMk/>
            <pc:sldMk cId="664691264" sldId="309"/>
            <ac:spMk id="31" creationId="{2F868E61-C6A5-3160-192D-B35CC44F3C95}"/>
          </ac:spMkLst>
        </pc:spChg>
        <pc:spChg chg="del">
          <ac:chgData name="Victor Aumaitre" userId="379d7840-47ba-428f-9f95-660059feb219" providerId="ADAL" clId="{8E2CC9BA-CB9A-5093-8A9B-190C45947F08}" dt="2026-05-08T01:16:07.018" v="5477" actId="478"/>
          <ac:spMkLst>
            <pc:docMk/>
            <pc:sldMk cId="664691264" sldId="309"/>
            <ac:spMk id="32" creationId="{E4FDCF41-F0EA-CD3A-BFEF-E9A00C4996DA}"/>
          </ac:spMkLst>
        </pc:spChg>
        <pc:spChg chg="del">
          <ac:chgData name="Victor Aumaitre" userId="379d7840-47ba-428f-9f95-660059feb219" providerId="ADAL" clId="{8E2CC9BA-CB9A-5093-8A9B-190C45947F08}" dt="2026-05-08T01:16:07.018" v="5477" actId="478"/>
          <ac:spMkLst>
            <pc:docMk/>
            <pc:sldMk cId="664691264" sldId="309"/>
            <ac:spMk id="33" creationId="{44372A7E-5727-464F-49BF-2198A7E1CA4A}"/>
          </ac:spMkLst>
        </pc:spChg>
        <pc:spChg chg="del">
          <ac:chgData name="Victor Aumaitre" userId="379d7840-47ba-428f-9f95-660059feb219" providerId="ADAL" clId="{8E2CC9BA-CB9A-5093-8A9B-190C45947F08}" dt="2026-05-08T01:16:07.018" v="5477" actId="478"/>
          <ac:spMkLst>
            <pc:docMk/>
            <pc:sldMk cId="664691264" sldId="309"/>
            <ac:spMk id="34" creationId="{F85C0078-7CE1-62B2-1E49-C3E31A1904BA}"/>
          </ac:spMkLst>
        </pc:spChg>
        <pc:spChg chg="del">
          <ac:chgData name="Victor Aumaitre" userId="379d7840-47ba-428f-9f95-660059feb219" providerId="ADAL" clId="{8E2CC9BA-CB9A-5093-8A9B-190C45947F08}" dt="2026-05-08T01:16:07.018" v="5477" actId="478"/>
          <ac:spMkLst>
            <pc:docMk/>
            <pc:sldMk cId="664691264" sldId="309"/>
            <ac:spMk id="89" creationId="{299C8BF6-1874-DC55-D787-7CC776EA9FEB}"/>
          </ac:spMkLst>
        </pc:spChg>
        <pc:graphicFrameChg chg="add mod modGraphic">
          <ac:chgData name="Victor Aumaitre" userId="379d7840-47ba-428f-9f95-660059feb219" providerId="ADAL" clId="{8E2CC9BA-CB9A-5093-8A9B-190C45947F08}" dt="2026-05-08T01:20:01.100" v="5539" actId="14100"/>
          <ac:graphicFrameMkLst>
            <pc:docMk/>
            <pc:sldMk cId="664691264" sldId="309"/>
            <ac:graphicFrameMk id="9" creationId="{551BDBEE-A5CD-06FE-8037-1280F1A5DE3E}"/>
          </ac:graphicFrameMkLst>
        </pc:graphicFrameChg>
      </pc:sldChg>
      <pc:sldChg chg="addSp delSp modSp add del mod modShow modNotesTx">
        <pc:chgData name="Victor Aumaitre" userId="379d7840-47ba-428f-9f95-660059feb219" providerId="ADAL" clId="{8E2CC9BA-CB9A-5093-8A9B-190C45947F08}" dt="2026-05-08T15:49:04.950" v="8003" actId="2696"/>
        <pc:sldMkLst>
          <pc:docMk/>
          <pc:sldMk cId="2834013941" sldId="310"/>
        </pc:sldMkLst>
        <pc:spChg chg="add del">
          <ac:chgData name="Victor Aumaitre" userId="379d7840-47ba-428f-9f95-660059feb219" providerId="ADAL" clId="{8E2CC9BA-CB9A-5093-8A9B-190C45947F08}" dt="2026-05-08T01:19:52.234" v="5526" actId="478"/>
          <ac:spMkLst>
            <pc:docMk/>
            <pc:sldMk cId="2834013941" sldId="310"/>
            <ac:spMk id="7" creationId="{9864CE56-9C39-F3B7-D009-C9CD096013A6}"/>
          </ac:spMkLst>
        </pc:spChg>
        <pc:spChg chg="add del">
          <ac:chgData name="Victor Aumaitre" userId="379d7840-47ba-428f-9f95-660059feb219" providerId="ADAL" clId="{8E2CC9BA-CB9A-5093-8A9B-190C45947F08}" dt="2026-05-08T01:19:52.234" v="5526" actId="478"/>
          <ac:spMkLst>
            <pc:docMk/>
            <pc:sldMk cId="2834013941" sldId="310"/>
            <ac:spMk id="13" creationId="{74CED379-8B08-ABF9-ED40-CB25786A0EA0}"/>
          </ac:spMkLst>
        </pc:spChg>
        <pc:spChg chg="add del">
          <ac:chgData name="Victor Aumaitre" userId="379d7840-47ba-428f-9f95-660059feb219" providerId="ADAL" clId="{8E2CC9BA-CB9A-5093-8A9B-190C45947F08}" dt="2026-05-08T01:19:52.234" v="5526" actId="478"/>
          <ac:spMkLst>
            <pc:docMk/>
            <pc:sldMk cId="2834013941" sldId="310"/>
            <ac:spMk id="15" creationId="{A52F8BFF-0B30-CFFA-A286-204FB7C5E4ED}"/>
          </ac:spMkLst>
        </pc:spChg>
        <pc:spChg chg="add del">
          <ac:chgData name="Victor Aumaitre" userId="379d7840-47ba-428f-9f95-660059feb219" providerId="ADAL" clId="{8E2CC9BA-CB9A-5093-8A9B-190C45947F08}" dt="2026-05-08T01:19:52.234" v="5526" actId="478"/>
          <ac:spMkLst>
            <pc:docMk/>
            <pc:sldMk cId="2834013941" sldId="310"/>
            <ac:spMk id="24" creationId="{86463C20-B8D0-5ABD-C4DA-1D0AF36C16BB}"/>
          </ac:spMkLst>
        </pc:spChg>
        <pc:spChg chg="mod">
          <ac:chgData name="Victor Aumaitre" userId="379d7840-47ba-428f-9f95-660059feb219" providerId="ADAL" clId="{8E2CC9BA-CB9A-5093-8A9B-190C45947F08}" dt="2026-05-08T01:19:57.426" v="5535" actId="20577"/>
          <ac:spMkLst>
            <pc:docMk/>
            <pc:sldMk cId="2834013941" sldId="310"/>
            <ac:spMk id="27" creationId="{6543629D-657E-DBDE-E2B6-0A6BE7631222}"/>
          </ac:spMkLst>
        </pc:spChg>
        <pc:spChg chg="mod">
          <ac:chgData name="Victor Aumaitre" userId="379d7840-47ba-428f-9f95-660059feb219" providerId="ADAL" clId="{8E2CC9BA-CB9A-5093-8A9B-190C45947F08}" dt="2026-05-08T01:19:55.826" v="5533" actId="20577"/>
          <ac:spMkLst>
            <pc:docMk/>
            <pc:sldMk cId="2834013941" sldId="310"/>
            <ac:spMk id="28" creationId="{EF3E0C5F-1AB3-96E5-2993-D7694B34F394}"/>
          </ac:spMkLst>
        </pc:spChg>
        <pc:spChg chg="add del">
          <ac:chgData name="Victor Aumaitre" userId="379d7840-47ba-428f-9f95-660059feb219" providerId="ADAL" clId="{8E2CC9BA-CB9A-5093-8A9B-190C45947F08}" dt="2026-05-08T01:19:52.234" v="5526" actId="478"/>
          <ac:spMkLst>
            <pc:docMk/>
            <pc:sldMk cId="2834013941" sldId="310"/>
            <ac:spMk id="30" creationId="{42217AF6-6924-9F75-9E88-47D859DFE6F3}"/>
          </ac:spMkLst>
        </pc:spChg>
        <pc:spChg chg="add del">
          <ac:chgData name="Victor Aumaitre" userId="379d7840-47ba-428f-9f95-660059feb219" providerId="ADAL" clId="{8E2CC9BA-CB9A-5093-8A9B-190C45947F08}" dt="2026-05-08T01:19:52.234" v="5526" actId="478"/>
          <ac:spMkLst>
            <pc:docMk/>
            <pc:sldMk cId="2834013941" sldId="310"/>
            <ac:spMk id="32" creationId="{ACB053D8-998C-EFBA-3D0C-CA646EB43D24}"/>
          </ac:spMkLst>
        </pc:spChg>
        <pc:spChg chg="add del">
          <ac:chgData name="Victor Aumaitre" userId="379d7840-47ba-428f-9f95-660059feb219" providerId="ADAL" clId="{8E2CC9BA-CB9A-5093-8A9B-190C45947F08}" dt="2026-05-08T01:19:52.234" v="5526" actId="478"/>
          <ac:spMkLst>
            <pc:docMk/>
            <pc:sldMk cId="2834013941" sldId="310"/>
            <ac:spMk id="33" creationId="{95FABABF-9602-2972-F6DE-D53CC53AB806}"/>
          </ac:spMkLst>
        </pc:spChg>
        <pc:spChg chg="add del">
          <ac:chgData name="Victor Aumaitre" userId="379d7840-47ba-428f-9f95-660059feb219" providerId="ADAL" clId="{8E2CC9BA-CB9A-5093-8A9B-190C45947F08}" dt="2026-05-08T01:19:52.234" v="5526" actId="478"/>
          <ac:spMkLst>
            <pc:docMk/>
            <pc:sldMk cId="2834013941" sldId="310"/>
            <ac:spMk id="35" creationId="{6E2AE7D1-8DB2-E260-ECE1-4645A8C3504F}"/>
          </ac:spMkLst>
        </pc:spChg>
        <pc:spChg chg="add del">
          <ac:chgData name="Victor Aumaitre" userId="379d7840-47ba-428f-9f95-660059feb219" providerId="ADAL" clId="{8E2CC9BA-CB9A-5093-8A9B-190C45947F08}" dt="2026-05-08T01:19:52.234" v="5526" actId="478"/>
          <ac:spMkLst>
            <pc:docMk/>
            <pc:sldMk cId="2834013941" sldId="310"/>
            <ac:spMk id="95" creationId="{CC414B3F-71A7-95A8-F77C-8F35B0CDFA74}"/>
          </ac:spMkLst>
        </pc:spChg>
        <pc:spChg chg="add del">
          <ac:chgData name="Victor Aumaitre" userId="379d7840-47ba-428f-9f95-660059feb219" providerId="ADAL" clId="{8E2CC9BA-CB9A-5093-8A9B-190C45947F08}" dt="2026-05-08T01:19:52.234" v="5526" actId="478"/>
          <ac:spMkLst>
            <pc:docMk/>
            <pc:sldMk cId="2834013941" sldId="310"/>
            <ac:spMk id="99" creationId="{96A37583-511A-454C-468B-EB3F7D205F51}"/>
          </ac:spMkLst>
        </pc:spChg>
        <pc:graphicFrameChg chg="add mod modGraphic">
          <ac:chgData name="Victor Aumaitre" userId="379d7840-47ba-428f-9f95-660059feb219" providerId="ADAL" clId="{8E2CC9BA-CB9A-5093-8A9B-190C45947F08}" dt="2026-05-08T01:19:59.305" v="5537" actId="14100"/>
          <ac:graphicFrameMkLst>
            <pc:docMk/>
            <pc:sldMk cId="2834013941" sldId="310"/>
            <ac:graphicFrameMk id="17" creationId="{B02C3614-9760-3D70-0DC6-F1EE65B7FF63}"/>
          </ac:graphicFrameMkLst>
        </pc:graphicFrameChg>
      </pc:sldChg>
      <pc:sldChg chg="addSp delSp modSp add mod">
        <pc:chgData name="Victor Aumaitre" userId="379d7840-47ba-428f-9f95-660059feb219" providerId="ADAL" clId="{8E2CC9BA-CB9A-5093-8A9B-190C45947F08}" dt="2026-05-08T01:28:18.647" v="5703" actId="20577"/>
        <pc:sldMkLst>
          <pc:docMk/>
          <pc:sldMk cId="604112629" sldId="311"/>
        </pc:sldMkLst>
        <pc:spChg chg="del">
          <ac:chgData name="Victor Aumaitre" userId="379d7840-47ba-428f-9f95-660059feb219" providerId="ADAL" clId="{8E2CC9BA-CB9A-5093-8A9B-190C45947F08}" dt="2026-05-08T01:22:58.044" v="5548" actId="478"/>
          <ac:spMkLst>
            <pc:docMk/>
            <pc:sldMk cId="604112629" sldId="311"/>
            <ac:spMk id="2" creationId="{09423DE8-CB6C-6EB4-9E9B-5284B3DC7006}"/>
          </ac:spMkLst>
        </pc:spChg>
        <pc:spChg chg="del">
          <ac:chgData name="Victor Aumaitre" userId="379d7840-47ba-428f-9f95-660059feb219" providerId="ADAL" clId="{8E2CC9BA-CB9A-5093-8A9B-190C45947F08}" dt="2026-05-08T01:22:58.044" v="5548" actId="478"/>
          <ac:spMkLst>
            <pc:docMk/>
            <pc:sldMk cId="604112629" sldId="311"/>
            <ac:spMk id="3" creationId="{8626715B-48DE-A7DA-4B22-21EE7C4DEC9C}"/>
          </ac:spMkLst>
        </pc:spChg>
        <pc:spChg chg="del">
          <ac:chgData name="Victor Aumaitre" userId="379d7840-47ba-428f-9f95-660059feb219" providerId="ADAL" clId="{8E2CC9BA-CB9A-5093-8A9B-190C45947F08}" dt="2026-05-08T01:22:58.044" v="5548" actId="478"/>
          <ac:spMkLst>
            <pc:docMk/>
            <pc:sldMk cId="604112629" sldId="311"/>
            <ac:spMk id="7" creationId="{111C0367-F471-FA76-DF87-5F0D6C87F4D7}"/>
          </ac:spMkLst>
        </pc:spChg>
        <pc:spChg chg="del">
          <ac:chgData name="Victor Aumaitre" userId="379d7840-47ba-428f-9f95-660059feb219" providerId="ADAL" clId="{8E2CC9BA-CB9A-5093-8A9B-190C45947F08}" dt="2026-05-08T01:22:58.044" v="5548" actId="478"/>
          <ac:spMkLst>
            <pc:docMk/>
            <pc:sldMk cId="604112629" sldId="311"/>
            <ac:spMk id="8" creationId="{13B61E8C-BB83-54CD-36F3-E8C193D30824}"/>
          </ac:spMkLst>
        </pc:spChg>
        <pc:spChg chg="add del mod">
          <ac:chgData name="Victor Aumaitre" userId="379d7840-47ba-428f-9f95-660059feb219" providerId="ADAL" clId="{8E2CC9BA-CB9A-5093-8A9B-190C45947F08}" dt="2026-05-08T01:24:32.739" v="5562" actId="478"/>
          <ac:spMkLst>
            <pc:docMk/>
            <pc:sldMk cId="604112629" sldId="311"/>
            <ac:spMk id="9" creationId="{3583D0DE-D2C2-D1D1-23CE-614C405A7934}"/>
          </ac:spMkLst>
        </pc:spChg>
        <pc:spChg chg="add mod">
          <ac:chgData name="Victor Aumaitre" userId="379d7840-47ba-428f-9f95-660059feb219" providerId="ADAL" clId="{8E2CC9BA-CB9A-5093-8A9B-190C45947F08}" dt="2026-05-08T01:24:14.199" v="5560"/>
          <ac:spMkLst>
            <pc:docMk/>
            <pc:sldMk cId="604112629" sldId="311"/>
            <ac:spMk id="11" creationId="{9E54C82C-3A1A-D1F7-9EA8-CA563AA02868}"/>
          </ac:spMkLst>
        </pc:spChg>
        <pc:spChg chg="del">
          <ac:chgData name="Victor Aumaitre" userId="379d7840-47ba-428f-9f95-660059feb219" providerId="ADAL" clId="{8E2CC9BA-CB9A-5093-8A9B-190C45947F08}" dt="2026-05-08T01:22:58.044" v="5548" actId="478"/>
          <ac:spMkLst>
            <pc:docMk/>
            <pc:sldMk cId="604112629" sldId="311"/>
            <ac:spMk id="22" creationId="{6C810EAA-0390-6E05-6748-2D752CEA46DF}"/>
          </ac:spMkLst>
        </pc:spChg>
        <pc:spChg chg="del">
          <ac:chgData name="Victor Aumaitre" userId="379d7840-47ba-428f-9f95-660059feb219" providerId="ADAL" clId="{8E2CC9BA-CB9A-5093-8A9B-190C45947F08}" dt="2026-05-08T01:24:28.528" v="5561" actId="478"/>
          <ac:spMkLst>
            <pc:docMk/>
            <pc:sldMk cId="604112629" sldId="311"/>
            <ac:spMk id="26" creationId="{0E918FEF-CAB2-63B1-D9E4-538304D8A71D}"/>
          </ac:spMkLst>
        </pc:spChg>
        <pc:spChg chg="mod">
          <ac:chgData name="Victor Aumaitre" userId="379d7840-47ba-428f-9f95-660059feb219" providerId="ADAL" clId="{8E2CC9BA-CB9A-5093-8A9B-190C45947F08}" dt="2026-05-08T01:23:52.922" v="5559" actId="20577"/>
          <ac:spMkLst>
            <pc:docMk/>
            <pc:sldMk cId="604112629" sldId="311"/>
            <ac:spMk id="27" creationId="{503C64BF-31B4-6816-92B7-1D65A66C2BF8}"/>
          </ac:spMkLst>
        </pc:spChg>
        <pc:spChg chg="del">
          <ac:chgData name="Victor Aumaitre" userId="379d7840-47ba-428f-9f95-660059feb219" providerId="ADAL" clId="{8E2CC9BA-CB9A-5093-8A9B-190C45947F08}" dt="2026-05-08T01:22:58.044" v="5548" actId="478"/>
          <ac:spMkLst>
            <pc:docMk/>
            <pc:sldMk cId="604112629" sldId="311"/>
            <ac:spMk id="29" creationId="{1092F005-773E-2C87-FEB2-C4DFB32223B4}"/>
          </ac:spMkLst>
        </pc:spChg>
        <pc:spChg chg="del">
          <ac:chgData name="Victor Aumaitre" userId="379d7840-47ba-428f-9f95-660059feb219" providerId="ADAL" clId="{8E2CC9BA-CB9A-5093-8A9B-190C45947F08}" dt="2026-05-08T01:22:58.044" v="5548" actId="478"/>
          <ac:spMkLst>
            <pc:docMk/>
            <pc:sldMk cId="604112629" sldId="311"/>
            <ac:spMk id="32" creationId="{BA911184-77EC-2440-D44E-6DB186B6D6A0}"/>
          </ac:spMkLst>
        </pc:spChg>
        <pc:spChg chg="del">
          <ac:chgData name="Victor Aumaitre" userId="379d7840-47ba-428f-9f95-660059feb219" providerId="ADAL" clId="{8E2CC9BA-CB9A-5093-8A9B-190C45947F08}" dt="2026-05-08T01:22:58.044" v="5548" actId="478"/>
          <ac:spMkLst>
            <pc:docMk/>
            <pc:sldMk cId="604112629" sldId="311"/>
            <ac:spMk id="33" creationId="{6694BC94-601F-F901-107A-3F52F1922785}"/>
          </ac:spMkLst>
        </pc:spChg>
        <pc:spChg chg="del">
          <ac:chgData name="Victor Aumaitre" userId="379d7840-47ba-428f-9f95-660059feb219" providerId="ADAL" clId="{8E2CC9BA-CB9A-5093-8A9B-190C45947F08}" dt="2026-05-08T01:22:58.044" v="5548" actId="478"/>
          <ac:spMkLst>
            <pc:docMk/>
            <pc:sldMk cId="604112629" sldId="311"/>
            <ac:spMk id="89" creationId="{3F571384-2723-29F3-D08F-98CDBBF35781}"/>
          </ac:spMkLst>
        </pc:spChg>
        <pc:spChg chg="del">
          <ac:chgData name="Victor Aumaitre" userId="379d7840-47ba-428f-9f95-660059feb219" providerId="ADAL" clId="{8E2CC9BA-CB9A-5093-8A9B-190C45947F08}" dt="2026-05-08T01:22:58.044" v="5548" actId="478"/>
          <ac:spMkLst>
            <pc:docMk/>
            <pc:sldMk cId="604112629" sldId="311"/>
            <ac:spMk id="91" creationId="{5A3086F3-1A4B-3F1C-21A0-349BCB78B825}"/>
          </ac:spMkLst>
        </pc:spChg>
        <pc:graphicFrameChg chg="add mod modGraphic">
          <ac:chgData name="Victor Aumaitre" userId="379d7840-47ba-428f-9f95-660059feb219" providerId="ADAL" clId="{8E2CC9BA-CB9A-5093-8A9B-190C45947F08}" dt="2026-05-08T01:28:18.647" v="5703" actId="20577"/>
          <ac:graphicFrameMkLst>
            <pc:docMk/>
            <pc:sldMk cId="604112629" sldId="311"/>
            <ac:graphicFrameMk id="10" creationId="{F971A184-9E25-7977-C343-BEEC08828776}"/>
          </ac:graphicFrameMkLst>
        </pc:graphicFrameChg>
      </pc:sldChg>
      <pc:sldChg chg="addSp modSp del mod">
        <pc:chgData name="Victor Aumaitre" userId="379d7840-47ba-428f-9f95-660059feb219" providerId="ADAL" clId="{8E2CC9BA-CB9A-5093-8A9B-190C45947F08}" dt="2026-05-08T15:49:15.676" v="8102" actId="2696"/>
        <pc:sldMkLst>
          <pc:docMk/>
          <pc:sldMk cId="914762447" sldId="311"/>
        </pc:sldMkLst>
        <pc:spChg chg="add mod">
          <ac:chgData name="Victor Aumaitre" userId="379d7840-47ba-428f-9f95-660059feb219" providerId="ADAL" clId="{8E2CC9BA-CB9A-5093-8A9B-190C45947F08}" dt="2026-05-08T12:27:20.284" v="6878" actId="20577"/>
          <ac:spMkLst>
            <pc:docMk/>
            <pc:sldMk cId="914762447" sldId="311"/>
            <ac:spMk id="7" creationId="{214153BD-5CAA-5F51-63DD-2789883225C7}"/>
          </ac:spMkLst>
        </pc:spChg>
      </pc:sldChg>
      <pc:sldChg chg="addSp modSp add del mod ord modShow">
        <pc:chgData name="Victor Aumaitre" userId="379d7840-47ba-428f-9f95-660059feb219" providerId="ADAL" clId="{8E2CC9BA-CB9A-5093-8A9B-190C45947F08}" dt="2026-05-08T15:49:05.288" v="8049" actId="2696"/>
        <pc:sldMkLst>
          <pc:docMk/>
          <pc:sldMk cId="662826395" sldId="312"/>
        </pc:sldMkLst>
        <pc:spChg chg="add mod">
          <ac:chgData name="Victor Aumaitre" userId="379d7840-47ba-428f-9f95-660059feb219" providerId="ADAL" clId="{8E2CC9BA-CB9A-5093-8A9B-190C45947F08}" dt="2026-05-08T12:42:37.256" v="7174" actId="20577"/>
          <ac:spMkLst>
            <pc:docMk/>
            <pc:sldMk cId="662826395" sldId="312"/>
            <ac:spMk id="2" creationId="{04D7679C-2792-55F7-EAA8-7917CD7CE0AB}"/>
          </ac:spMkLst>
        </pc:spChg>
        <pc:spChg chg="mod">
          <ac:chgData name="Victor Aumaitre" userId="379d7840-47ba-428f-9f95-660059feb219" providerId="ADAL" clId="{8E2CC9BA-CB9A-5093-8A9B-190C45947F08}" dt="2026-05-08T01:31:28.594" v="5726" actId="20577"/>
          <ac:spMkLst>
            <pc:docMk/>
            <pc:sldMk cId="662826395" sldId="312"/>
            <ac:spMk id="27" creationId="{2C91027B-7BB2-4425-5D8E-D9D81DFF60CD}"/>
          </ac:spMkLst>
        </pc:spChg>
        <pc:graphicFrameChg chg="add mod modGraphic">
          <ac:chgData name="Victor Aumaitre" userId="379d7840-47ba-428f-9f95-660059feb219" providerId="ADAL" clId="{8E2CC9BA-CB9A-5093-8A9B-190C45947F08}" dt="2026-05-08T01:37:05.977" v="5767" actId="1076"/>
          <ac:graphicFrameMkLst>
            <pc:docMk/>
            <pc:sldMk cId="662826395" sldId="312"/>
            <ac:graphicFrameMk id="2" creationId="{FC8B08E8-FE55-DF08-F847-2BEB9E73DA44}"/>
          </ac:graphicFrameMkLst>
        </pc:graphicFrameChg>
      </pc:sldChg>
      <pc:sldChg chg="add del">
        <pc:chgData name="Victor Aumaitre" userId="379d7840-47ba-428f-9f95-660059feb219" providerId="ADAL" clId="{8E2CC9BA-CB9A-5093-8A9B-190C45947F08}" dt="2026-05-08T15:49:04.982" v="8009" actId="2696"/>
        <pc:sldMkLst>
          <pc:docMk/>
          <pc:sldMk cId="519167690" sldId="313"/>
        </pc:sldMkLst>
      </pc:sldChg>
      <pc:sldChg chg="del mod modShow">
        <pc:chgData name="Victor Aumaitre" userId="379d7840-47ba-428f-9f95-660059feb219" providerId="ADAL" clId="{8E2CC9BA-CB9A-5093-8A9B-190C45947F08}" dt="2026-05-07T01:40:25.164" v="2599" actId="2696"/>
        <pc:sldMkLst>
          <pc:docMk/>
          <pc:sldMk cId="0" sldId="314"/>
        </pc:sldMkLst>
      </pc:sldChg>
      <pc:sldChg chg="add del">
        <pc:chgData name="Victor Aumaitre" userId="379d7840-47ba-428f-9f95-660059feb219" providerId="ADAL" clId="{8E2CC9BA-CB9A-5093-8A9B-190C45947F08}" dt="2026-05-08T15:49:05.373" v="8061" actId="2696"/>
        <pc:sldMkLst>
          <pc:docMk/>
          <pc:sldMk cId="812236620" sldId="314"/>
        </pc:sldMkLst>
      </pc:sldChg>
      <pc:sldChg chg="del mod modShow">
        <pc:chgData name="Victor Aumaitre" userId="379d7840-47ba-428f-9f95-660059feb219" providerId="ADAL" clId="{8E2CC9BA-CB9A-5093-8A9B-190C45947F08}" dt="2026-05-07T01:40:25.164" v="2599" actId="2696"/>
        <pc:sldMkLst>
          <pc:docMk/>
          <pc:sldMk cId="0" sldId="315"/>
        </pc:sldMkLst>
      </pc:sldChg>
      <pc:sldChg chg="add del">
        <pc:chgData name="Victor Aumaitre" userId="379d7840-47ba-428f-9f95-660059feb219" providerId="ADAL" clId="{8E2CC9BA-CB9A-5093-8A9B-190C45947F08}" dt="2026-05-08T15:49:05.438" v="8069" actId="2696"/>
        <pc:sldMkLst>
          <pc:docMk/>
          <pc:sldMk cId="319814446" sldId="315"/>
        </pc:sldMkLst>
      </pc:sldChg>
      <pc:sldChg chg="addSp delSp modSp add del mod modShow">
        <pc:chgData name="Victor Aumaitre" userId="379d7840-47ba-428f-9f95-660059feb219" providerId="ADAL" clId="{8E2CC9BA-CB9A-5093-8A9B-190C45947F08}" dt="2026-05-08T15:49:05.269" v="8045" actId="2696"/>
        <pc:sldMkLst>
          <pc:docMk/>
          <pc:sldMk cId="4237397664" sldId="316"/>
        </pc:sldMkLst>
        <pc:spChg chg="add del mod">
          <ac:chgData name="Victor Aumaitre" userId="379d7840-47ba-428f-9f95-660059feb219" providerId="ADAL" clId="{8E2CC9BA-CB9A-5093-8A9B-190C45947F08}" dt="2026-05-08T01:34:44.226" v="5748" actId="478"/>
          <ac:spMkLst>
            <pc:docMk/>
            <pc:sldMk cId="4237397664" sldId="316"/>
            <ac:spMk id="3" creationId="{D7D715F6-F253-306C-76B5-9FC75981A5EB}"/>
          </ac:spMkLst>
        </pc:spChg>
        <pc:spChg chg="add del mod">
          <ac:chgData name="Victor Aumaitre" userId="379d7840-47ba-428f-9f95-660059feb219" providerId="ADAL" clId="{8E2CC9BA-CB9A-5093-8A9B-190C45947F08}" dt="2026-05-08T01:35:01.230" v="5750" actId="478"/>
          <ac:spMkLst>
            <pc:docMk/>
            <pc:sldMk cId="4237397664" sldId="316"/>
            <ac:spMk id="4" creationId="{8841AC30-C281-7FCA-827C-121FE9FEB70A}"/>
          </ac:spMkLst>
        </pc:spChg>
        <pc:spChg chg="add del mod">
          <ac:chgData name="Victor Aumaitre" userId="379d7840-47ba-428f-9f95-660059feb219" providerId="ADAL" clId="{8E2CC9BA-CB9A-5093-8A9B-190C45947F08}" dt="2026-05-08T01:35:01.230" v="5750" actId="478"/>
          <ac:spMkLst>
            <pc:docMk/>
            <pc:sldMk cId="4237397664" sldId="316"/>
            <ac:spMk id="7" creationId="{B05A053D-836E-62F4-3193-187ECAEC81CD}"/>
          </ac:spMkLst>
        </pc:spChg>
        <pc:spChg chg="mod">
          <ac:chgData name="Victor Aumaitre" userId="379d7840-47ba-428f-9f95-660059feb219" providerId="ADAL" clId="{8E2CC9BA-CB9A-5093-8A9B-190C45947F08}" dt="2026-05-08T01:33:36.276" v="5739" actId="20577"/>
          <ac:spMkLst>
            <pc:docMk/>
            <pc:sldMk cId="4237397664" sldId="316"/>
            <ac:spMk id="27" creationId="{B4F74C2C-27F7-1DCE-B47C-558C0ED1E7B4}"/>
          </ac:spMkLst>
        </pc:spChg>
        <pc:spChg chg="mod">
          <ac:chgData name="Victor Aumaitre" userId="379d7840-47ba-428f-9f95-660059feb219" providerId="ADAL" clId="{8E2CC9BA-CB9A-5093-8A9B-190C45947F08}" dt="2026-05-08T01:34:55.344" v="5749"/>
          <ac:spMkLst>
            <pc:docMk/>
            <pc:sldMk cId="4237397664" sldId="316"/>
            <ac:spMk id="28" creationId="{AF463121-8DE7-FA99-FA59-2E764D5AA52B}"/>
          </ac:spMkLst>
        </pc:spChg>
        <pc:graphicFrameChg chg="add mod modGraphic">
          <ac:chgData name="Victor Aumaitre" userId="379d7840-47ba-428f-9f95-660059feb219" providerId="ADAL" clId="{8E2CC9BA-CB9A-5093-8A9B-190C45947F08}" dt="2026-05-08T01:37:52.626" v="5770" actId="14734"/>
          <ac:graphicFrameMkLst>
            <pc:docMk/>
            <pc:sldMk cId="4237397664" sldId="316"/>
            <ac:graphicFrameMk id="2" creationId="{61214DBE-F87C-4900-1A8D-64D0999414EC}"/>
          </ac:graphicFrameMkLst>
        </pc:graphicFrameChg>
      </pc:sldChg>
      <pc:sldChg chg="addSp delSp modSp add mod">
        <pc:chgData name="Victor Aumaitre" userId="379d7840-47ba-428f-9f95-660059feb219" providerId="ADAL" clId="{8E2CC9BA-CB9A-5093-8A9B-190C45947F08}" dt="2026-05-08T02:26:12.976" v="6208" actId="20577"/>
        <pc:sldMkLst>
          <pc:docMk/>
          <pc:sldMk cId="1159691775" sldId="317"/>
        </pc:sldMkLst>
        <pc:spChg chg="mod">
          <ac:chgData name="Victor Aumaitre" userId="379d7840-47ba-428f-9f95-660059feb219" providerId="ADAL" clId="{8E2CC9BA-CB9A-5093-8A9B-190C45947F08}" dt="2026-05-08T02:25:31.798" v="6203"/>
          <ac:spMkLst>
            <pc:docMk/>
            <pc:sldMk cId="1159691775" sldId="317"/>
            <ac:spMk id="2" creationId="{334D8CD3-A7CF-5C17-2925-BDE45DDF7E41}"/>
          </ac:spMkLst>
        </pc:spChg>
        <pc:spChg chg="del">
          <ac:chgData name="Victor Aumaitre" userId="379d7840-47ba-428f-9f95-660059feb219" providerId="ADAL" clId="{8E2CC9BA-CB9A-5093-8A9B-190C45947F08}" dt="2026-05-08T02:25:08.533" v="6201" actId="478"/>
          <ac:spMkLst>
            <pc:docMk/>
            <pc:sldMk cId="1159691775" sldId="317"/>
            <ac:spMk id="9" creationId="{37E4E9AD-63CB-8009-2D13-D7B341865162}"/>
          </ac:spMkLst>
        </pc:spChg>
        <pc:spChg chg="add mod">
          <ac:chgData name="Victor Aumaitre" userId="379d7840-47ba-428f-9f95-660059feb219" providerId="ADAL" clId="{8E2CC9BA-CB9A-5093-8A9B-190C45947F08}" dt="2026-05-08T02:25:25.695" v="6202"/>
          <ac:spMkLst>
            <pc:docMk/>
            <pc:sldMk cId="1159691775" sldId="317"/>
            <ac:spMk id="18" creationId="{19FB24D8-FB85-A890-4FEC-F6428058C5D2}"/>
          </ac:spMkLst>
        </pc:spChg>
        <pc:spChg chg="mod">
          <ac:chgData name="Victor Aumaitre" userId="379d7840-47ba-428f-9f95-660059feb219" providerId="ADAL" clId="{8E2CC9BA-CB9A-5093-8A9B-190C45947F08}" dt="2026-05-08T02:26:01.766" v="6206" actId="20577"/>
          <ac:spMkLst>
            <pc:docMk/>
            <pc:sldMk cId="1159691775" sldId="317"/>
            <ac:spMk id="27" creationId="{A40561C8-C4DD-2573-E857-676389C0A8CB}"/>
          </ac:spMkLst>
        </pc:spChg>
        <pc:spChg chg="mod">
          <ac:chgData name="Victor Aumaitre" userId="379d7840-47ba-428f-9f95-660059feb219" providerId="ADAL" clId="{8E2CC9BA-CB9A-5093-8A9B-190C45947F08}" dt="2026-05-08T02:26:12.976" v="6208" actId="20577"/>
          <ac:spMkLst>
            <pc:docMk/>
            <pc:sldMk cId="1159691775" sldId="317"/>
            <ac:spMk id="28" creationId="{01B3451F-FB56-971D-0744-46DB1BE8E001}"/>
          </ac:spMkLst>
        </pc:spChg>
        <pc:spChg chg="add mod">
          <ac:chgData name="Victor Aumaitre" userId="379d7840-47ba-428f-9f95-660059feb219" providerId="ADAL" clId="{8E2CC9BA-CB9A-5093-8A9B-190C45947F08}" dt="2026-05-08T02:25:25.695" v="6202"/>
          <ac:spMkLst>
            <pc:docMk/>
            <pc:sldMk cId="1159691775" sldId="317"/>
            <ac:spMk id="33" creationId="{2FECB887-AFAB-FAF7-F843-B3DACB5F73DA}"/>
          </ac:spMkLst>
        </pc:spChg>
        <pc:spChg chg="del">
          <ac:chgData name="Victor Aumaitre" userId="379d7840-47ba-428f-9f95-660059feb219" providerId="ADAL" clId="{8E2CC9BA-CB9A-5093-8A9B-190C45947F08}" dt="2026-05-08T02:25:08.533" v="6201" actId="478"/>
          <ac:spMkLst>
            <pc:docMk/>
            <pc:sldMk cId="1159691775" sldId="317"/>
            <ac:spMk id="35" creationId="{68F37C11-1455-B888-ADD3-06FAE946CC78}"/>
          </ac:spMkLst>
        </pc:spChg>
        <pc:spChg chg="add mod">
          <ac:chgData name="Victor Aumaitre" userId="379d7840-47ba-428f-9f95-660059feb219" providerId="ADAL" clId="{8E2CC9BA-CB9A-5093-8A9B-190C45947F08}" dt="2026-05-08T02:25:25.695" v="6202"/>
          <ac:spMkLst>
            <pc:docMk/>
            <pc:sldMk cId="1159691775" sldId="317"/>
            <ac:spMk id="38" creationId="{B8584D62-B996-72AD-1C52-8F4FB4E694DD}"/>
          </ac:spMkLst>
        </pc:spChg>
        <pc:spChg chg="del">
          <ac:chgData name="Victor Aumaitre" userId="379d7840-47ba-428f-9f95-660059feb219" providerId="ADAL" clId="{8E2CC9BA-CB9A-5093-8A9B-190C45947F08}" dt="2026-05-08T02:25:08.533" v="6201" actId="478"/>
          <ac:spMkLst>
            <pc:docMk/>
            <pc:sldMk cId="1159691775" sldId="317"/>
            <ac:spMk id="41" creationId="{AEBDCCA1-B033-580C-479D-0BA5A03C1B07}"/>
          </ac:spMkLst>
        </pc:spChg>
        <pc:spChg chg="del">
          <ac:chgData name="Victor Aumaitre" userId="379d7840-47ba-428f-9f95-660059feb219" providerId="ADAL" clId="{8E2CC9BA-CB9A-5093-8A9B-190C45947F08}" dt="2026-05-08T02:25:08.533" v="6201" actId="478"/>
          <ac:spMkLst>
            <pc:docMk/>
            <pc:sldMk cId="1159691775" sldId="317"/>
            <ac:spMk id="44" creationId="{FE883735-96A2-87F8-BF05-04807036FF47}"/>
          </ac:spMkLst>
        </pc:spChg>
        <pc:spChg chg="del">
          <ac:chgData name="Victor Aumaitre" userId="379d7840-47ba-428f-9f95-660059feb219" providerId="ADAL" clId="{8E2CC9BA-CB9A-5093-8A9B-190C45947F08}" dt="2026-05-08T02:25:08.533" v="6201" actId="478"/>
          <ac:spMkLst>
            <pc:docMk/>
            <pc:sldMk cId="1159691775" sldId="317"/>
            <ac:spMk id="53" creationId="{6BAA1B23-B194-AB79-965F-B6CD645372D4}"/>
          </ac:spMkLst>
        </pc:spChg>
        <pc:spChg chg="del">
          <ac:chgData name="Victor Aumaitre" userId="379d7840-47ba-428f-9f95-660059feb219" providerId="ADAL" clId="{8E2CC9BA-CB9A-5093-8A9B-190C45947F08}" dt="2026-05-08T02:25:08.533" v="6201" actId="478"/>
          <ac:spMkLst>
            <pc:docMk/>
            <pc:sldMk cId="1159691775" sldId="317"/>
            <ac:spMk id="59" creationId="{D3707B4C-50E6-6ACD-F668-8BEF6FDFC88E}"/>
          </ac:spMkLst>
        </pc:spChg>
        <pc:spChg chg="del">
          <ac:chgData name="Victor Aumaitre" userId="379d7840-47ba-428f-9f95-660059feb219" providerId="ADAL" clId="{8E2CC9BA-CB9A-5093-8A9B-190C45947F08}" dt="2026-05-08T02:25:08.533" v="6201" actId="478"/>
          <ac:spMkLst>
            <pc:docMk/>
            <pc:sldMk cId="1159691775" sldId="317"/>
            <ac:spMk id="64" creationId="{249C6F0C-E48C-43DF-37A0-B32687769AE0}"/>
          </ac:spMkLst>
        </pc:spChg>
        <pc:spChg chg="del">
          <ac:chgData name="Victor Aumaitre" userId="379d7840-47ba-428f-9f95-660059feb219" providerId="ADAL" clId="{8E2CC9BA-CB9A-5093-8A9B-190C45947F08}" dt="2026-05-08T02:25:08.533" v="6201" actId="478"/>
          <ac:spMkLst>
            <pc:docMk/>
            <pc:sldMk cId="1159691775" sldId="317"/>
            <ac:spMk id="66" creationId="{037F0B0D-F33E-6D83-609D-120F5A279E6B}"/>
          </ac:spMkLst>
        </pc:spChg>
        <pc:spChg chg="del">
          <ac:chgData name="Victor Aumaitre" userId="379d7840-47ba-428f-9f95-660059feb219" providerId="ADAL" clId="{8E2CC9BA-CB9A-5093-8A9B-190C45947F08}" dt="2026-05-08T02:25:08.533" v="6201" actId="478"/>
          <ac:spMkLst>
            <pc:docMk/>
            <pc:sldMk cId="1159691775" sldId="317"/>
            <ac:spMk id="67" creationId="{2CEEF5CB-4880-7640-FF15-43A1A023B4BA}"/>
          </ac:spMkLst>
        </pc:spChg>
        <pc:spChg chg="del">
          <ac:chgData name="Victor Aumaitre" userId="379d7840-47ba-428f-9f95-660059feb219" providerId="ADAL" clId="{8E2CC9BA-CB9A-5093-8A9B-190C45947F08}" dt="2026-05-08T02:25:08.533" v="6201" actId="478"/>
          <ac:spMkLst>
            <pc:docMk/>
            <pc:sldMk cId="1159691775" sldId="317"/>
            <ac:spMk id="68" creationId="{154B98DE-3F6D-723F-11C8-FB938EB72399}"/>
          </ac:spMkLst>
        </pc:spChg>
        <pc:spChg chg="add mod">
          <ac:chgData name="Victor Aumaitre" userId="379d7840-47ba-428f-9f95-660059feb219" providerId="ADAL" clId="{8E2CC9BA-CB9A-5093-8A9B-190C45947F08}" dt="2026-05-08T02:25:25.695" v="6202"/>
          <ac:spMkLst>
            <pc:docMk/>
            <pc:sldMk cId="1159691775" sldId="317"/>
            <ac:spMk id="79" creationId="{21A9BEDC-8448-2AC3-BBEC-A5B99BAC3130}"/>
          </ac:spMkLst>
        </pc:spChg>
        <pc:spChg chg="add mod">
          <ac:chgData name="Victor Aumaitre" userId="379d7840-47ba-428f-9f95-660059feb219" providerId="ADAL" clId="{8E2CC9BA-CB9A-5093-8A9B-190C45947F08}" dt="2026-05-08T02:25:25.695" v="6202"/>
          <ac:spMkLst>
            <pc:docMk/>
            <pc:sldMk cId="1159691775" sldId="317"/>
            <ac:spMk id="84" creationId="{8888D73D-837C-3311-43C1-120AD352006E}"/>
          </ac:spMkLst>
        </pc:spChg>
        <pc:spChg chg="add mod">
          <ac:chgData name="Victor Aumaitre" userId="379d7840-47ba-428f-9f95-660059feb219" providerId="ADAL" clId="{8E2CC9BA-CB9A-5093-8A9B-190C45947F08}" dt="2026-05-08T02:25:25.695" v="6202"/>
          <ac:spMkLst>
            <pc:docMk/>
            <pc:sldMk cId="1159691775" sldId="317"/>
            <ac:spMk id="85" creationId="{4C196C61-7906-26E7-B8E3-07976EAE0BD9}"/>
          </ac:spMkLst>
        </pc:spChg>
        <pc:spChg chg="add mod">
          <ac:chgData name="Victor Aumaitre" userId="379d7840-47ba-428f-9f95-660059feb219" providerId="ADAL" clId="{8E2CC9BA-CB9A-5093-8A9B-190C45947F08}" dt="2026-05-08T02:25:25.695" v="6202"/>
          <ac:spMkLst>
            <pc:docMk/>
            <pc:sldMk cId="1159691775" sldId="317"/>
            <ac:spMk id="88" creationId="{CC50AC28-5804-4C76-FE20-E8635BC2467A}"/>
          </ac:spMkLst>
        </pc:spChg>
        <pc:spChg chg="add mod">
          <ac:chgData name="Victor Aumaitre" userId="379d7840-47ba-428f-9f95-660059feb219" providerId="ADAL" clId="{8E2CC9BA-CB9A-5093-8A9B-190C45947F08}" dt="2026-05-08T02:25:25.695" v="6202"/>
          <ac:spMkLst>
            <pc:docMk/>
            <pc:sldMk cId="1159691775" sldId="317"/>
            <ac:spMk id="89" creationId="{05D4ABF4-28F8-C7D1-41B1-30D3A020839E}"/>
          </ac:spMkLst>
        </pc:spChg>
        <pc:spChg chg="add mod">
          <ac:chgData name="Victor Aumaitre" userId="379d7840-47ba-428f-9f95-660059feb219" providerId="ADAL" clId="{8E2CC9BA-CB9A-5093-8A9B-190C45947F08}" dt="2026-05-08T02:25:25.695" v="6202"/>
          <ac:spMkLst>
            <pc:docMk/>
            <pc:sldMk cId="1159691775" sldId="317"/>
            <ac:spMk id="98" creationId="{ABF19BF0-9343-3E2B-87C3-B6F1A9DA591D}"/>
          </ac:spMkLst>
        </pc:spChg>
        <pc:spChg chg="add mod">
          <ac:chgData name="Victor Aumaitre" userId="379d7840-47ba-428f-9f95-660059feb219" providerId="ADAL" clId="{8E2CC9BA-CB9A-5093-8A9B-190C45947F08}" dt="2026-05-08T02:25:25.695" v="6202"/>
          <ac:spMkLst>
            <pc:docMk/>
            <pc:sldMk cId="1159691775" sldId="317"/>
            <ac:spMk id="100" creationId="{40C36519-6DB2-C830-1BCB-5668862C7E23}"/>
          </ac:spMkLst>
        </pc:spChg>
        <pc:spChg chg="add mod">
          <ac:chgData name="Victor Aumaitre" userId="379d7840-47ba-428f-9f95-660059feb219" providerId="ADAL" clId="{8E2CC9BA-CB9A-5093-8A9B-190C45947F08}" dt="2026-05-08T02:25:48.408" v="6204"/>
          <ac:spMkLst>
            <pc:docMk/>
            <pc:sldMk cId="1159691775" sldId="317"/>
            <ac:spMk id="107" creationId="{E364243D-278A-BD6A-84E1-82C8CABCE686}"/>
          </ac:spMkLst>
        </pc:spChg>
        <pc:spChg chg="add mod">
          <ac:chgData name="Victor Aumaitre" userId="379d7840-47ba-428f-9f95-660059feb219" providerId="ADAL" clId="{8E2CC9BA-CB9A-5093-8A9B-190C45947F08}" dt="2026-05-08T02:25:48.408" v="6204"/>
          <ac:spMkLst>
            <pc:docMk/>
            <pc:sldMk cId="1159691775" sldId="317"/>
            <ac:spMk id="111" creationId="{293BF919-29A1-C03A-3DF7-2489E40280F8}"/>
          </ac:spMkLst>
        </pc:spChg>
        <pc:spChg chg="add mod">
          <ac:chgData name="Victor Aumaitre" userId="379d7840-47ba-428f-9f95-660059feb219" providerId="ADAL" clId="{8E2CC9BA-CB9A-5093-8A9B-190C45947F08}" dt="2026-05-08T02:25:48.408" v="6204"/>
          <ac:spMkLst>
            <pc:docMk/>
            <pc:sldMk cId="1159691775" sldId="317"/>
            <ac:spMk id="116" creationId="{F8CBF2F6-CD59-DE5A-767F-35F4491EC27D}"/>
          </ac:spMkLst>
        </pc:spChg>
        <pc:spChg chg="add mod">
          <ac:chgData name="Victor Aumaitre" userId="379d7840-47ba-428f-9f95-660059feb219" providerId="ADAL" clId="{8E2CC9BA-CB9A-5093-8A9B-190C45947F08}" dt="2026-05-08T02:25:48.408" v="6204"/>
          <ac:spMkLst>
            <pc:docMk/>
            <pc:sldMk cId="1159691775" sldId="317"/>
            <ac:spMk id="126" creationId="{F38F1FE6-87B4-D08A-E8F8-D6E7145221F3}"/>
          </ac:spMkLst>
        </pc:spChg>
        <pc:spChg chg="mod">
          <ac:chgData name="Victor Aumaitre" userId="379d7840-47ba-428f-9f95-660059feb219" providerId="ADAL" clId="{8E2CC9BA-CB9A-5093-8A9B-190C45947F08}" dt="2026-05-08T02:25:48.408" v="6204"/>
          <ac:spMkLst>
            <pc:docMk/>
            <pc:sldMk cId="1159691775" sldId="317"/>
            <ac:spMk id="134" creationId="{50D82B34-7D61-5E74-6B70-8AEF665BDE33}"/>
          </ac:spMkLst>
        </pc:spChg>
        <pc:spChg chg="mod">
          <ac:chgData name="Victor Aumaitre" userId="379d7840-47ba-428f-9f95-660059feb219" providerId="ADAL" clId="{8E2CC9BA-CB9A-5093-8A9B-190C45947F08}" dt="2026-05-08T02:25:48.408" v="6204"/>
          <ac:spMkLst>
            <pc:docMk/>
            <pc:sldMk cId="1159691775" sldId="317"/>
            <ac:spMk id="137" creationId="{AFBDA049-1458-911A-A2A9-3DEEDCD41A12}"/>
          </ac:spMkLst>
        </pc:spChg>
        <pc:spChg chg="add mod">
          <ac:chgData name="Victor Aumaitre" userId="379d7840-47ba-428f-9f95-660059feb219" providerId="ADAL" clId="{8E2CC9BA-CB9A-5093-8A9B-190C45947F08}" dt="2026-05-08T02:25:48.408" v="6204"/>
          <ac:spMkLst>
            <pc:docMk/>
            <pc:sldMk cId="1159691775" sldId="317"/>
            <ac:spMk id="139" creationId="{41860CF7-17D1-7F3B-065F-116B7483B202}"/>
          </ac:spMkLst>
        </pc:spChg>
        <pc:spChg chg="add mod">
          <ac:chgData name="Victor Aumaitre" userId="379d7840-47ba-428f-9f95-660059feb219" providerId="ADAL" clId="{8E2CC9BA-CB9A-5093-8A9B-190C45947F08}" dt="2026-05-08T02:25:48.408" v="6204"/>
          <ac:spMkLst>
            <pc:docMk/>
            <pc:sldMk cId="1159691775" sldId="317"/>
            <ac:spMk id="147" creationId="{2AEB9D37-A44E-5FE3-17A5-6F075E210436}"/>
          </ac:spMkLst>
        </pc:spChg>
        <pc:spChg chg="add mod">
          <ac:chgData name="Victor Aumaitre" userId="379d7840-47ba-428f-9f95-660059feb219" providerId="ADAL" clId="{8E2CC9BA-CB9A-5093-8A9B-190C45947F08}" dt="2026-05-08T02:25:48.408" v="6204"/>
          <ac:spMkLst>
            <pc:docMk/>
            <pc:sldMk cId="1159691775" sldId="317"/>
            <ac:spMk id="152" creationId="{E4E085FD-9BBE-A7A7-D5FA-6FAD11C87CA1}"/>
          </ac:spMkLst>
        </pc:spChg>
        <pc:spChg chg="add mod">
          <ac:chgData name="Victor Aumaitre" userId="379d7840-47ba-428f-9f95-660059feb219" providerId="ADAL" clId="{8E2CC9BA-CB9A-5093-8A9B-190C45947F08}" dt="2026-05-08T02:25:48.408" v="6204"/>
          <ac:spMkLst>
            <pc:docMk/>
            <pc:sldMk cId="1159691775" sldId="317"/>
            <ac:spMk id="155" creationId="{56BB2674-0F78-1010-6F67-5A9B4D74F915}"/>
          </ac:spMkLst>
        </pc:spChg>
      </pc:sldChg>
      <pc:sldChg chg="addSp delSp modSp add del mod">
        <pc:chgData name="Victor Aumaitre" userId="379d7840-47ba-428f-9f95-660059feb219" providerId="ADAL" clId="{8E2CC9BA-CB9A-5093-8A9B-190C45947F08}" dt="2026-05-08T15:49:15.691" v="8104" actId="2696"/>
        <pc:sldMkLst>
          <pc:docMk/>
          <pc:sldMk cId="1693075056" sldId="317"/>
        </pc:sldMkLst>
        <pc:spChg chg="del">
          <ac:chgData name="Victor Aumaitre" userId="379d7840-47ba-428f-9f95-660059feb219" providerId="ADAL" clId="{8E2CC9BA-CB9A-5093-8A9B-190C45947F08}" dt="2026-05-08T10:56:35.063" v="6761" actId="478"/>
          <ac:spMkLst>
            <pc:docMk/>
            <pc:sldMk cId="1693075056" sldId="317"/>
            <ac:spMk id="3" creationId="{011164BF-C6A3-C0BE-165B-F5B08BAB32E6}"/>
          </ac:spMkLst>
        </pc:spChg>
        <pc:spChg chg="add mod">
          <ac:chgData name="Victor Aumaitre" userId="379d7840-47ba-428f-9f95-660059feb219" providerId="ADAL" clId="{8E2CC9BA-CB9A-5093-8A9B-190C45947F08}" dt="2026-05-08T12:27:02.067" v="6859" actId="1076"/>
          <ac:spMkLst>
            <pc:docMk/>
            <pc:sldMk cId="1693075056" sldId="317"/>
            <ac:spMk id="3" creationId="{4347481D-C84C-5E88-392E-E6659203D574}"/>
          </ac:spMkLst>
        </pc:spChg>
        <pc:spChg chg="add mod">
          <ac:chgData name="Victor Aumaitre" userId="379d7840-47ba-428f-9f95-660059feb219" providerId="ADAL" clId="{8E2CC9BA-CB9A-5093-8A9B-190C45947F08}" dt="2026-05-08T10:57:27.434" v="6774" actId="1038"/>
          <ac:spMkLst>
            <pc:docMk/>
            <pc:sldMk cId="1693075056" sldId="317"/>
            <ac:spMk id="4" creationId="{5F9F0491-AB38-D516-14B2-4E804CD2A325}"/>
          </ac:spMkLst>
        </pc:spChg>
        <pc:spChg chg="del">
          <ac:chgData name="Victor Aumaitre" userId="379d7840-47ba-428f-9f95-660059feb219" providerId="ADAL" clId="{8E2CC9BA-CB9A-5093-8A9B-190C45947F08}" dt="2026-05-08T10:56:35.063" v="6761" actId="478"/>
          <ac:spMkLst>
            <pc:docMk/>
            <pc:sldMk cId="1693075056" sldId="317"/>
            <ac:spMk id="10" creationId="{2FA9AE78-8FF4-2B17-F863-34740EA358ED}"/>
          </ac:spMkLst>
        </pc:spChg>
        <pc:spChg chg="mod">
          <ac:chgData name="Victor Aumaitre" userId="379d7840-47ba-428f-9f95-660059feb219" providerId="ADAL" clId="{8E2CC9BA-CB9A-5093-8A9B-190C45947F08}" dt="2026-05-08T10:57:17.892" v="6765"/>
          <ac:spMkLst>
            <pc:docMk/>
            <pc:sldMk cId="1693075056" sldId="317"/>
            <ac:spMk id="11" creationId="{EB0860B7-52E1-1D81-9418-2DD1C018D440}"/>
          </ac:spMkLst>
        </pc:spChg>
        <pc:spChg chg="mod">
          <ac:chgData name="Victor Aumaitre" userId="379d7840-47ba-428f-9f95-660059feb219" providerId="ADAL" clId="{8E2CC9BA-CB9A-5093-8A9B-190C45947F08}" dt="2026-05-08T12:14:50.605" v="6778" actId="2711"/>
          <ac:spMkLst>
            <pc:docMk/>
            <pc:sldMk cId="1693075056" sldId="317"/>
            <ac:spMk id="12" creationId="{CA2E1343-8EFA-6D99-E8BF-3EE60CA84B2B}"/>
          </ac:spMkLst>
        </pc:spChg>
        <pc:spChg chg="add mod">
          <ac:chgData name="Victor Aumaitre" userId="379d7840-47ba-428f-9f95-660059feb219" providerId="ADAL" clId="{8E2CC9BA-CB9A-5093-8A9B-190C45947F08}" dt="2026-05-08T10:57:27.434" v="6774" actId="1038"/>
          <ac:spMkLst>
            <pc:docMk/>
            <pc:sldMk cId="1693075056" sldId="317"/>
            <ac:spMk id="14" creationId="{E63C607A-4B35-B7F5-046D-C25E8E1D533E}"/>
          </ac:spMkLst>
        </pc:spChg>
        <pc:spChg chg="mod">
          <ac:chgData name="Victor Aumaitre" userId="379d7840-47ba-428f-9f95-660059feb219" providerId="ADAL" clId="{8E2CC9BA-CB9A-5093-8A9B-190C45947F08}" dt="2026-05-08T12:14:50.605" v="6778" actId="2711"/>
          <ac:spMkLst>
            <pc:docMk/>
            <pc:sldMk cId="1693075056" sldId="317"/>
            <ac:spMk id="17" creationId="{621A1D7F-9AE0-066F-17A4-B3068F2EABF0}"/>
          </ac:spMkLst>
        </pc:spChg>
        <pc:spChg chg="mod">
          <ac:chgData name="Victor Aumaitre" userId="379d7840-47ba-428f-9f95-660059feb219" providerId="ADAL" clId="{8E2CC9BA-CB9A-5093-8A9B-190C45947F08}" dt="2026-05-08T12:14:50.605" v="6778" actId="2711"/>
          <ac:spMkLst>
            <pc:docMk/>
            <pc:sldMk cId="1693075056" sldId="317"/>
            <ac:spMk id="18" creationId="{AE23376E-AD6C-2C94-2FEB-8DB8CFB00310}"/>
          </ac:spMkLst>
        </pc:spChg>
        <pc:spChg chg="mod">
          <ac:chgData name="Victor Aumaitre" userId="379d7840-47ba-428f-9f95-660059feb219" providerId="ADAL" clId="{8E2CC9BA-CB9A-5093-8A9B-190C45947F08}" dt="2026-05-08T12:14:50.605" v="6778" actId="2711"/>
          <ac:spMkLst>
            <pc:docMk/>
            <pc:sldMk cId="1693075056" sldId="317"/>
            <ac:spMk id="20" creationId="{88EA5E17-5636-E65F-1E55-8BDBA5DC119C}"/>
          </ac:spMkLst>
        </pc:spChg>
        <pc:spChg chg="mod">
          <ac:chgData name="Victor Aumaitre" userId="379d7840-47ba-428f-9f95-660059feb219" providerId="ADAL" clId="{8E2CC9BA-CB9A-5093-8A9B-190C45947F08}" dt="2026-05-08T10:57:17.892" v="6765"/>
          <ac:spMkLst>
            <pc:docMk/>
            <pc:sldMk cId="1693075056" sldId="317"/>
            <ac:spMk id="25" creationId="{086B7604-9BED-5FF1-B025-178EF173D297}"/>
          </ac:spMkLst>
        </pc:spChg>
        <pc:spChg chg="mod">
          <ac:chgData name="Victor Aumaitre" userId="379d7840-47ba-428f-9f95-660059feb219" providerId="ADAL" clId="{8E2CC9BA-CB9A-5093-8A9B-190C45947F08}" dt="2026-05-08T10:56:47.667" v="6763" actId="20577"/>
          <ac:spMkLst>
            <pc:docMk/>
            <pc:sldMk cId="1693075056" sldId="317"/>
            <ac:spMk id="27" creationId="{3AB4F621-D509-2C14-3CDE-D245399C4D51}"/>
          </ac:spMkLst>
        </pc:spChg>
        <pc:spChg chg="mod">
          <ac:chgData name="Victor Aumaitre" userId="379d7840-47ba-428f-9f95-660059feb219" providerId="ADAL" clId="{8E2CC9BA-CB9A-5093-8A9B-190C45947F08}" dt="2026-05-08T10:57:00.332" v="6764"/>
          <ac:spMkLst>
            <pc:docMk/>
            <pc:sldMk cId="1693075056" sldId="317"/>
            <ac:spMk id="28" creationId="{03309769-8568-0C7C-29D5-1B322F918300}"/>
          </ac:spMkLst>
        </pc:spChg>
        <pc:spChg chg="mod">
          <ac:chgData name="Victor Aumaitre" userId="379d7840-47ba-428f-9f95-660059feb219" providerId="ADAL" clId="{8E2CC9BA-CB9A-5093-8A9B-190C45947F08}" dt="2026-05-08T12:14:50.605" v="6778" actId="2711"/>
          <ac:spMkLst>
            <pc:docMk/>
            <pc:sldMk cId="1693075056" sldId="317"/>
            <ac:spMk id="30" creationId="{7AC98CC6-D628-0528-4A1E-F96290EE386B}"/>
          </ac:spMkLst>
        </pc:spChg>
        <pc:spChg chg="mod">
          <ac:chgData name="Victor Aumaitre" userId="379d7840-47ba-428f-9f95-660059feb219" providerId="ADAL" clId="{8E2CC9BA-CB9A-5093-8A9B-190C45947F08}" dt="2026-05-08T10:57:17.892" v="6765"/>
          <ac:spMkLst>
            <pc:docMk/>
            <pc:sldMk cId="1693075056" sldId="317"/>
            <ac:spMk id="31" creationId="{5721DF39-1634-1F45-3D67-982FFAF086AC}"/>
          </ac:spMkLst>
        </pc:spChg>
        <pc:spChg chg="del">
          <ac:chgData name="Victor Aumaitre" userId="379d7840-47ba-428f-9f95-660059feb219" providerId="ADAL" clId="{8E2CC9BA-CB9A-5093-8A9B-190C45947F08}" dt="2026-05-08T10:56:35.063" v="6761" actId="478"/>
          <ac:spMkLst>
            <pc:docMk/>
            <pc:sldMk cId="1693075056" sldId="317"/>
            <ac:spMk id="44" creationId="{1ECD928F-BC35-AF43-88E6-D97A1ADA8C8F}"/>
          </ac:spMkLst>
        </pc:spChg>
        <pc:spChg chg="del">
          <ac:chgData name="Victor Aumaitre" userId="379d7840-47ba-428f-9f95-660059feb219" providerId="ADAL" clId="{8E2CC9BA-CB9A-5093-8A9B-190C45947F08}" dt="2026-05-08T10:56:35.063" v="6761" actId="478"/>
          <ac:spMkLst>
            <pc:docMk/>
            <pc:sldMk cId="1693075056" sldId="317"/>
            <ac:spMk id="48" creationId="{BA77DD82-4056-7F7F-0AA3-76F4B43E26D0}"/>
          </ac:spMkLst>
        </pc:spChg>
        <pc:spChg chg="del">
          <ac:chgData name="Victor Aumaitre" userId="379d7840-47ba-428f-9f95-660059feb219" providerId="ADAL" clId="{8E2CC9BA-CB9A-5093-8A9B-190C45947F08}" dt="2026-05-08T10:56:35.063" v="6761" actId="478"/>
          <ac:spMkLst>
            <pc:docMk/>
            <pc:sldMk cId="1693075056" sldId="317"/>
            <ac:spMk id="55" creationId="{604AF62C-5049-14F3-0DBA-1CEFA1954EA1}"/>
          </ac:spMkLst>
        </pc:spChg>
        <pc:spChg chg="del">
          <ac:chgData name="Victor Aumaitre" userId="379d7840-47ba-428f-9f95-660059feb219" providerId="ADAL" clId="{8E2CC9BA-CB9A-5093-8A9B-190C45947F08}" dt="2026-05-08T10:56:35.063" v="6761" actId="478"/>
          <ac:spMkLst>
            <pc:docMk/>
            <pc:sldMk cId="1693075056" sldId="317"/>
            <ac:spMk id="61" creationId="{44125AD9-FFBC-272E-54C7-E0749981F374}"/>
          </ac:spMkLst>
        </pc:spChg>
        <pc:spChg chg="del">
          <ac:chgData name="Victor Aumaitre" userId="379d7840-47ba-428f-9f95-660059feb219" providerId="ADAL" clId="{8E2CC9BA-CB9A-5093-8A9B-190C45947F08}" dt="2026-05-08T10:56:35.063" v="6761" actId="478"/>
          <ac:spMkLst>
            <pc:docMk/>
            <pc:sldMk cId="1693075056" sldId="317"/>
            <ac:spMk id="65" creationId="{361769E1-9CE1-7DC2-A126-3E27DBAC51F8}"/>
          </ac:spMkLst>
        </pc:spChg>
        <pc:spChg chg="del">
          <ac:chgData name="Victor Aumaitre" userId="379d7840-47ba-428f-9f95-660059feb219" providerId="ADAL" clId="{8E2CC9BA-CB9A-5093-8A9B-190C45947F08}" dt="2026-05-08T10:56:35.063" v="6761" actId="478"/>
          <ac:spMkLst>
            <pc:docMk/>
            <pc:sldMk cId="1693075056" sldId="317"/>
            <ac:spMk id="66" creationId="{630EFE15-9DCA-9867-FD4D-846D63CAB59A}"/>
          </ac:spMkLst>
        </pc:spChg>
        <pc:spChg chg="del">
          <ac:chgData name="Victor Aumaitre" userId="379d7840-47ba-428f-9f95-660059feb219" providerId="ADAL" clId="{8E2CC9BA-CB9A-5093-8A9B-190C45947F08}" dt="2026-05-08T10:56:35.063" v="6761" actId="478"/>
          <ac:spMkLst>
            <pc:docMk/>
            <pc:sldMk cId="1693075056" sldId="317"/>
            <ac:spMk id="67" creationId="{3DA3D389-5D5E-E293-B462-4913D0091A6A}"/>
          </ac:spMkLst>
        </pc:spChg>
        <pc:spChg chg="del">
          <ac:chgData name="Victor Aumaitre" userId="379d7840-47ba-428f-9f95-660059feb219" providerId="ADAL" clId="{8E2CC9BA-CB9A-5093-8A9B-190C45947F08}" dt="2026-05-08T10:56:35.063" v="6761" actId="478"/>
          <ac:spMkLst>
            <pc:docMk/>
            <pc:sldMk cId="1693075056" sldId="317"/>
            <ac:spMk id="69" creationId="{CE2E8BD7-BDDA-7F84-02FD-B03665CAA4D6}"/>
          </ac:spMkLst>
        </pc:spChg>
        <pc:spChg chg="mod">
          <ac:chgData name="Victor Aumaitre" userId="379d7840-47ba-428f-9f95-660059feb219" providerId="ADAL" clId="{8E2CC9BA-CB9A-5093-8A9B-190C45947F08}" dt="2026-05-08T12:14:50.605" v="6778" actId="2711"/>
          <ac:spMkLst>
            <pc:docMk/>
            <pc:sldMk cId="1693075056" sldId="317"/>
            <ac:spMk id="78" creationId="{9F26FBC8-197A-44EF-D897-A388533D8FF0}"/>
          </ac:spMkLst>
        </pc:spChg>
        <pc:spChg chg="add mod">
          <ac:chgData name="Victor Aumaitre" userId="379d7840-47ba-428f-9f95-660059feb219" providerId="ADAL" clId="{8E2CC9BA-CB9A-5093-8A9B-190C45947F08}" dt="2026-05-08T10:57:27.434" v="6774" actId="1038"/>
          <ac:spMkLst>
            <pc:docMk/>
            <pc:sldMk cId="1693075056" sldId="317"/>
            <ac:spMk id="83" creationId="{1D4248B6-2152-1DD6-29B5-27CEFCBCADCF}"/>
          </ac:spMkLst>
        </pc:spChg>
        <pc:spChg chg="mod">
          <ac:chgData name="Victor Aumaitre" userId="379d7840-47ba-428f-9f95-660059feb219" providerId="ADAL" clId="{8E2CC9BA-CB9A-5093-8A9B-190C45947F08}" dt="2026-05-08T12:14:50.605" v="6778" actId="2711"/>
          <ac:spMkLst>
            <pc:docMk/>
            <pc:sldMk cId="1693075056" sldId="317"/>
            <ac:spMk id="85" creationId="{E07F0261-65F4-9DF4-5384-C0071397B04D}"/>
          </ac:spMkLst>
        </pc:spChg>
        <pc:spChg chg="mod">
          <ac:chgData name="Victor Aumaitre" userId="379d7840-47ba-428f-9f95-660059feb219" providerId="ADAL" clId="{8E2CC9BA-CB9A-5093-8A9B-190C45947F08}" dt="2026-05-08T10:57:27.434" v="6774" actId="1038"/>
          <ac:spMkLst>
            <pc:docMk/>
            <pc:sldMk cId="1693075056" sldId="317"/>
            <ac:spMk id="86" creationId="{552E9535-271E-37AD-A544-FCBEDCE6DF35}"/>
          </ac:spMkLst>
        </pc:spChg>
        <pc:spChg chg="add mod">
          <ac:chgData name="Victor Aumaitre" userId="379d7840-47ba-428f-9f95-660059feb219" providerId="ADAL" clId="{8E2CC9BA-CB9A-5093-8A9B-190C45947F08}" dt="2026-05-08T10:57:27.434" v="6774" actId="1038"/>
          <ac:spMkLst>
            <pc:docMk/>
            <pc:sldMk cId="1693075056" sldId="317"/>
            <ac:spMk id="87" creationId="{0E76826E-1A02-EC04-5360-A9EF295DB75E}"/>
          </ac:spMkLst>
        </pc:spChg>
        <pc:spChg chg="mod">
          <ac:chgData name="Victor Aumaitre" userId="379d7840-47ba-428f-9f95-660059feb219" providerId="ADAL" clId="{8E2CC9BA-CB9A-5093-8A9B-190C45947F08}" dt="2026-05-08T12:14:50.605" v="6778" actId="2711"/>
          <ac:spMkLst>
            <pc:docMk/>
            <pc:sldMk cId="1693075056" sldId="317"/>
            <ac:spMk id="89" creationId="{1B93F0B9-C828-654A-62B8-AD48999F7AF6}"/>
          </ac:spMkLst>
        </pc:spChg>
        <pc:spChg chg="mod">
          <ac:chgData name="Victor Aumaitre" userId="379d7840-47ba-428f-9f95-660059feb219" providerId="ADAL" clId="{8E2CC9BA-CB9A-5093-8A9B-190C45947F08}" dt="2026-05-08T10:57:27.434" v="6774" actId="1038"/>
          <ac:spMkLst>
            <pc:docMk/>
            <pc:sldMk cId="1693075056" sldId="317"/>
            <ac:spMk id="91" creationId="{4B0A959E-A037-E574-F88B-713ECEF0DF6C}"/>
          </ac:spMkLst>
        </pc:spChg>
        <pc:spChg chg="add mod">
          <ac:chgData name="Victor Aumaitre" userId="379d7840-47ba-428f-9f95-660059feb219" providerId="ADAL" clId="{8E2CC9BA-CB9A-5093-8A9B-190C45947F08}" dt="2026-05-08T10:57:27.434" v="6774" actId="1038"/>
          <ac:spMkLst>
            <pc:docMk/>
            <pc:sldMk cId="1693075056" sldId="317"/>
            <ac:spMk id="95" creationId="{0F302965-9682-25B1-3964-65570F05FD02}"/>
          </ac:spMkLst>
        </pc:spChg>
        <pc:spChg chg="add mod">
          <ac:chgData name="Victor Aumaitre" userId="379d7840-47ba-428f-9f95-660059feb219" providerId="ADAL" clId="{8E2CC9BA-CB9A-5093-8A9B-190C45947F08}" dt="2026-05-08T12:14:50.605" v="6778" actId="2711"/>
          <ac:spMkLst>
            <pc:docMk/>
            <pc:sldMk cId="1693075056" sldId="317"/>
            <ac:spMk id="98" creationId="{52BBD08A-6D7F-EEDB-9E91-778F09895D8B}"/>
          </ac:spMkLst>
        </pc:spChg>
        <pc:spChg chg="mod">
          <ac:chgData name="Victor Aumaitre" userId="379d7840-47ba-428f-9f95-660059feb219" providerId="ADAL" clId="{8E2CC9BA-CB9A-5093-8A9B-190C45947F08}" dt="2026-05-08T12:14:50.605" v="6778" actId="2711"/>
          <ac:spMkLst>
            <pc:docMk/>
            <pc:sldMk cId="1693075056" sldId="317"/>
            <ac:spMk id="99" creationId="{35BE5CDC-6F10-54C2-39D4-868760977CAA}"/>
          </ac:spMkLst>
        </pc:spChg>
        <pc:graphicFrameChg chg="mod modGraphic">
          <ac:chgData name="Victor Aumaitre" userId="379d7840-47ba-428f-9f95-660059feb219" providerId="ADAL" clId="{8E2CC9BA-CB9A-5093-8A9B-190C45947F08}" dt="2026-05-08T12:11:19.672" v="6777" actId="1076"/>
          <ac:graphicFrameMkLst>
            <pc:docMk/>
            <pc:sldMk cId="1693075056" sldId="317"/>
            <ac:graphicFrameMk id="76" creationId="{2AAA962A-4DE7-34F2-FDCE-F9B5F475D604}"/>
          </ac:graphicFrameMkLst>
        </pc:graphicFrameChg>
      </pc:sldChg>
      <pc:sldChg chg="add">
        <pc:chgData name="Victor Aumaitre" userId="379d7840-47ba-428f-9f95-660059feb219" providerId="ADAL" clId="{8E2CC9BA-CB9A-5093-8A9B-190C45947F08}" dt="2026-05-08T02:46:28.872" v="6321"/>
        <pc:sldMkLst>
          <pc:docMk/>
          <pc:sldMk cId="1156770682" sldId="318"/>
        </pc:sldMkLst>
      </pc:sldChg>
      <pc:sldChg chg="add del">
        <pc:chgData name="Victor Aumaitre" userId="379d7840-47ba-428f-9f95-660059feb219" providerId="ADAL" clId="{8E2CC9BA-CB9A-5093-8A9B-190C45947F08}" dt="2026-05-08T15:15:19.647" v="7865"/>
        <pc:sldMkLst>
          <pc:docMk/>
          <pc:sldMk cId="1273669520" sldId="318"/>
        </pc:sldMkLst>
      </pc:sldChg>
      <pc:sldChg chg="modSp add del mod">
        <pc:chgData name="Victor Aumaitre" userId="379d7840-47ba-428f-9f95-660059feb219" providerId="ADAL" clId="{8E2CC9BA-CB9A-5093-8A9B-190C45947F08}" dt="2026-05-07T23:06:03.436" v="4921" actId="2696"/>
        <pc:sldMkLst>
          <pc:docMk/>
          <pc:sldMk cId="1352160094" sldId="318"/>
        </pc:sldMkLst>
        <pc:spChg chg="mod">
          <ac:chgData name="Victor Aumaitre" userId="379d7840-47ba-428f-9f95-660059feb219" providerId="ADAL" clId="{8E2CC9BA-CB9A-5093-8A9B-190C45947F08}" dt="2026-05-07T23:00:28.089" v="4882" actId="20577"/>
          <ac:spMkLst>
            <pc:docMk/>
            <pc:sldMk cId="1352160094" sldId="318"/>
            <ac:spMk id="4" creationId="{77C1E4D0-2207-F7F6-8923-BB0C4FD79768}"/>
          </ac:spMkLst>
        </pc:spChg>
        <pc:spChg chg="mod">
          <ac:chgData name="Victor Aumaitre" userId="379d7840-47ba-428f-9f95-660059feb219" providerId="ADAL" clId="{8E2CC9BA-CB9A-5093-8A9B-190C45947F08}" dt="2026-05-07T23:00:33.502" v="4883" actId="20577"/>
          <ac:spMkLst>
            <pc:docMk/>
            <pc:sldMk cId="1352160094" sldId="318"/>
            <ac:spMk id="10" creationId="{C815E909-86CF-D405-79D1-CF7B529BEB29}"/>
          </ac:spMkLst>
        </pc:spChg>
        <pc:spChg chg="mod">
          <ac:chgData name="Victor Aumaitre" userId="379d7840-47ba-428f-9f95-660059feb219" providerId="ADAL" clId="{8E2CC9BA-CB9A-5093-8A9B-190C45947F08}" dt="2026-05-07T23:00:36.071" v="4884" actId="20577"/>
          <ac:spMkLst>
            <pc:docMk/>
            <pc:sldMk cId="1352160094" sldId="318"/>
            <ac:spMk id="14" creationId="{8B26F640-7C04-3A9C-9E74-A4FD35BF425A}"/>
          </ac:spMkLst>
        </pc:spChg>
      </pc:sldChg>
      <pc:sldChg chg="addSp modSp del mod modNotesTx">
        <pc:chgData name="Victor Aumaitre" userId="379d7840-47ba-428f-9f95-660059feb219" providerId="ADAL" clId="{8E2CC9BA-CB9A-5093-8A9B-190C45947F08}" dt="2026-05-08T15:11:20.581" v="7815" actId="2696"/>
        <pc:sldMkLst>
          <pc:docMk/>
          <pc:sldMk cId="1208127481" sldId="319"/>
        </pc:sldMkLst>
        <pc:spChg chg="add mod">
          <ac:chgData name="Victor Aumaitre" userId="379d7840-47ba-428f-9f95-660059feb219" providerId="ADAL" clId="{8E2CC9BA-CB9A-5093-8A9B-190C45947F08}" dt="2026-05-08T13:35:52.873" v="7750" actId="1076"/>
          <ac:spMkLst>
            <pc:docMk/>
            <pc:sldMk cId="1208127481" sldId="319"/>
            <ac:spMk id="4" creationId="{3C8E0E0E-4E17-4DD5-5A52-EE60E2B613BD}"/>
          </ac:spMkLst>
        </pc:spChg>
      </pc:sldChg>
      <pc:sldChg chg="modSp add mod">
        <pc:chgData name="Victor Aumaitre" userId="379d7840-47ba-428f-9f95-660059feb219" providerId="ADAL" clId="{8E2CC9BA-CB9A-5093-8A9B-190C45947F08}" dt="2026-05-08T03:06:24.919" v="6556" actId="20577"/>
        <pc:sldMkLst>
          <pc:docMk/>
          <pc:sldMk cId="1496024407" sldId="319"/>
        </pc:sldMkLst>
        <pc:spChg chg="mod">
          <ac:chgData name="Victor Aumaitre" userId="379d7840-47ba-428f-9f95-660059feb219" providerId="ADAL" clId="{8E2CC9BA-CB9A-5093-8A9B-190C45947F08}" dt="2026-05-08T03:06:24.919" v="6556" actId="20577"/>
          <ac:spMkLst>
            <pc:docMk/>
            <pc:sldMk cId="1496024407" sldId="319"/>
            <ac:spMk id="2" creationId="{028E8D28-2103-2479-C1B9-7BEC3FEEB221}"/>
          </ac:spMkLst>
        </pc:spChg>
      </pc:sldChg>
      <pc:sldChg chg="modSp add mod ord modShow">
        <pc:chgData name="Victor Aumaitre" userId="379d7840-47ba-428f-9f95-660059feb219" providerId="ADAL" clId="{8E2CC9BA-CB9A-5093-8A9B-190C45947F08}" dt="2026-05-08T16:17:42.954" v="8143" actId="1076"/>
        <pc:sldMkLst>
          <pc:docMk/>
          <pc:sldMk cId="1889072006" sldId="319"/>
        </pc:sldMkLst>
        <pc:spChg chg="mod">
          <ac:chgData name="Victor Aumaitre" userId="379d7840-47ba-428f-9f95-660059feb219" providerId="ADAL" clId="{8E2CC9BA-CB9A-5093-8A9B-190C45947F08}" dt="2026-05-08T16:17:42.954" v="8143" actId="1076"/>
          <ac:spMkLst>
            <pc:docMk/>
            <pc:sldMk cId="1889072006" sldId="319"/>
            <ac:spMk id="4" creationId="{3C8E0E0E-4E17-4DD5-5A52-EE60E2B613BD}"/>
          </ac:spMkLst>
        </pc:spChg>
      </pc:sldChg>
      <pc:sldChg chg="add del">
        <pc:chgData name="Victor Aumaitre" userId="379d7840-47ba-428f-9f95-660059feb219" providerId="ADAL" clId="{8E2CC9BA-CB9A-5093-8A9B-190C45947F08}" dt="2026-05-07T23:12:43.382" v="4959" actId="2696"/>
        <pc:sldMkLst>
          <pc:docMk/>
          <pc:sldMk cId="3464528368" sldId="319"/>
        </pc:sldMkLst>
      </pc:sldChg>
      <pc:sldChg chg="add del">
        <pc:chgData name="Victor Aumaitre" userId="379d7840-47ba-428f-9f95-660059feb219" providerId="ADAL" clId="{8E2CC9BA-CB9A-5093-8A9B-190C45947F08}" dt="2026-05-08T15:49:04.959" v="8005" actId="2696"/>
        <pc:sldMkLst>
          <pc:docMk/>
          <pc:sldMk cId="965487203" sldId="320"/>
        </pc:sldMkLst>
      </pc:sldChg>
      <pc:sldChg chg="del">
        <pc:chgData name="Victor Aumaitre" userId="379d7840-47ba-428f-9f95-660059feb219" providerId="ADAL" clId="{8E2CC9BA-CB9A-5093-8A9B-190C45947F08}" dt="2026-05-07T22:29:21.001" v="4695" actId="2696"/>
        <pc:sldMkLst>
          <pc:docMk/>
          <pc:sldMk cId="1873110623" sldId="321"/>
        </pc:sldMkLst>
      </pc:sldChg>
      <pc:sldChg chg="addSp delSp modSp add del mod modShow">
        <pc:chgData name="Victor Aumaitre" userId="379d7840-47ba-428f-9f95-660059feb219" providerId="ADAL" clId="{8E2CC9BA-CB9A-5093-8A9B-190C45947F08}" dt="2026-05-08T15:49:05.585" v="8092" actId="2696"/>
        <pc:sldMkLst>
          <pc:docMk/>
          <pc:sldMk cId="2343323471" sldId="321"/>
        </pc:sldMkLst>
        <pc:spChg chg="add mod">
          <ac:chgData name="Victor Aumaitre" userId="379d7840-47ba-428f-9f95-660059feb219" providerId="ADAL" clId="{8E2CC9BA-CB9A-5093-8A9B-190C45947F08}" dt="2026-05-08T12:38:06.856" v="7086"/>
          <ac:spMkLst>
            <pc:docMk/>
            <pc:sldMk cId="2343323471" sldId="321"/>
            <ac:spMk id="2" creationId="{56BCEAF8-4745-2DCF-9B52-30C2B7F16A2F}"/>
          </ac:spMkLst>
        </pc:spChg>
        <pc:spChg chg="mod">
          <ac:chgData name="Victor Aumaitre" userId="379d7840-47ba-428f-9f95-660059feb219" providerId="ADAL" clId="{8E2CC9BA-CB9A-5093-8A9B-190C45947F08}" dt="2026-05-08T02:53:22.281" v="6429" actId="20577"/>
          <ac:spMkLst>
            <pc:docMk/>
            <pc:sldMk cId="2343323471" sldId="321"/>
            <ac:spMk id="3" creationId="{9AE8CACE-4BBC-3FFB-7393-3F744522D6BA}"/>
          </ac:spMkLst>
        </pc:spChg>
        <pc:spChg chg="add mod">
          <ac:chgData name="Victor Aumaitre" userId="379d7840-47ba-428f-9f95-660059feb219" providerId="ADAL" clId="{8E2CC9BA-CB9A-5093-8A9B-190C45947F08}" dt="2026-05-08T03:05:25.814" v="6517" actId="2711"/>
          <ac:spMkLst>
            <pc:docMk/>
            <pc:sldMk cId="2343323471" sldId="321"/>
            <ac:spMk id="9" creationId="{400DA19C-DE64-5462-86BE-D1F8F4BFAEA3}"/>
          </ac:spMkLst>
        </pc:spChg>
        <pc:spChg chg="del">
          <ac:chgData name="Victor Aumaitre" userId="379d7840-47ba-428f-9f95-660059feb219" providerId="ADAL" clId="{8E2CC9BA-CB9A-5093-8A9B-190C45947F08}" dt="2026-05-08T02:52:11.984" v="6420" actId="478"/>
          <ac:spMkLst>
            <pc:docMk/>
            <pc:sldMk cId="2343323471" sldId="321"/>
            <ac:spMk id="10" creationId="{0DC2A433-266F-BEA4-BE4B-953A15D36C1B}"/>
          </ac:spMkLst>
        </pc:spChg>
        <pc:spChg chg="del">
          <ac:chgData name="Victor Aumaitre" userId="379d7840-47ba-428f-9f95-660059feb219" providerId="ADAL" clId="{8E2CC9BA-CB9A-5093-8A9B-190C45947F08}" dt="2026-05-08T02:52:11.984" v="6420" actId="478"/>
          <ac:spMkLst>
            <pc:docMk/>
            <pc:sldMk cId="2343323471" sldId="321"/>
            <ac:spMk id="13" creationId="{9519855A-7295-0BDC-A826-1E143DDE89AD}"/>
          </ac:spMkLst>
        </pc:spChg>
        <pc:spChg chg="del">
          <ac:chgData name="Victor Aumaitre" userId="379d7840-47ba-428f-9f95-660059feb219" providerId="ADAL" clId="{8E2CC9BA-CB9A-5093-8A9B-190C45947F08}" dt="2026-05-08T02:52:11.984" v="6420" actId="478"/>
          <ac:spMkLst>
            <pc:docMk/>
            <pc:sldMk cId="2343323471" sldId="321"/>
            <ac:spMk id="15" creationId="{8D90FBD5-01BA-EC55-637E-6FB52C30018B}"/>
          </ac:spMkLst>
        </pc:spChg>
        <pc:spChg chg="del">
          <ac:chgData name="Victor Aumaitre" userId="379d7840-47ba-428f-9f95-660059feb219" providerId="ADAL" clId="{8E2CC9BA-CB9A-5093-8A9B-190C45947F08}" dt="2026-05-08T02:52:11.984" v="6420" actId="478"/>
          <ac:spMkLst>
            <pc:docMk/>
            <pc:sldMk cId="2343323471" sldId="321"/>
            <ac:spMk id="18" creationId="{8001595F-B6DB-9681-3BB7-68D2B29758C6}"/>
          </ac:spMkLst>
        </pc:spChg>
        <pc:spChg chg="del">
          <ac:chgData name="Victor Aumaitre" userId="379d7840-47ba-428f-9f95-660059feb219" providerId="ADAL" clId="{8E2CC9BA-CB9A-5093-8A9B-190C45947F08}" dt="2026-05-08T02:52:11.984" v="6420" actId="478"/>
          <ac:spMkLst>
            <pc:docMk/>
            <pc:sldMk cId="2343323471" sldId="321"/>
            <ac:spMk id="20" creationId="{9AE0B0A3-0CD0-D0AE-EC40-1B718A3958EE}"/>
          </ac:spMkLst>
        </pc:spChg>
        <pc:spChg chg="del">
          <ac:chgData name="Victor Aumaitre" userId="379d7840-47ba-428f-9f95-660059feb219" providerId="ADAL" clId="{8E2CC9BA-CB9A-5093-8A9B-190C45947F08}" dt="2026-05-08T02:52:11.984" v="6420" actId="478"/>
          <ac:spMkLst>
            <pc:docMk/>
            <pc:sldMk cId="2343323471" sldId="321"/>
            <ac:spMk id="23" creationId="{8AE4A31E-0A49-DDF8-CB7E-9E9C473944B9}"/>
          </ac:spMkLst>
        </pc:spChg>
        <pc:spChg chg="del">
          <ac:chgData name="Victor Aumaitre" userId="379d7840-47ba-428f-9f95-660059feb219" providerId="ADAL" clId="{8E2CC9BA-CB9A-5093-8A9B-190C45947F08}" dt="2026-05-08T02:52:11.984" v="6420" actId="478"/>
          <ac:spMkLst>
            <pc:docMk/>
            <pc:sldMk cId="2343323471" sldId="321"/>
            <ac:spMk id="24" creationId="{C14D19CB-3B37-DFD7-9029-F236AEC54C58}"/>
          </ac:spMkLst>
        </pc:spChg>
        <pc:spChg chg="del">
          <ac:chgData name="Victor Aumaitre" userId="379d7840-47ba-428f-9f95-660059feb219" providerId="ADAL" clId="{8E2CC9BA-CB9A-5093-8A9B-190C45947F08}" dt="2026-05-08T02:52:11.984" v="6420" actId="478"/>
          <ac:spMkLst>
            <pc:docMk/>
            <pc:sldMk cId="2343323471" sldId="321"/>
            <ac:spMk id="25" creationId="{10837F7A-7812-B560-CC3B-608BDF8D1330}"/>
          </ac:spMkLst>
        </pc:spChg>
        <pc:spChg chg="del">
          <ac:chgData name="Victor Aumaitre" userId="379d7840-47ba-428f-9f95-660059feb219" providerId="ADAL" clId="{8E2CC9BA-CB9A-5093-8A9B-190C45947F08}" dt="2026-05-08T02:52:11.984" v="6420" actId="478"/>
          <ac:spMkLst>
            <pc:docMk/>
            <pc:sldMk cId="2343323471" sldId="321"/>
            <ac:spMk id="27" creationId="{A76796A9-8192-E391-6575-A49A90E93E2B}"/>
          </ac:spMkLst>
        </pc:spChg>
        <pc:spChg chg="del">
          <ac:chgData name="Victor Aumaitre" userId="379d7840-47ba-428f-9f95-660059feb219" providerId="ADAL" clId="{8E2CC9BA-CB9A-5093-8A9B-190C45947F08}" dt="2026-05-08T02:52:11.984" v="6420" actId="478"/>
          <ac:spMkLst>
            <pc:docMk/>
            <pc:sldMk cId="2343323471" sldId="321"/>
            <ac:spMk id="32" creationId="{AEAFA0A6-2FB9-2130-60C4-3180548666E6}"/>
          </ac:spMkLst>
        </pc:spChg>
        <pc:spChg chg="add mod">
          <ac:chgData name="Victor Aumaitre" userId="379d7840-47ba-428f-9f95-660059feb219" providerId="ADAL" clId="{8E2CC9BA-CB9A-5093-8A9B-190C45947F08}" dt="2026-05-08T03:05:25.814" v="6517" actId="2711"/>
          <ac:spMkLst>
            <pc:docMk/>
            <pc:sldMk cId="2343323471" sldId="321"/>
            <ac:spMk id="34" creationId="{25E07833-713E-2966-E331-41AE358E2AF9}"/>
          </ac:spMkLst>
        </pc:spChg>
        <pc:spChg chg="add mod">
          <ac:chgData name="Victor Aumaitre" userId="379d7840-47ba-428f-9f95-660059feb219" providerId="ADAL" clId="{8E2CC9BA-CB9A-5093-8A9B-190C45947F08}" dt="2026-05-08T03:05:25.814" v="6517" actId="2711"/>
          <ac:spMkLst>
            <pc:docMk/>
            <pc:sldMk cId="2343323471" sldId="321"/>
            <ac:spMk id="40" creationId="{0D769DD2-DD77-1496-61A2-09CA1E4DB47D}"/>
          </ac:spMkLst>
        </pc:spChg>
        <pc:spChg chg="add mod">
          <ac:chgData name="Victor Aumaitre" userId="379d7840-47ba-428f-9f95-660059feb219" providerId="ADAL" clId="{8E2CC9BA-CB9A-5093-8A9B-190C45947F08}" dt="2026-05-08T03:05:25.814" v="6517" actId="2711"/>
          <ac:spMkLst>
            <pc:docMk/>
            <pc:sldMk cId="2343323471" sldId="321"/>
            <ac:spMk id="49" creationId="{939912A5-9DAA-64CD-356C-EC8917578944}"/>
          </ac:spMkLst>
        </pc:spChg>
        <pc:spChg chg="add mod">
          <ac:chgData name="Victor Aumaitre" userId="379d7840-47ba-428f-9f95-660059feb219" providerId="ADAL" clId="{8E2CC9BA-CB9A-5093-8A9B-190C45947F08}" dt="2026-05-08T03:05:25.814" v="6517" actId="2711"/>
          <ac:spMkLst>
            <pc:docMk/>
            <pc:sldMk cId="2343323471" sldId="321"/>
            <ac:spMk id="50" creationId="{7BFD7343-9BED-838A-10DF-9A07F99C092B}"/>
          </ac:spMkLst>
        </pc:spChg>
        <pc:spChg chg="add mod">
          <ac:chgData name="Victor Aumaitre" userId="379d7840-47ba-428f-9f95-660059feb219" providerId="ADAL" clId="{8E2CC9BA-CB9A-5093-8A9B-190C45947F08}" dt="2026-05-08T03:05:25.814" v="6517" actId="2711"/>
          <ac:spMkLst>
            <pc:docMk/>
            <pc:sldMk cId="2343323471" sldId="321"/>
            <ac:spMk id="51" creationId="{5484D80D-6BBC-DAF6-798E-0E3955C860AB}"/>
          </ac:spMkLst>
        </pc:spChg>
        <pc:spChg chg="add mod">
          <ac:chgData name="Victor Aumaitre" userId="379d7840-47ba-428f-9f95-660059feb219" providerId="ADAL" clId="{8E2CC9BA-CB9A-5093-8A9B-190C45947F08}" dt="2026-05-08T03:05:25.814" v="6517" actId="2711"/>
          <ac:spMkLst>
            <pc:docMk/>
            <pc:sldMk cId="2343323471" sldId="321"/>
            <ac:spMk id="55" creationId="{E01FCAC6-9978-C28D-1F59-CBA776CC2103}"/>
          </ac:spMkLst>
        </pc:spChg>
        <pc:spChg chg="add mod">
          <ac:chgData name="Victor Aumaitre" userId="379d7840-47ba-428f-9f95-660059feb219" providerId="ADAL" clId="{8E2CC9BA-CB9A-5093-8A9B-190C45947F08}" dt="2026-05-08T03:05:25.814" v="6517" actId="2711"/>
          <ac:spMkLst>
            <pc:docMk/>
            <pc:sldMk cId="2343323471" sldId="321"/>
            <ac:spMk id="57" creationId="{89BD5A38-F5CC-4728-0E44-8F32981A820C}"/>
          </ac:spMkLst>
        </pc:spChg>
        <pc:spChg chg="mod">
          <ac:chgData name="Victor Aumaitre" userId="379d7840-47ba-428f-9f95-660059feb219" providerId="ADAL" clId="{8E2CC9BA-CB9A-5093-8A9B-190C45947F08}" dt="2026-05-08T03:05:02.745" v="6515" actId="108"/>
          <ac:spMkLst>
            <pc:docMk/>
            <pc:sldMk cId="2343323471" sldId="321"/>
            <ac:spMk id="59" creationId="{BDC24622-CAF3-CDAA-0EAA-2F700C539CE2}"/>
          </ac:spMkLst>
        </pc:spChg>
        <pc:spChg chg="mod">
          <ac:chgData name="Victor Aumaitre" userId="379d7840-47ba-428f-9f95-660059feb219" providerId="ADAL" clId="{8E2CC9BA-CB9A-5093-8A9B-190C45947F08}" dt="2026-05-08T03:05:25.814" v="6517" actId="2711"/>
          <ac:spMkLst>
            <pc:docMk/>
            <pc:sldMk cId="2343323471" sldId="321"/>
            <ac:spMk id="62" creationId="{1B137231-D6BA-AECC-4897-4CFF1D697B0E}"/>
          </ac:spMkLst>
        </pc:spChg>
        <pc:spChg chg="mod">
          <ac:chgData name="Victor Aumaitre" userId="379d7840-47ba-428f-9f95-660059feb219" providerId="ADAL" clId="{8E2CC9BA-CB9A-5093-8A9B-190C45947F08}" dt="2026-05-08T03:05:25.814" v="6517" actId="2711"/>
          <ac:spMkLst>
            <pc:docMk/>
            <pc:sldMk cId="2343323471" sldId="321"/>
            <ac:spMk id="63" creationId="{03F99255-54D2-DA1C-2311-744759E804A3}"/>
          </ac:spMkLst>
        </pc:spChg>
      </pc:sldChg>
      <pc:sldChg chg="modSp add del">
        <pc:chgData name="Victor Aumaitre" userId="379d7840-47ba-428f-9f95-660059feb219" providerId="ADAL" clId="{8E2CC9BA-CB9A-5093-8A9B-190C45947F08}" dt="2026-05-08T15:49:05.617" v="8096" actId="2696"/>
        <pc:sldMkLst>
          <pc:docMk/>
          <pc:sldMk cId="2108578702" sldId="322"/>
        </pc:sldMkLst>
        <pc:spChg chg="mod">
          <ac:chgData name="Victor Aumaitre" userId="379d7840-47ba-428f-9f95-660059feb219" providerId="ADAL" clId="{8E2CC9BA-CB9A-5093-8A9B-190C45947F08}" dt="2026-05-08T01:43:05.231" v="5829"/>
          <ac:spMkLst>
            <pc:docMk/>
            <pc:sldMk cId="2108578702" sldId="322"/>
            <ac:spMk id="5" creationId="{9F8718B5-CD78-61B9-A672-5A5E2F6FADD6}"/>
          </ac:spMkLst>
        </pc:spChg>
      </pc:sldChg>
      <pc:sldChg chg="modSp del mod modShow">
        <pc:chgData name="Victor Aumaitre" userId="379d7840-47ba-428f-9f95-660059feb219" providerId="ADAL" clId="{8E2CC9BA-CB9A-5093-8A9B-190C45947F08}" dt="2026-05-08T01:42:56.379" v="5828" actId="2696"/>
        <pc:sldMkLst>
          <pc:docMk/>
          <pc:sldMk cId="2188211753" sldId="322"/>
        </pc:sldMkLst>
      </pc:sldChg>
      <pc:sldChg chg="modSp del mod modNotesTx">
        <pc:chgData name="Victor Aumaitre" userId="379d7840-47ba-428f-9f95-660059feb219" providerId="ADAL" clId="{8E2CC9BA-CB9A-5093-8A9B-190C45947F08}" dt="2026-05-08T15:11:20.581" v="7815" actId="2696"/>
        <pc:sldMkLst>
          <pc:docMk/>
          <pc:sldMk cId="2404149551" sldId="323"/>
        </pc:sldMkLst>
        <pc:spChg chg="mod">
          <ac:chgData name="Victor Aumaitre" userId="379d7840-47ba-428f-9f95-660059feb219" providerId="ADAL" clId="{8E2CC9BA-CB9A-5093-8A9B-190C45947F08}" dt="2026-05-08T02:40:18.055" v="6292"/>
          <ac:spMkLst>
            <pc:docMk/>
            <pc:sldMk cId="2404149551" sldId="323"/>
            <ac:spMk id="28" creationId="{749A7604-2B7D-CEFD-7742-DD6217C8404E}"/>
          </ac:spMkLst>
        </pc:spChg>
      </pc:sldChg>
      <pc:sldChg chg="add ord">
        <pc:chgData name="Victor Aumaitre" userId="379d7840-47ba-428f-9f95-660059feb219" providerId="ADAL" clId="{8E2CC9BA-CB9A-5093-8A9B-190C45947F08}" dt="2026-05-08T15:54:19.416" v="8127" actId="20578"/>
        <pc:sldMkLst>
          <pc:docMk/>
          <pc:sldMk cId="3884334819" sldId="323"/>
        </pc:sldMkLst>
      </pc:sldChg>
      <pc:sldChg chg="del mod modShow">
        <pc:chgData name="Victor Aumaitre" userId="379d7840-47ba-428f-9f95-660059feb219" providerId="ADAL" clId="{8E2CC9BA-CB9A-5093-8A9B-190C45947F08}" dt="2026-05-08T15:49:05.217" v="8036" actId="2696"/>
        <pc:sldMkLst>
          <pc:docMk/>
          <pc:sldMk cId="653198441" sldId="324"/>
        </pc:sldMkLst>
      </pc:sldChg>
      <pc:sldChg chg="add del">
        <pc:chgData name="Victor Aumaitre" userId="379d7840-47ba-428f-9f95-660059feb219" providerId="ADAL" clId="{8E2CC9BA-CB9A-5093-8A9B-190C45947F08}" dt="2026-05-08T15:49:05.299" v="8051" actId="2696"/>
        <pc:sldMkLst>
          <pc:docMk/>
          <pc:sldMk cId="2804832721" sldId="325"/>
        </pc:sldMkLst>
      </pc:sldChg>
      <pc:sldChg chg="add del">
        <pc:chgData name="Victor Aumaitre" userId="379d7840-47ba-428f-9f95-660059feb219" providerId="ADAL" clId="{8E2CC9BA-CB9A-5093-8A9B-190C45947F08}" dt="2026-05-08T15:49:04.978" v="8008" actId="2696"/>
        <pc:sldMkLst>
          <pc:docMk/>
          <pc:sldMk cId="3404858392" sldId="326"/>
        </pc:sldMkLst>
      </pc:sldChg>
      <pc:sldChg chg="add del">
        <pc:chgData name="Victor Aumaitre" userId="379d7840-47ba-428f-9f95-660059feb219" providerId="ADAL" clId="{8E2CC9BA-CB9A-5093-8A9B-190C45947F08}" dt="2026-05-08T15:49:05.504" v="8080" actId="2696"/>
        <pc:sldMkLst>
          <pc:docMk/>
          <pc:sldMk cId="4253264969" sldId="327"/>
        </pc:sldMkLst>
      </pc:sldChg>
      <pc:sldChg chg="add del">
        <pc:chgData name="Victor Aumaitre" userId="379d7840-47ba-428f-9f95-660059feb219" providerId="ADAL" clId="{8E2CC9BA-CB9A-5093-8A9B-190C45947F08}" dt="2026-05-08T15:49:04.875" v="7993" actId="2696"/>
        <pc:sldMkLst>
          <pc:docMk/>
          <pc:sldMk cId="2872329033" sldId="328"/>
        </pc:sldMkLst>
      </pc:sldChg>
      <pc:sldChg chg="add del">
        <pc:chgData name="Victor Aumaitre" userId="379d7840-47ba-428f-9f95-660059feb219" providerId="ADAL" clId="{8E2CC9BA-CB9A-5093-8A9B-190C45947F08}" dt="2026-05-08T15:49:05.328" v="8056" actId="2696"/>
        <pc:sldMkLst>
          <pc:docMk/>
          <pc:sldMk cId="378236022" sldId="329"/>
        </pc:sldMkLst>
      </pc:sldChg>
      <pc:sldChg chg="add del">
        <pc:chgData name="Victor Aumaitre" userId="379d7840-47ba-428f-9f95-660059feb219" providerId="ADAL" clId="{8E2CC9BA-CB9A-5093-8A9B-190C45947F08}" dt="2026-05-08T15:49:05.072" v="8022" actId="2696"/>
        <pc:sldMkLst>
          <pc:docMk/>
          <pc:sldMk cId="454510791" sldId="330"/>
        </pc:sldMkLst>
      </pc:sldChg>
      <pc:sldChg chg="add del">
        <pc:chgData name="Victor Aumaitre" userId="379d7840-47ba-428f-9f95-660059feb219" providerId="ADAL" clId="{8E2CC9BA-CB9A-5093-8A9B-190C45947F08}" dt="2026-05-08T15:49:05.137" v="8031" actId="2696"/>
        <pc:sldMkLst>
          <pc:docMk/>
          <pc:sldMk cId="3493824482" sldId="331"/>
        </pc:sldMkLst>
      </pc:sldChg>
      <pc:sldChg chg="del">
        <pc:chgData name="Victor Aumaitre" userId="379d7840-47ba-428f-9f95-660059feb219" providerId="ADAL" clId="{8E2CC9BA-CB9A-5093-8A9B-190C45947F08}" dt="2026-05-08T10:57:34.344" v="6775" actId="2696"/>
        <pc:sldMkLst>
          <pc:docMk/>
          <pc:sldMk cId="933496858" sldId="332"/>
        </pc:sldMkLst>
      </pc:sldChg>
      <pc:sldChg chg="add del">
        <pc:chgData name="Victor Aumaitre" userId="379d7840-47ba-428f-9f95-660059feb219" providerId="ADAL" clId="{8E2CC9BA-CB9A-5093-8A9B-190C45947F08}" dt="2026-05-08T15:15:19.647" v="7865"/>
        <pc:sldMkLst>
          <pc:docMk/>
          <pc:sldMk cId="2542457288" sldId="332"/>
        </pc:sldMkLst>
      </pc:sldChg>
      <pc:sldChg chg="del mod modShow">
        <pc:chgData name="Victor Aumaitre" userId="379d7840-47ba-428f-9f95-660059feb219" providerId="ADAL" clId="{8E2CC9BA-CB9A-5093-8A9B-190C45947F08}" dt="2026-05-08T15:49:04.843" v="7989" actId="2696"/>
        <pc:sldMkLst>
          <pc:docMk/>
          <pc:sldMk cId="481210053" sldId="333"/>
        </pc:sldMkLst>
      </pc:sldChg>
      <pc:sldChg chg="del">
        <pc:chgData name="Victor Aumaitre" userId="379d7840-47ba-428f-9f95-660059feb219" providerId="ADAL" clId="{8E2CC9BA-CB9A-5093-8A9B-190C45947F08}" dt="2026-05-08T01:20:11.750" v="5541" actId="2696"/>
        <pc:sldMkLst>
          <pc:docMk/>
          <pc:sldMk cId="917643322" sldId="334"/>
        </pc:sldMkLst>
      </pc:sldChg>
      <pc:sldChg chg="add del">
        <pc:chgData name="Victor Aumaitre" userId="379d7840-47ba-428f-9f95-660059feb219" providerId="ADAL" clId="{8E2CC9BA-CB9A-5093-8A9B-190C45947F08}" dt="2026-05-08T15:49:04.994" v="8010" actId="2696"/>
        <pc:sldMkLst>
          <pc:docMk/>
          <pc:sldMk cId="1551929381" sldId="334"/>
        </pc:sldMkLst>
      </pc:sldChg>
      <pc:sldChg chg="del">
        <pc:chgData name="Victor Aumaitre" userId="379d7840-47ba-428f-9f95-660059feb219" providerId="ADAL" clId="{8E2CC9BA-CB9A-5093-8A9B-190C45947F08}" dt="2026-05-08T12:27:56.594" v="6879" actId="2696"/>
        <pc:sldMkLst>
          <pc:docMk/>
          <pc:sldMk cId="2115262479" sldId="334"/>
        </pc:sldMkLst>
      </pc:sldChg>
      <pc:sldChg chg="add del">
        <pc:chgData name="Victor Aumaitre" userId="379d7840-47ba-428f-9f95-660059feb219" providerId="ADAL" clId="{8E2CC9BA-CB9A-5093-8A9B-190C45947F08}" dt="2026-05-08T15:49:05.536" v="8086" actId="2696"/>
        <pc:sldMkLst>
          <pc:docMk/>
          <pc:sldMk cId="3189729495" sldId="335"/>
        </pc:sldMkLst>
      </pc:sldChg>
      <pc:sldChg chg="del">
        <pc:chgData name="Victor Aumaitre" userId="379d7840-47ba-428f-9f95-660059feb219" providerId="ADAL" clId="{8E2CC9BA-CB9A-5093-8A9B-190C45947F08}" dt="2026-05-08T15:49:54.301" v="8111" actId="2696"/>
        <pc:sldMkLst>
          <pc:docMk/>
          <pc:sldMk cId="3939213451" sldId="336"/>
        </pc:sldMkLst>
      </pc:sldChg>
      <pc:sldChg chg="add del">
        <pc:chgData name="Victor Aumaitre" userId="379d7840-47ba-428f-9f95-660059feb219" providerId="ADAL" clId="{8E2CC9BA-CB9A-5093-8A9B-190C45947F08}" dt="2026-05-08T15:49:05.011" v="8012" actId="2696"/>
        <pc:sldMkLst>
          <pc:docMk/>
          <pc:sldMk cId="717896850" sldId="337"/>
        </pc:sldMkLst>
      </pc:sldChg>
      <pc:sldChg chg="addSp modSp del mod modNotesTx">
        <pc:chgData name="Victor Aumaitre" userId="379d7840-47ba-428f-9f95-660059feb219" providerId="ADAL" clId="{8E2CC9BA-CB9A-5093-8A9B-190C45947F08}" dt="2026-05-08T15:14:47.143" v="7860" actId="2696"/>
        <pc:sldMkLst>
          <pc:docMk/>
          <pc:sldMk cId="1888428326" sldId="338"/>
        </pc:sldMkLst>
        <pc:spChg chg="add mod">
          <ac:chgData name="Victor Aumaitre" userId="379d7840-47ba-428f-9f95-660059feb219" providerId="ADAL" clId="{8E2CC9BA-CB9A-5093-8A9B-190C45947F08}" dt="2026-05-08T13:27:32.427" v="7681" actId="1076"/>
          <ac:spMkLst>
            <pc:docMk/>
            <pc:sldMk cId="1888428326" sldId="338"/>
            <ac:spMk id="77" creationId="{BBCB2BCC-B852-405B-C862-6244B2F5E0B5}"/>
          </ac:spMkLst>
        </pc:spChg>
        <pc:spChg chg="add mod">
          <ac:chgData name="Victor Aumaitre" userId="379d7840-47ba-428f-9f95-660059feb219" providerId="ADAL" clId="{8E2CC9BA-CB9A-5093-8A9B-190C45947F08}" dt="2026-05-08T13:30:46.874" v="7737" actId="207"/>
          <ac:spMkLst>
            <pc:docMk/>
            <pc:sldMk cId="1888428326" sldId="338"/>
            <ac:spMk id="78" creationId="{9D8673C2-1501-5FF0-AAA8-E4BEC0796EBD}"/>
          </ac:spMkLst>
        </pc:spChg>
        <pc:graphicFrameChg chg="modGraphic">
          <ac:chgData name="Victor Aumaitre" userId="379d7840-47ba-428f-9f95-660059feb219" providerId="ADAL" clId="{8E2CC9BA-CB9A-5093-8A9B-190C45947F08}" dt="2026-05-08T13:28:15.967" v="7682" actId="13926"/>
          <ac:graphicFrameMkLst>
            <pc:docMk/>
            <pc:sldMk cId="1888428326" sldId="338"/>
            <ac:graphicFrameMk id="2" creationId="{FD7F0F48-49F4-3E7F-974A-14F85F9233EB}"/>
          </ac:graphicFrameMkLst>
        </pc:graphicFrameChg>
      </pc:sldChg>
      <pc:sldChg chg="add">
        <pc:chgData name="Victor Aumaitre" userId="379d7840-47ba-428f-9f95-660059feb219" providerId="ADAL" clId="{8E2CC9BA-CB9A-5093-8A9B-190C45947F08}" dt="2026-05-08T15:14:57.788" v="7863"/>
        <pc:sldMkLst>
          <pc:docMk/>
          <pc:sldMk cId="2202430723" sldId="338"/>
        </pc:sldMkLst>
      </pc:sldChg>
      <pc:sldChg chg="add del">
        <pc:chgData name="Victor Aumaitre" userId="379d7840-47ba-428f-9f95-660059feb219" providerId="ADAL" clId="{8E2CC9BA-CB9A-5093-8A9B-190C45947F08}" dt="2026-05-08T15:14:57.630" v="7862"/>
        <pc:sldMkLst>
          <pc:docMk/>
          <pc:sldMk cId="3940538710" sldId="338"/>
        </pc:sldMkLst>
      </pc:sldChg>
      <pc:sldChg chg="delSp modSp del mod">
        <pc:chgData name="Victor Aumaitre" userId="379d7840-47ba-428f-9f95-660059feb219" providerId="ADAL" clId="{8E2CC9BA-CB9A-5093-8A9B-190C45947F08}" dt="2026-05-08T15:49:15.642" v="8098" actId="2696"/>
        <pc:sldMkLst>
          <pc:docMk/>
          <pc:sldMk cId="3162482200" sldId="339"/>
        </pc:sldMkLst>
      </pc:sldChg>
      <pc:sldChg chg="add del">
        <pc:chgData name="Victor Aumaitre" userId="379d7840-47ba-428f-9f95-660059feb219" providerId="ADAL" clId="{8E2CC9BA-CB9A-5093-8A9B-190C45947F08}" dt="2026-05-08T15:49:05.093" v="8025" actId="2696"/>
        <pc:sldMkLst>
          <pc:docMk/>
          <pc:sldMk cId="499194234" sldId="340"/>
        </pc:sldMkLst>
      </pc:sldChg>
      <pc:sldChg chg="del">
        <pc:chgData name="Victor Aumaitre" userId="379d7840-47ba-428f-9f95-660059feb219" providerId="ADAL" clId="{8E2CC9BA-CB9A-5093-8A9B-190C45947F08}" dt="2026-05-08T12:27:56.594" v="6879" actId="2696"/>
        <pc:sldMkLst>
          <pc:docMk/>
          <pc:sldMk cId="913352085" sldId="340"/>
        </pc:sldMkLst>
      </pc:sldChg>
      <pc:sldChg chg="del">
        <pc:chgData name="Victor Aumaitre" userId="379d7840-47ba-428f-9f95-660059feb219" providerId="ADAL" clId="{8E2CC9BA-CB9A-5093-8A9B-190C45947F08}" dt="2026-05-07T22:07:11.826" v="4623" actId="2696"/>
        <pc:sldMkLst>
          <pc:docMk/>
          <pc:sldMk cId="2989459843" sldId="340"/>
        </pc:sldMkLst>
      </pc:sldChg>
      <pc:sldChg chg="add del">
        <pc:chgData name="Victor Aumaitre" userId="379d7840-47ba-428f-9f95-660059feb219" providerId="ADAL" clId="{8E2CC9BA-CB9A-5093-8A9B-190C45947F08}" dt="2026-05-08T15:15:19.647" v="7865"/>
        <pc:sldMkLst>
          <pc:docMk/>
          <pc:sldMk cId="1734447945" sldId="341"/>
        </pc:sldMkLst>
      </pc:sldChg>
      <pc:sldChg chg="addSp modSp mod">
        <pc:chgData name="Victor Aumaitre" userId="379d7840-47ba-428f-9f95-660059feb219" providerId="ADAL" clId="{8E2CC9BA-CB9A-5093-8A9B-190C45947F08}" dt="2026-05-08T02:37:21" v="6287"/>
        <pc:sldMkLst>
          <pc:docMk/>
          <pc:sldMk cId="2506745805" sldId="341"/>
        </pc:sldMkLst>
        <pc:spChg chg="add mod">
          <ac:chgData name="Victor Aumaitre" userId="379d7840-47ba-428f-9f95-660059feb219" providerId="ADAL" clId="{8E2CC9BA-CB9A-5093-8A9B-190C45947F08}" dt="2026-05-07T22:31:45.891" v="4709" actId="1076"/>
          <ac:spMkLst>
            <pc:docMk/>
            <pc:sldMk cId="2506745805" sldId="341"/>
            <ac:spMk id="4" creationId="{278C26EC-386B-59A1-C596-6BE968000ED4}"/>
          </ac:spMkLst>
        </pc:spChg>
        <pc:spChg chg="mod">
          <ac:chgData name="Victor Aumaitre" userId="379d7840-47ba-428f-9f95-660059feb219" providerId="ADAL" clId="{8E2CC9BA-CB9A-5093-8A9B-190C45947F08}" dt="2026-05-08T02:37:21" v="6287"/>
          <ac:spMkLst>
            <pc:docMk/>
            <pc:sldMk cId="2506745805" sldId="341"/>
            <ac:spMk id="28" creationId="{38012727-8D28-B6BF-732D-109DCDA6C000}"/>
          </ac:spMkLst>
        </pc:spChg>
      </pc:sldChg>
      <pc:sldChg chg="add del">
        <pc:chgData name="Victor Aumaitre" userId="379d7840-47ba-428f-9f95-660059feb219" providerId="ADAL" clId="{8E2CC9BA-CB9A-5093-8A9B-190C45947F08}" dt="2026-05-08T15:49:05.506" v="8081" actId="2696"/>
        <pc:sldMkLst>
          <pc:docMk/>
          <pc:sldMk cId="2166459632" sldId="342"/>
        </pc:sldMkLst>
      </pc:sldChg>
      <pc:sldChg chg="add del">
        <pc:chgData name="Victor Aumaitre" userId="379d7840-47ba-428f-9f95-660059feb219" providerId="ADAL" clId="{8E2CC9BA-CB9A-5093-8A9B-190C45947F08}" dt="2026-05-08T15:49:05.547" v="8089" actId="2696"/>
        <pc:sldMkLst>
          <pc:docMk/>
          <pc:sldMk cId="3203918745" sldId="343"/>
        </pc:sldMkLst>
      </pc:sldChg>
      <pc:sldChg chg="modSp del mod">
        <pc:chgData name="Victor Aumaitre" userId="379d7840-47ba-428f-9f95-660059feb219" providerId="ADAL" clId="{8E2CC9BA-CB9A-5093-8A9B-190C45947F08}" dt="2026-05-08T15:11:20.581" v="7815" actId="2696"/>
        <pc:sldMkLst>
          <pc:docMk/>
          <pc:sldMk cId="1516705245" sldId="344"/>
        </pc:sldMkLst>
        <pc:spChg chg="mod">
          <ac:chgData name="Victor Aumaitre" userId="379d7840-47ba-428f-9f95-660059feb219" providerId="ADAL" clId="{8E2CC9BA-CB9A-5093-8A9B-190C45947F08}" dt="2026-05-07T22:36:16.890" v="4734" actId="113"/>
          <ac:spMkLst>
            <pc:docMk/>
            <pc:sldMk cId="1516705245" sldId="344"/>
            <ac:spMk id="3" creationId="{B8C61501-0F0A-62F0-A64D-33A8F3A9FF34}"/>
          </ac:spMkLst>
        </pc:spChg>
        <pc:spChg chg="mod">
          <ac:chgData name="Victor Aumaitre" userId="379d7840-47ba-428f-9f95-660059feb219" providerId="ADAL" clId="{8E2CC9BA-CB9A-5093-8A9B-190C45947F08}" dt="2026-05-08T02:34:34.707" v="6257"/>
          <ac:spMkLst>
            <pc:docMk/>
            <pc:sldMk cId="1516705245" sldId="344"/>
            <ac:spMk id="28" creationId="{0E2CCA13-48CD-F41D-F81F-51BF99A82C82}"/>
          </ac:spMkLst>
        </pc:spChg>
        <pc:graphicFrameChg chg="mod modGraphic">
          <ac:chgData name="Victor Aumaitre" userId="379d7840-47ba-428f-9f95-660059feb219" providerId="ADAL" clId="{8E2CC9BA-CB9A-5093-8A9B-190C45947F08}" dt="2026-05-07T22:36:12.492" v="4733" actId="1076"/>
          <ac:graphicFrameMkLst>
            <pc:docMk/>
            <pc:sldMk cId="1516705245" sldId="344"/>
            <ac:graphicFrameMk id="2" creationId="{8D35F7C2-12BA-7887-F227-34F8E3EB8D46}"/>
          </ac:graphicFrameMkLst>
        </pc:graphicFrameChg>
      </pc:sldChg>
      <pc:sldChg chg="add del mod modShow">
        <pc:chgData name="Victor Aumaitre" userId="379d7840-47ba-428f-9f95-660059feb219" providerId="ADAL" clId="{8E2CC9BA-CB9A-5093-8A9B-190C45947F08}" dt="2026-05-08T15:49:21.996" v="8106" actId="2696"/>
        <pc:sldMkLst>
          <pc:docMk/>
          <pc:sldMk cId="1704506505" sldId="344"/>
        </pc:sldMkLst>
      </pc:sldChg>
      <pc:sldChg chg="add del ord">
        <pc:chgData name="Victor Aumaitre" userId="379d7840-47ba-428f-9f95-660059feb219" providerId="ADAL" clId="{8E2CC9BA-CB9A-5093-8A9B-190C45947F08}" dt="2026-05-08T15:53:04.137" v="8125" actId="2696"/>
        <pc:sldMkLst>
          <pc:docMk/>
          <pc:sldMk cId="1271534422" sldId="345"/>
        </pc:sldMkLst>
      </pc:sldChg>
      <pc:sldChg chg="addSp modSp del mod modNotesTx">
        <pc:chgData name="Victor Aumaitre" userId="379d7840-47ba-428f-9f95-660059feb219" providerId="ADAL" clId="{8E2CC9BA-CB9A-5093-8A9B-190C45947F08}" dt="2026-05-08T15:11:20.581" v="7815" actId="2696"/>
        <pc:sldMkLst>
          <pc:docMk/>
          <pc:sldMk cId="3796818164" sldId="345"/>
        </pc:sldMkLst>
        <pc:spChg chg="mod">
          <ac:chgData name="Victor Aumaitre" userId="379d7840-47ba-428f-9f95-660059feb219" providerId="ADAL" clId="{8E2CC9BA-CB9A-5093-8A9B-190C45947F08}" dt="2026-05-07T18:14:39.811" v="3702" actId="313"/>
          <ac:spMkLst>
            <pc:docMk/>
            <pc:sldMk cId="3796818164" sldId="345"/>
            <ac:spMk id="27" creationId="{06C3099E-71D6-C709-582C-353EA72D4D8B}"/>
          </ac:spMkLst>
        </pc:spChg>
        <pc:spChg chg="mod">
          <ac:chgData name="Victor Aumaitre" userId="379d7840-47ba-428f-9f95-660059feb219" providerId="ADAL" clId="{8E2CC9BA-CB9A-5093-8A9B-190C45947F08}" dt="2026-05-07T22:35:39.182" v="4730" actId="1037"/>
          <ac:spMkLst>
            <pc:docMk/>
            <pc:sldMk cId="3796818164" sldId="345"/>
            <ac:spMk id="201" creationId="{00000000-0000-0000-0000-000000000000}"/>
          </ac:spMkLst>
        </pc:spChg>
        <pc:spChg chg="mod">
          <ac:chgData name="Victor Aumaitre" userId="379d7840-47ba-428f-9f95-660059feb219" providerId="ADAL" clId="{8E2CC9BA-CB9A-5093-8A9B-190C45947F08}" dt="2026-05-07T22:35:39.182" v="4730" actId="1037"/>
          <ac:spMkLst>
            <pc:docMk/>
            <pc:sldMk cId="3796818164" sldId="345"/>
            <ac:spMk id="202" creationId="{00000000-0000-0000-0000-000000000000}"/>
          </ac:spMkLst>
        </pc:spChg>
        <pc:spChg chg="mod">
          <ac:chgData name="Victor Aumaitre" userId="379d7840-47ba-428f-9f95-660059feb219" providerId="ADAL" clId="{8E2CC9BA-CB9A-5093-8A9B-190C45947F08}" dt="2026-05-07T22:35:39.182" v="4730" actId="1037"/>
          <ac:spMkLst>
            <pc:docMk/>
            <pc:sldMk cId="3796818164" sldId="345"/>
            <ac:spMk id="203" creationId="{00000000-0000-0000-0000-000000000000}"/>
          </ac:spMkLst>
        </pc:spChg>
        <pc:spChg chg="mod">
          <ac:chgData name="Victor Aumaitre" userId="379d7840-47ba-428f-9f95-660059feb219" providerId="ADAL" clId="{8E2CC9BA-CB9A-5093-8A9B-190C45947F08}" dt="2026-05-07T22:35:39.182" v="4730" actId="1037"/>
          <ac:spMkLst>
            <pc:docMk/>
            <pc:sldMk cId="3796818164" sldId="345"/>
            <ac:spMk id="204" creationId="{00000000-0000-0000-0000-000000000000}"/>
          </ac:spMkLst>
        </pc:spChg>
        <pc:spChg chg="mod">
          <ac:chgData name="Victor Aumaitre" userId="379d7840-47ba-428f-9f95-660059feb219" providerId="ADAL" clId="{8E2CC9BA-CB9A-5093-8A9B-190C45947F08}" dt="2026-05-07T22:35:39.182" v="4730" actId="1037"/>
          <ac:spMkLst>
            <pc:docMk/>
            <pc:sldMk cId="3796818164" sldId="345"/>
            <ac:spMk id="205" creationId="{00000000-0000-0000-0000-000000000000}"/>
          </ac:spMkLst>
        </pc:spChg>
        <pc:spChg chg="mod">
          <ac:chgData name="Victor Aumaitre" userId="379d7840-47ba-428f-9f95-660059feb219" providerId="ADAL" clId="{8E2CC9BA-CB9A-5093-8A9B-190C45947F08}" dt="2026-05-07T22:35:39.182" v="4730" actId="1037"/>
          <ac:spMkLst>
            <pc:docMk/>
            <pc:sldMk cId="3796818164" sldId="345"/>
            <ac:spMk id="206" creationId="{00000000-0000-0000-0000-000000000000}"/>
          </ac:spMkLst>
        </pc:spChg>
        <pc:spChg chg="mod">
          <ac:chgData name="Victor Aumaitre" userId="379d7840-47ba-428f-9f95-660059feb219" providerId="ADAL" clId="{8E2CC9BA-CB9A-5093-8A9B-190C45947F08}" dt="2026-05-07T22:35:39.182" v="4730" actId="1037"/>
          <ac:spMkLst>
            <pc:docMk/>
            <pc:sldMk cId="3796818164" sldId="345"/>
            <ac:spMk id="207" creationId="{00000000-0000-0000-0000-000000000000}"/>
          </ac:spMkLst>
        </pc:spChg>
        <pc:graphicFrameChg chg="mod modGraphic">
          <ac:chgData name="Victor Aumaitre" userId="379d7840-47ba-428f-9f95-660059feb219" providerId="ADAL" clId="{8E2CC9BA-CB9A-5093-8A9B-190C45947F08}" dt="2026-05-08T12:19:53.002" v="6789" actId="13926"/>
          <ac:graphicFrameMkLst>
            <pc:docMk/>
            <pc:sldMk cId="3796818164" sldId="345"/>
            <ac:graphicFrameMk id="3" creationId="{09376632-1AB2-95E9-77EB-33693B43DCCA}"/>
          </ac:graphicFrameMkLst>
        </pc:graphicFrameChg>
      </pc:sldChg>
      <pc:sldChg chg="modSp del mod">
        <pc:chgData name="Victor Aumaitre" userId="379d7840-47ba-428f-9f95-660059feb219" providerId="ADAL" clId="{8E2CC9BA-CB9A-5093-8A9B-190C45947F08}" dt="2026-05-08T15:11:20.581" v="7815" actId="2696"/>
        <pc:sldMkLst>
          <pc:docMk/>
          <pc:sldMk cId="1190873534" sldId="346"/>
        </pc:sldMkLst>
        <pc:spChg chg="mod">
          <ac:chgData name="Victor Aumaitre" userId="379d7840-47ba-428f-9f95-660059feb219" providerId="ADAL" clId="{8E2CC9BA-CB9A-5093-8A9B-190C45947F08}" dt="2026-05-07T22:30:47.345" v="4701" actId="1076"/>
          <ac:spMkLst>
            <pc:docMk/>
            <pc:sldMk cId="1190873534" sldId="346"/>
            <ac:spMk id="4" creationId="{87B82F87-22E8-E503-FB87-7C62A9547C88}"/>
          </ac:spMkLst>
        </pc:spChg>
        <pc:spChg chg="mod">
          <ac:chgData name="Victor Aumaitre" userId="379d7840-47ba-428f-9f95-660059feb219" providerId="ADAL" clId="{8E2CC9BA-CB9A-5093-8A9B-190C45947F08}" dt="2026-05-08T02:36:27.446" v="6284" actId="20577"/>
          <ac:spMkLst>
            <pc:docMk/>
            <pc:sldMk cId="1190873534" sldId="346"/>
            <ac:spMk id="27" creationId="{7C68D665-1C5D-EE61-500F-94131B6F3669}"/>
          </ac:spMkLst>
        </pc:spChg>
        <pc:spChg chg="mod">
          <ac:chgData name="Victor Aumaitre" userId="379d7840-47ba-428f-9f95-660059feb219" providerId="ADAL" clId="{8E2CC9BA-CB9A-5093-8A9B-190C45947F08}" dt="2026-05-08T02:36:55.611" v="6286" actId="20577"/>
          <ac:spMkLst>
            <pc:docMk/>
            <pc:sldMk cId="1190873534" sldId="346"/>
            <ac:spMk id="28" creationId="{50D81FF2-F5A9-4CE2-4CEE-555988CA9427}"/>
          </ac:spMkLst>
        </pc:spChg>
        <pc:graphicFrameChg chg="mod modGraphic">
          <ac:chgData name="Victor Aumaitre" userId="379d7840-47ba-428f-9f95-660059feb219" providerId="ADAL" clId="{8E2CC9BA-CB9A-5093-8A9B-190C45947F08}" dt="2026-05-07T22:31:11.394" v="4706"/>
          <ac:graphicFrameMkLst>
            <pc:docMk/>
            <pc:sldMk cId="1190873534" sldId="346"/>
            <ac:graphicFrameMk id="3" creationId="{3D800517-C271-42AE-526D-8C96B1C93259}"/>
          </ac:graphicFrameMkLst>
        </pc:graphicFrameChg>
      </pc:sldChg>
      <pc:sldChg chg="addSp modSp add del mod ord modShow">
        <pc:chgData name="Victor Aumaitre" userId="379d7840-47ba-428f-9f95-660059feb219" providerId="ADAL" clId="{8E2CC9BA-CB9A-5093-8A9B-190C45947F08}" dt="2026-05-08T15:49:24.830" v="8108" actId="2696"/>
        <pc:sldMkLst>
          <pc:docMk/>
          <pc:sldMk cId="3575005684" sldId="346"/>
        </pc:sldMkLst>
        <pc:spChg chg="add mod">
          <ac:chgData name="Victor Aumaitre" userId="379d7840-47ba-428f-9f95-660059feb219" providerId="ADAL" clId="{8E2CC9BA-CB9A-5093-8A9B-190C45947F08}" dt="2026-05-08T15:13:45.298" v="7858" actId="20577"/>
          <ac:spMkLst>
            <pc:docMk/>
            <pc:sldMk cId="3575005684" sldId="346"/>
            <ac:spMk id="2" creationId="{EF2CAC70-2229-5B57-776A-A23782581899}"/>
          </ac:spMkLst>
        </pc:spChg>
      </pc:sldChg>
      <pc:sldChg chg="add del mod ord modShow">
        <pc:chgData name="Victor Aumaitre" userId="379d7840-47ba-428f-9f95-660059feb219" providerId="ADAL" clId="{8E2CC9BA-CB9A-5093-8A9B-190C45947F08}" dt="2026-05-07T01:47:22.343" v="2644" actId="2696"/>
        <pc:sldMkLst>
          <pc:docMk/>
          <pc:sldMk cId="1159241714" sldId="348"/>
        </pc:sldMkLst>
      </pc:sldChg>
      <pc:sldChg chg="add del">
        <pc:chgData name="Victor Aumaitre" userId="379d7840-47ba-428f-9f95-660059feb219" providerId="ADAL" clId="{8E2CC9BA-CB9A-5093-8A9B-190C45947F08}" dt="2026-05-08T15:49:05.249" v="8041" actId="2696"/>
        <pc:sldMkLst>
          <pc:docMk/>
          <pc:sldMk cId="3375084438" sldId="348"/>
        </pc:sldMkLst>
      </pc:sldChg>
      <pc:sldChg chg="add del">
        <pc:chgData name="Victor Aumaitre" userId="379d7840-47ba-428f-9f95-660059feb219" providerId="ADAL" clId="{8E2CC9BA-CB9A-5093-8A9B-190C45947F08}" dt="2026-05-07T23:25:14.383" v="5078" actId="2696"/>
        <pc:sldMkLst>
          <pc:docMk/>
          <pc:sldMk cId="2550283811" sldId="349"/>
        </pc:sldMkLst>
      </pc:sldChg>
      <pc:sldChg chg="del mod modShow">
        <pc:chgData name="Victor Aumaitre" userId="379d7840-47ba-428f-9f95-660059feb219" providerId="ADAL" clId="{8E2CC9BA-CB9A-5093-8A9B-190C45947F08}" dt="2026-05-08T15:49:05.053" v="8018" actId="2696"/>
        <pc:sldMkLst>
          <pc:docMk/>
          <pc:sldMk cId="0" sldId="400"/>
        </pc:sldMkLst>
      </pc:sldChg>
      <pc:sldChg chg="addSp modSp add del mod">
        <pc:chgData name="Victor Aumaitre" userId="379d7840-47ba-428f-9f95-660059feb219" providerId="ADAL" clId="{8E2CC9BA-CB9A-5093-8A9B-190C45947F08}" dt="2026-05-08T15:49:05.310" v="8053" actId="2696"/>
        <pc:sldMkLst>
          <pc:docMk/>
          <pc:sldMk cId="844687938" sldId="2147482873"/>
        </pc:sldMkLst>
        <pc:spChg chg="mod">
          <ac:chgData name="Victor Aumaitre" userId="379d7840-47ba-428f-9f95-660059feb219" providerId="ADAL" clId="{8E2CC9BA-CB9A-5093-8A9B-190C45947F08}" dt="2026-05-08T01:41:03.559" v="5799" actId="20577"/>
          <ac:spMkLst>
            <pc:docMk/>
            <pc:sldMk cId="844687938" sldId="2147482873"/>
            <ac:spMk id="3" creationId="{5836C059-4705-2A99-6CF0-721C0370741C}"/>
          </ac:spMkLst>
        </pc:spChg>
        <pc:spChg chg="add mod">
          <ac:chgData name="Victor Aumaitre" userId="379d7840-47ba-428f-9f95-660059feb219" providerId="ADAL" clId="{8E2CC9BA-CB9A-5093-8A9B-190C45947F08}" dt="2026-05-08T12:43:02.589" v="7200" actId="20577"/>
          <ac:spMkLst>
            <pc:docMk/>
            <pc:sldMk cId="844687938" sldId="2147482873"/>
            <ac:spMk id="4" creationId="{BA84B5CA-F4DF-CFC7-F768-34A46FB82C88}"/>
          </ac:spMkLst>
        </pc:spChg>
        <pc:spChg chg="mod">
          <ac:chgData name="Victor Aumaitre" userId="379d7840-47ba-428f-9f95-660059feb219" providerId="ADAL" clId="{8E2CC9BA-CB9A-5093-8A9B-190C45947F08}" dt="2026-05-08T01:41:16.398" v="5822" actId="20577"/>
          <ac:spMkLst>
            <pc:docMk/>
            <pc:sldMk cId="844687938" sldId="2147482873"/>
            <ac:spMk id="7" creationId="{2207D9D9-1AEE-64A0-67C5-E832A61F4601}"/>
          </ac:spMkLst>
        </pc:spChg>
      </pc:sldChg>
      <pc:sldChg chg="add del">
        <pc:chgData name="Victor Aumaitre" userId="379d7840-47ba-428f-9f95-660059feb219" providerId="ADAL" clId="{8E2CC9BA-CB9A-5093-8A9B-190C45947F08}" dt="2026-05-08T15:48:07.862" v="7979"/>
        <pc:sldMkLst>
          <pc:docMk/>
          <pc:sldMk cId="3408669697" sldId="2147482878"/>
        </pc:sldMkLst>
      </pc:sldChg>
      <pc:sldChg chg="delSp modSp del mod">
        <pc:chgData name="Victor Aumaitre" userId="379d7840-47ba-428f-9f95-660059feb219" providerId="ADAL" clId="{8E2CC9BA-CB9A-5093-8A9B-190C45947F08}" dt="2026-05-08T15:49:32.423" v="8110" actId="2696"/>
        <pc:sldMkLst>
          <pc:docMk/>
          <pc:sldMk cId="2992703845" sldId="2147482883"/>
        </pc:sldMkLst>
      </pc:sldChg>
      <pc:sldChg chg="delSp del mod">
        <pc:chgData name="Victor Aumaitre" userId="379d7840-47ba-428f-9f95-660059feb219" providerId="ADAL" clId="{8E2CC9BA-CB9A-5093-8A9B-190C45947F08}" dt="2026-05-08T15:49:15.651" v="8100" actId="2696"/>
        <pc:sldMkLst>
          <pc:docMk/>
          <pc:sldMk cId="3930286239" sldId="2147482884"/>
        </pc:sldMkLst>
      </pc:sldChg>
      <pc:sldChg chg="del mod modShow">
        <pc:chgData name="Victor Aumaitre" userId="379d7840-47ba-428f-9f95-660059feb219" providerId="ADAL" clId="{8E2CC9BA-CB9A-5093-8A9B-190C45947F08}" dt="2026-05-08T15:49:05.113" v="8027" actId="2696"/>
        <pc:sldMkLst>
          <pc:docMk/>
          <pc:sldMk cId="0" sldId="2147482885"/>
        </pc:sldMkLst>
      </pc:sldChg>
      <pc:sldChg chg="modSp add del mod ord setBg">
        <pc:chgData name="Victor Aumaitre" userId="379d7840-47ba-428f-9f95-660059feb219" providerId="ADAL" clId="{8E2CC9BA-CB9A-5093-8A9B-190C45947F08}" dt="2026-05-07T03:39:44.454" v="3062" actId="2696"/>
        <pc:sldMkLst>
          <pc:docMk/>
          <pc:sldMk cId="2082413364" sldId="2147482902"/>
        </pc:sldMkLst>
      </pc:sldChg>
      <pc:sldChg chg="modSp del mod ord">
        <pc:chgData name="Victor Aumaitre" userId="379d7840-47ba-428f-9f95-660059feb219" providerId="ADAL" clId="{8E2CC9BA-CB9A-5093-8A9B-190C45947F08}" dt="2026-05-07T01:16:43.420" v="2494" actId="2696"/>
        <pc:sldMkLst>
          <pc:docMk/>
          <pc:sldMk cId="2277751633" sldId="2147482906"/>
        </pc:sldMkLst>
        <pc:spChg chg="mod">
          <ac:chgData name="Victor Aumaitre" userId="379d7840-47ba-428f-9f95-660059feb219" providerId="ADAL" clId="{8E2CC9BA-CB9A-5093-8A9B-190C45947F08}" dt="2026-05-07T01:15:14.674" v="2479" actId="2711"/>
          <ac:spMkLst>
            <pc:docMk/>
            <pc:sldMk cId="2277751633" sldId="2147482906"/>
            <ac:spMk id="2" creationId="{00000000-0000-0000-0000-000000000000}"/>
          </ac:spMkLst>
        </pc:spChg>
        <pc:spChg chg="mod">
          <ac:chgData name="Victor Aumaitre" userId="379d7840-47ba-428f-9f95-660059feb219" providerId="ADAL" clId="{8E2CC9BA-CB9A-5093-8A9B-190C45947F08}" dt="2026-05-07T01:15:04.299" v="2478" actId="20577"/>
          <ac:spMkLst>
            <pc:docMk/>
            <pc:sldMk cId="2277751633" sldId="2147482906"/>
            <ac:spMk id="3"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4"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13"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18"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20"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22"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25"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30"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31"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33"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39"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40"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42"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47"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50"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51"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53" creationId="{00000000-0000-0000-0000-000000000000}"/>
          </ac:spMkLst>
        </pc:spChg>
        <pc:spChg chg="mod">
          <ac:chgData name="Victor Aumaitre" userId="379d7840-47ba-428f-9f95-660059feb219" providerId="ADAL" clId="{8E2CC9BA-CB9A-5093-8A9B-190C45947F08}" dt="2026-05-07T01:15:14.674" v="2479" actId="2711"/>
          <ac:spMkLst>
            <pc:docMk/>
            <pc:sldMk cId="2277751633" sldId="2147482906"/>
            <ac:spMk id="56"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57" creationId="{00000000-0000-0000-0000-000000000000}"/>
          </ac:spMkLst>
        </pc:spChg>
        <pc:spChg chg="mod">
          <ac:chgData name="Victor Aumaitre" userId="379d7840-47ba-428f-9f95-660059feb219" providerId="ADAL" clId="{8E2CC9BA-CB9A-5093-8A9B-190C45947F08}" dt="2026-05-07T01:14:43.313" v="2470" actId="404"/>
          <ac:spMkLst>
            <pc:docMk/>
            <pc:sldMk cId="2277751633" sldId="2147482906"/>
            <ac:spMk id="60" creationId="{00000000-0000-0000-0000-000000000000}"/>
          </ac:spMkLst>
        </pc:spChg>
      </pc:sldChg>
      <pc:sldChg chg="add del setBg">
        <pc:chgData name="Victor Aumaitre" userId="379d7840-47ba-428f-9f95-660059feb219" providerId="ADAL" clId="{8E2CC9BA-CB9A-5093-8A9B-190C45947F08}" dt="2026-05-08T15:49:04.938" v="8001" actId="2696"/>
        <pc:sldMkLst>
          <pc:docMk/>
          <pc:sldMk cId="3884269124" sldId="2147482912"/>
        </pc:sldMkLst>
      </pc:sldChg>
      <pc:sldChg chg="add del setBg">
        <pc:chgData name="Victor Aumaitre" userId="379d7840-47ba-428f-9f95-660059feb219" providerId="ADAL" clId="{8E2CC9BA-CB9A-5093-8A9B-190C45947F08}" dt="2026-05-08T15:49:04.907" v="7997" actId="2696"/>
        <pc:sldMkLst>
          <pc:docMk/>
          <pc:sldMk cId="653652967" sldId="2147482913"/>
        </pc:sldMkLst>
      </pc:sldChg>
      <pc:sldChg chg="del mod modShow">
        <pc:chgData name="Victor Aumaitre" userId="379d7840-47ba-428f-9f95-660059feb219" providerId="ADAL" clId="{8E2CC9BA-CB9A-5093-8A9B-190C45947F08}" dt="2026-05-08T15:49:04.926" v="8000" actId="2696"/>
        <pc:sldMkLst>
          <pc:docMk/>
          <pc:sldMk cId="22849623" sldId="2147482915"/>
        </pc:sldMkLst>
      </pc:sldChg>
      <pc:sldChg chg="del mod modShow">
        <pc:chgData name="Victor Aumaitre" userId="379d7840-47ba-428f-9f95-660059feb219" providerId="ADAL" clId="{8E2CC9BA-CB9A-5093-8A9B-190C45947F08}" dt="2026-05-08T15:49:05.483" v="8078" actId="2696"/>
        <pc:sldMkLst>
          <pc:docMk/>
          <pc:sldMk cId="1480223812" sldId="2147482916"/>
        </pc:sldMkLst>
      </pc:sldChg>
      <pc:sldChg chg="del mod modShow">
        <pc:chgData name="Victor Aumaitre" userId="379d7840-47ba-428f-9f95-660059feb219" providerId="ADAL" clId="{8E2CC9BA-CB9A-5093-8A9B-190C45947F08}" dt="2026-05-08T15:49:05.293" v="8050" actId="2696"/>
        <pc:sldMkLst>
          <pc:docMk/>
          <pc:sldMk cId="2213408181" sldId="2147482917"/>
        </pc:sldMkLst>
      </pc:sldChg>
      <pc:sldChg chg="del mod modShow">
        <pc:chgData name="Victor Aumaitre" userId="379d7840-47ba-428f-9f95-660059feb219" providerId="ADAL" clId="{8E2CC9BA-CB9A-5093-8A9B-190C45947F08}" dt="2026-05-08T15:49:05.274" v="8046" actId="2696"/>
        <pc:sldMkLst>
          <pc:docMk/>
          <pc:sldMk cId="3388090949" sldId="2147482918"/>
        </pc:sldMkLst>
      </pc:sldChg>
      <pc:sldChg chg="del mod modShow">
        <pc:chgData name="Victor Aumaitre" userId="379d7840-47ba-428f-9f95-660059feb219" providerId="ADAL" clId="{8E2CC9BA-CB9A-5093-8A9B-190C45947F08}" dt="2026-05-08T15:49:05.175" v="8035" actId="2696"/>
        <pc:sldMkLst>
          <pc:docMk/>
          <pc:sldMk cId="1812002907" sldId="2147482919"/>
        </pc:sldMkLst>
      </pc:sldChg>
      <pc:sldChg chg="del mod modShow">
        <pc:chgData name="Victor Aumaitre" userId="379d7840-47ba-428f-9f95-660059feb219" providerId="ADAL" clId="{8E2CC9BA-CB9A-5093-8A9B-190C45947F08}" dt="2026-05-08T15:49:05.041" v="8016" actId="2696"/>
        <pc:sldMkLst>
          <pc:docMk/>
          <pc:sldMk cId="3960750625" sldId="2147482920"/>
        </pc:sldMkLst>
      </pc:sldChg>
      <pc:sldChg chg="del mod modShow">
        <pc:chgData name="Victor Aumaitre" userId="379d7840-47ba-428f-9f95-660059feb219" providerId="ADAL" clId="{8E2CC9BA-CB9A-5093-8A9B-190C45947F08}" dt="2026-05-08T15:49:05.326" v="8055" actId="2696"/>
        <pc:sldMkLst>
          <pc:docMk/>
          <pc:sldMk cId="867643067" sldId="2147482921"/>
        </pc:sldMkLst>
      </pc:sldChg>
      <pc:sldChg chg="del mod modShow">
        <pc:chgData name="Victor Aumaitre" userId="379d7840-47ba-428f-9f95-660059feb219" providerId="ADAL" clId="{8E2CC9BA-CB9A-5093-8A9B-190C45947F08}" dt="2026-05-08T15:49:05.122" v="8028" actId="2696"/>
        <pc:sldMkLst>
          <pc:docMk/>
          <pc:sldMk cId="101760450" sldId="2147482922"/>
        </pc:sldMkLst>
      </pc:sldChg>
      <pc:sldChg chg="del mod modShow">
        <pc:chgData name="Victor Aumaitre" userId="379d7840-47ba-428f-9f95-660059feb219" providerId="ADAL" clId="{8E2CC9BA-CB9A-5093-8A9B-190C45947F08}" dt="2026-05-08T15:49:05.079" v="8023" actId="2696"/>
        <pc:sldMkLst>
          <pc:docMk/>
          <pc:sldMk cId="2910042177" sldId="2147482923"/>
        </pc:sldMkLst>
      </pc:sldChg>
      <pc:sldChg chg="del mod modShow">
        <pc:chgData name="Victor Aumaitre" userId="379d7840-47ba-428f-9f95-660059feb219" providerId="ADAL" clId="{8E2CC9BA-CB9A-5093-8A9B-190C45947F08}" dt="2026-05-08T15:49:05.430" v="8068" actId="2696"/>
        <pc:sldMkLst>
          <pc:docMk/>
          <pc:sldMk cId="3079162711" sldId="2147482924"/>
        </pc:sldMkLst>
      </pc:sldChg>
      <pc:sldChg chg="del mod modShow">
        <pc:chgData name="Victor Aumaitre" userId="379d7840-47ba-428f-9f95-660059feb219" providerId="ADAL" clId="{8E2CC9BA-CB9A-5093-8A9B-190C45947F08}" dt="2026-05-08T15:49:05.085" v="8024" actId="2696"/>
        <pc:sldMkLst>
          <pc:docMk/>
          <pc:sldMk cId="2640149742" sldId="2147482925"/>
        </pc:sldMkLst>
      </pc:sldChg>
      <pc:sldChg chg="add del">
        <pc:chgData name="Victor Aumaitre" userId="379d7840-47ba-428f-9f95-660059feb219" providerId="ADAL" clId="{8E2CC9BA-CB9A-5093-8A9B-190C45947F08}" dt="2026-05-08T15:49:05.533" v="8085" actId="2696"/>
        <pc:sldMkLst>
          <pc:docMk/>
          <pc:sldMk cId="547280452" sldId="2147482926"/>
        </pc:sldMkLst>
      </pc:sldChg>
      <pc:sldChg chg="del mod modShow">
        <pc:chgData name="Victor Aumaitre" userId="379d7840-47ba-428f-9f95-660059feb219" providerId="ADAL" clId="{8E2CC9BA-CB9A-5093-8A9B-190C45947F08}" dt="2026-05-07T01:40:25.164" v="2599" actId="2696"/>
        <pc:sldMkLst>
          <pc:docMk/>
          <pc:sldMk cId="956044057" sldId="2147482926"/>
        </pc:sldMkLst>
      </pc:sldChg>
      <pc:sldChg chg="del mod modShow">
        <pc:chgData name="Victor Aumaitre" userId="379d7840-47ba-428f-9f95-660059feb219" providerId="ADAL" clId="{8E2CC9BA-CB9A-5093-8A9B-190C45947F08}" dt="2026-05-07T01:40:25.164" v="2599" actId="2696"/>
        <pc:sldMkLst>
          <pc:docMk/>
          <pc:sldMk cId="1067360018" sldId="2147482927"/>
        </pc:sldMkLst>
      </pc:sldChg>
      <pc:sldChg chg="add del">
        <pc:chgData name="Victor Aumaitre" userId="379d7840-47ba-428f-9f95-660059feb219" providerId="ADAL" clId="{8E2CC9BA-CB9A-5093-8A9B-190C45947F08}" dt="2026-05-08T15:49:05.244" v="8040" actId="2696"/>
        <pc:sldMkLst>
          <pc:docMk/>
          <pc:sldMk cId="2503827745" sldId="2147482927"/>
        </pc:sldMkLst>
      </pc:sldChg>
      <pc:sldChg chg="delSp add del mod">
        <pc:chgData name="Victor Aumaitre" userId="379d7840-47ba-428f-9f95-660059feb219" providerId="ADAL" clId="{8E2CC9BA-CB9A-5093-8A9B-190C45947F08}" dt="2026-05-07T21:07:55.481" v="4306" actId="2696"/>
        <pc:sldMkLst>
          <pc:docMk/>
          <pc:sldMk cId="3710560645" sldId="2147482930"/>
        </pc:sldMkLst>
      </pc:sldChg>
      <pc:sldChg chg="addSp delSp modSp add mod ord">
        <pc:chgData name="Victor Aumaitre" userId="379d7840-47ba-428f-9f95-660059feb219" providerId="ADAL" clId="{8E2CC9BA-CB9A-5093-8A9B-190C45947F08}" dt="2026-05-08T18:27:24.265" v="8171" actId="478"/>
        <pc:sldMkLst>
          <pc:docMk/>
          <pc:sldMk cId="1246088765" sldId="2147482931"/>
        </pc:sldMkLst>
        <pc:spChg chg="add mod">
          <ac:chgData name="Victor Aumaitre" userId="379d7840-47ba-428f-9f95-660059feb219" providerId="ADAL" clId="{8E2CC9BA-CB9A-5093-8A9B-190C45947F08}" dt="2026-05-07T20:11:32.809" v="4187" actId="1038"/>
          <ac:spMkLst>
            <pc:docMk/>
            <pc:sldMk cId="1246088765" sldId="2147482931"/>
            <ac:spMk id="2" creationId="{56C03180-C546-409A-F108-D4154C378F6A}"/>
          </ac:spMkLst>
        </pc:spChg>
        <pc:spChg chg="add del mod">
          <ac:chgData name="Victor Aumaitre" userId="379d7840-47ba-428f-9f95-660059feb219" providerId="ADAL" clId="{8E2CC9BA-CB9A-5093-8A9B-190C45947F08}" dt="2026-05-08T15:08:51.744" v="7777" actId="478"/>
          <ac:spMkLst>
            <pc:docMk/>
            <pc:sldMk cId="1246088765" sldId="2147482931"/>
            <ac:spMk id="3" creationId="{1A59E66F-0578-5A76-62D2-F8D6BB3934D1}"/>
          </ac:spMkLst>
        </pc:spChg>
        <pc:spChg chg="add del mod">
          <ac:chgData name="Victor Aumaitre" userId="379d7840-47ba-428f-9f95-660059feb219" providerId="ADAL" clId="{8E2CC9BA-CB9A-5093-8A9B-190C45947F08}" dt="2026-05-07T19:48:43.170" v="3817" actId="478"/>
          <ac:spMkLst>
            <pc:docMk/>
            <pc:sldMk cId="1246088765" sldId="2147482931"/>
            <ac:spMk id="3" creationId="{C0151DC9-F233-956C-FE02-F1A0E72341F6}"/>
          </ac:spMkLst>
        </pc:spChg>
        <pc:spChg chg="add mod">
          <ac:chgData name="Victor Aumaitre" userId="379d7840-47ba-428f-9f95-660059feb219" providerId="ADAL" clId="{8E2CC9BA-CB9A-5093-8A9B-190C45947F08}" dt="2026-05-07T20:11:32.809" v="4187" actId="1038"/>
          <ac:spMkLst>
            <pc:docMk/>
            <pc:sldMk cId="1246088765" sldId="2147482931"/>
            <ac:spMk id="4" creationId="{48F02E04-BF1F-C668-9355-E6DC2A62DC89}"/>
          </ac:spMkLst>
        </pc:spChg>
        <pc:spChg chg="mod">
          <ac:chgData name="Victor Aumaitre" userId="379d7840-47ba-428f-9f95-660059feb219" providerId="ADAL" clId="{8E2CC9BA-CB9A-5093-8A9B-190C45947F08}" dt="2026-05-06T13:24:12.978" v="203" actId="1076"/>
          <ac:spMkLst>
            <pc:docMk/>
            <pc:sldMk cId="1246088765" sldId="2147482931"/>
            <ac:spMk id="6" creationId="{92824D8F-280D-6A92-0A20-FD9D2B76A209}"/>
          </ac:spMkLst>
        </pc:spChg>
        <pc:spChg chg="add del mod">
          <ac:chgData name="Victor Aumaitre" userId="379d7840-47ba-428f-9f95-660059feb219" providerId="ADAL" clId="{8E2CC9BA-CB9A-5093-8A9B-190C45947F08}" dt="2026-05-07T19:51:10.017" v="3831" actId="478"/>
          <ac:spMkLst>
            <pc:docMk/>
            <pc:sldMk cId="1246088765" sldId="2147482931"/>
            <ac:spMk id="7" creationId="{109AA991-1505-DFC1-DDAE-B87A488CA7E5}"/>
          </ac:spMkLst>
        </pc:spChg>
        <pc:spChg chg="add mod">
          <ac:chgData name="Victor Aumaitre" userId="379d7840-47ba-428f-9f95-660059feb219" providerId="ADAL" clId="{8E2CC9BA-CB9A-5093-8A9B-190C45947F08}" dt="2026-05-08T15:09:16.462" v="7811" actId="20577"/>
          <ac:spMkLst>
            <pc:docMk/>
            <pc:sldMk cId="1246088765" sldId="2147482931"/>
            <ac:spMk id="7" creationId="{1E48314A-94E5-34C4-6F6B-E28EEE008FC9}"/>
          </ac:spMkLst>
        </pc:spChg>
        <pc:spChg chg="add mod">
          <ac:chgData name="Victor Aumaitre" userId="379d7840-47ba-428f-9f95-660059feb219" providerId="ADAL" clId="{8E2CC9BA-CB9A-5093-8A9B-190C45947F08}" dt="2026-05-07T20:11:32.809" v="4187" actId="1038"/>
          <ac:spMkLst>
            <pc:docMk/>
            <pc:sldMk cId="1246088765" sldId="2147482931"/>
            <ac:spMk id="8" creationId="{ACC97DA8-3B7B-E6C0-A06B-F1DDE97DA5C5}"/>
          </ac:spMkLst>
        </pc:spChg>
        <pc:spChg chg="add mod">
          <ac:chgData name="Victor Aumaitre" userId="379d7840-47ba-428f-9f95-660059feb219" providerId="ADAL" clId="{8E2CC9BA-CB9A-5093-8A9B-190C45947F08}" dt="2026-05-07T20:11:32.809" v="4187" actId="1038"/>
          <ac:spMkLst>
            <pc:docMk/>
            <pc:sldMk cId="1246088765" sldId="2147482931"/>
            <ac:spMk id="9" creationId="{AB7CF691-AF1F-C4FA-06A3-AF4B973393C5}"/>
          </ac:spMkLst>
        </pc:spChg>
        <pc:spChg chg="add mod">
          <ac:chgData name="Victor Aumaitre" userId="379d7840-47ba-428f-9f95-660059feb219" providerId="ADAL" clId="{8E2CC9BA-CB9A-5093-8A9B-190C45947F08}" dt="2026-05-07T20:11:32.809" v="4187" actId="1038"/>
          <ac:spMkLst>
            <pc:docMk/>
            <pc:sldMk cId="1246088765" sldId="2147482931"/>
            <ac:spMk id="10" creationId="{21817E69-3327-E36F-F1A8-C50F2D1D824B}"/>
          </ac:spMkLst>
        </pc:spChg>
        <pc:spChg chg="add del mod">
          <ac:chgData name="Victor Aumaitre" userId="379d7840-47ba-428f-9f95-660059feb219" providerId="ADAL" clId="{8E2CC9BA-CB9A-5093-8A9B-190C45947F08}" dt="2026-05-08T15:22:46.627" v="7918" actId="478"/>
          <ac:spMkLst>
            <pc:docMk/>
            <pc:sldMk cId="1246088765" sldId="2147482931"/>
            <ac:spMk id="11" creationId="{BC18E70D-6E7C-DD54-A84D-8745E5278871}"/>
          </ac:spMkLst>
        </pc:spChg>
        <pc:spChg chg="add del mod">
          <ac:chgData name="Victor Aumaitre" userId="379d7840-47ba-428f-9f95-660059feb219" providerId="ADAL" clId="{8E2CC9BA-CB9A-5093-8A9B-190C45947F08}" dt="2026-05-07T19:51:12.997" v="3832" actId="478"/>
          <ac:spMkLst>
            <pc:docMk/>
            <pc:sldMk cId="1246088765" sldId="2147482931"/>
            <ac:spMk id="11" creationId="{C4747756-ED63-70EB-8FBC-54CE26E0CF90}"/>
          </ac:spMkLst>
        </pc:spChg>
        <pc:spChg chg="add mod">
          <ac:chgData name="Victor Aumaitre" userId="379d7840-47ba-428f-9f95-660059feb219" providerId="ADAL" clId="{8E2CC9BA-CB9A-5093-8A9B-190C45947F08}" dt="2026-05-07T20:06:16.762" v="4116" actId="2711"/>
          <ac:spMkLst>
            <pc:docMk/>
            <pc:sldMk cId="1246088765" sldId="2147482931"/>
            <ac:spMk id="12" creationId="{466B6B84-E3EF-779D-5B37-F04CAC6ACF6E}"/>
          </ac:spMkLst>
        </pc:spChg>
        <pc:spChg chg="add mod">
          <ac:chgData name="Victor Aumaitre" userId="379d7840-47ba-428f-9f95-660059feb219" providerId="ADAL" clId="{8E2CC9BA-CB9A-5093-8A9B-190C45947F08}" dt="2026-05-07T20:14:55.996" v="4269" actId="1035"/>
          <ac:spMkLst>
            <pc:docMk/>
            <pc:sldMk cId="1246088765" sldId="2147482931"/>
            <ac:spMk id="13" creationId="{22CB98D6-C6D7-E7D1-47FC-495E5FCFF2A7}"/>
          </ac:spMkLst>
        </pc:spChg>
        <pc:spChg chg="add mod">
          <ac:chgData name="Victor Aumaitre" userId="379d7840-47ba-428f-9f95-660059feb219" providerId="ADAL" clId="{8E2CC9BA-CB9A-5093-8A9B-190C45947F08}" dt="2026-05-07T20:14:02.280" v="4250" actId="1036"/>
          <ac:spMkLst>
            <pc:docMk/>
            <pc:sldMk cId="1246088765" sldId="2147482931"/>
            <ac:spMk id="14" creationId="{5D5E60BD-0B01-68FA-A8C8-F7A28D74D781}"/>
          </ac:spMkLst>
        </pc:spChg>
        <pc:spChg chg="add mod">
          <ac:chgData name="Victor Aumaitre" userId="379d7840-47ba-428f-9f95-660059feb219" providerId="ADAL" clId="{8E2CC9BA-CB9A-5093-8A9B-190C45947F08}" dt="2026-05-07T20:14:02.280" v="4250" actId="1036"/>
          <ac:spMkLst>
            <pc:docMk/>
            <pc:sldMk cId="1246088765" sldId="2147482931"/>
            <ac:spMk id="15" creationId="{F93D1ADE-7F7A-9277-17D7-C5929D2FFA33}"/>
          </ac:spMkLst>
        </pc:spChg>
        <pc:spChg chg="add mod">
          <ac:chgData name="Victor Aumaitre" userId="379d7840-47ba-428f-9f95-660059feb219" providerId="ADAL" clId="{8E2CC9BA-CB9A-5093-8A9B-190C45947F08}" dt="2026-05-07T20:14:55.996" v="4269" actId="1035"/>
          <ac:spMkLst>
            <pc:docMk/>
            <pc:sldMk cId="1246088765" sldId="2147482931"/>
            <ac:spMk id="16" creationId="{1EB740D2-1075-85B3-8D9A-973D3A000A60}"/>
          </ac:spMkLst>
        </pc:spChg>
        <pc:spChg chg="add mod">
          <ac:chgData name="Victor Aumaitre" userId="379d7840-47ba-428f-9f95-660059feb219" providerId="ADAL" clId="{8E2CC9BA-CB9A-5093-8A9B-190C45947F08}" dt="2026-05-07T20:14:16.127" v="4257" actId="1038"/>
          <ac:spMkLst>
            <pc:docMk/>
            <pc:sldMk cId="1246088765" sldId="2147482931"/>
            <ac:spMk id="17" creationId="{DD293A75-DFAD-7E73-5312-90AB88E3CE0F}"/>
          </ac:spMkLst>
        </pc:spChg>
        <pc:spChg chg="add mod">
          <ac:chgData name="Victor Aumaitre" userId="379d7840-47ba-428f-9f95-660059feb219" providerId="ADAL" clId="{8E2CC9BA-CB9A-5093-8A9B-190C45947F08}" dt="2026-05-07T20:14:36.497" v="4266" actId="1038"/>
          <ac:spMkLst>
            <pc:docMk/>
            <pc:sldMk cId="1246088765" sldId="2147482931"/>
            <ac:spMk id="18" creationId="{08C61B95-3129-F3F3-DDC4-01B79C10E523}"/>
          </ac:spMkLst>
        </pc:spChg>
        <pc:spChg chg="add del mod">
          <ac:chgData name="Victor Aumaitre" userId="379d7840-47ba-428f-9f95-660059feb219" providerId="ADAL" clId="{8E2CC9BA-CB9A-5093-8A9B-190C45947F08}" dt="2026-05-08T18:27:24.265" v="8171" actId="478"/>
          <ac:spMkLst>
            <pc:docMk/>
            <pc:sldMk cId="1246088765" sldId="2147482931"/>
            <ac:spMk id="19" creationId="{7B4C6FE6-CD38-5236-70D3-00883B9D28E4}"/>
          </ac:spMkLst>
        </pc:spChg>
        <pc:spChg chg="add del mod">
          <ac:chgData name="Victor Aumaitre" userId="379d7840-47ba-428f-9f95-660059feb219" providerId="ADAL" clId="{8E2CC9BA-CB9A-5093-8A9B-190C45947F08}" dt="2026-05-08T18:27:24.265" v="8171" actId="478"/>
          <ac:spMkLst>
            <pc:docMk/>
            <pc:sldMk cId="1246088765" sldId="2147482931"/>
            <ac:spMk id="20" creationId="{74138D68-AF86-F5EF-E5F0-532FF1541379}"/>
          </ac:spMkLst>
        </pc:spChg>
        <pc:spChg chg="add del mod">
          <ac:chgData name="Victor Aumaitre" userId="379d7840-47ba-428f-9f95-660059feb219" providerId="ADAL" clId="{8E2CC9BA-CB9A-5093-8A9B-190C45947F08}" dt="2026-05-08T18:27:24.265" v="8171" actId="478"/>
          <ac:spMkLst>
            <pc:docMk/>
            <pc:sldMk cId="1246088765" sldId="2147482931"/>
            <ac:spMk id="21" creationId="{2908E4A6-D217-3B6B-3BCC-DAE466727E43}"/>
          </ac:spMkLst>
        </pc:spChg>
        <pc:spChg chg="add mod">
          <ac:chgData name="Victor Aumaitre" userId="379d7840-47ba-428f-9f95-660059feb219" providerId="ADAL" clId="{8E2CC9BA-CB9A-5093-8A9B-190C45947F08}" dt="2026-05-07T20:11:15.644" v="4179" actId="167"/>
          <ac:spMkLst>
            <pc:docMk/>
            <pc:sldMk cId="1246088765" sldId="2147482931"/>
            <ac:spMk id="22" creationId="{F86FD984-6FD4-A19F-D7D9-DF7C7D9E7B78}"/>
          </ac:spMkLst>
        </pc:spChg>
        <pc:spChg chg="add del mod">
          <ac:chgData name="Victor Aumaitre" userId="379d7840-47ba-428f-9f95-660059feb219" providerId="ADAL" clId="{8E2CC9BA-CB9A-5093-8A9B-190C45947F08}" dt="2026-05-08T18:27:24.265" v="8171" actId="478"/>
          <ac:spMkLst>
            <pc:docMk/>
            <pc:sldMk cId="1246088765" sldId="2147482931"/>
            <ac:spMk id="23" creationId="{078501F4-5E98-EB12-111B-1548D0FB774F}"/>
          </ac:spMkLst>
        </pc:spChg>
        <pc:spChg chg="mod">
          <ac:chgData name="Victor Aumaitre" userId="379d7840-47ba-428f-9f95-660059feb219" providerId="ADAL" clId="{8E2CC9BA-CB9A-5093-8A9B-190C45947F08}" dt="2026-05-07T20:19:01.213" v="4297" actId="1076"/>
          <ac:spMkLst>
            <pc:docMk/>
            <pc:sldMk cId="1246088765" sldId="2147482931"/>
            <ac:spMk id="26" creationId="{8C18A628-7311-0C43-DF37-CBC80E9B8B5D}"/>
          </ac:spMkLst>
        </pc:spChg>
        <pc:spChg chg="mod">
          <ac:chgData name="Victor Aumaitre" userId="379d7840-47ba-428f-9f95-660059feb219" providerId="ADAL" clId="{8E2CC9BA-CB9A-5093-8A9B-190C45947F08}" dt="2026-05-07T20:02:29.995" v="4084" actId="20577"/>
          <ac:spMkLst>
            <pc:docMk/>
            <pc:sldMk cId="1246088765" sldId="2147482931"/>
            <ac:spMk id="27" creationId="{6A5C881F-21EB-106C-D3D9-7E9FB2801F37}"/>
          </ac:spMkLst>
        </pc:spChg>
        <pc:spChg chg="mod">
          <ac:chgData name="Victor Aumaitre" userId="379d7840-47ba-428f-9f95-660059feb219" providerId="ADAL" clId="{8E2CC9BA-CB9A-5093-8A9B-190C45947F08}" dt="2026-05-08T02:23:55.316" v="6197"/>
          <ac:spMkLst>
            <pc:docMk/>
            <pc:sldMk cId="1246088765" sldId="2147482931"/>
            <ac:spMk id="28" creationId="{705EE8D7-AAA2-9858-1A83-22B07236DDF4}"/>
          </ac:spMkLst>
        </pc:spChg>
        <pc:spChg chg="add mod">
          <ac:chgData name="Victor Aumaitre" userId="379d7840-47ba-428f-9f95-660059feb219" providerId="ADAL" clId="{8E2CC9BA-CB9A-5093-8A9B-190C45947F08}" dt="2026-05-07T20:16:08.745" v="4283" actId="121"/>
          <ac:spMkLst>
            <pc:docMk/>
            <pc:sldMk cId="1246088765" sldId="2147482931"/>
            <ac:spMk id="39" creationId="{C0FC456E-D614-0326-72FA-B409E11AECCA}"/>
          </ac:spMkLst>
        </pc:spChg>
        <pc:spChg chg="mod">
          <ac:chgData name="Victor Aumaitre" userId="379d7840-47ba-428f-9f95-660059feb219" providerId="ADAL" clId="{8E2CC9BA-CB9A-5093-8A9B-190C45947F08}" dt="2026-05-07T20:16:08.745" v="4283" actId="121"/>
          <ac:spMkLst>
            <pc:docMk/>
            <pc:sldMk cId="1246088765" sldId="2147482931"/>
            <ac:spMk id="45" creationId="{A05B64CC-72CC-185E-50D1-8436EBD2BDEB}"/>
          </ac:spMkLst>
        </pc:spChg>
        <pc:spChg chg="mod">
          <ac:chgData name="Victor Aumaitre" userId="379d7840-47ba-428f-9f95-660059feb219" providerId="ADAL" clId="{8E2CC9BA-CB9A-5093-8A9B-190C45947F08}" dt="2026-05-07T20:16:08.745" v="4283" actId="121"/>
          <ac:spMkLst>
            <pc:docMk/>
            <pc:sldMk cId="1246088765" sldId="2147482931"/>
            <ac:spMk id="46" creationId="{10FE8DCA-D073-545C-D894-8197952E9479}"/>
          </ac:spMkLst>
        </pc:spChg>
        <pc:spChg chg="mod">
          <ac:chgData name="Victor Aumaitre" userId="379d7840-47ba-428f-9f95-660059feb219" providerId="ADAL" clId="{8E2CC9BA-CB9A-5093-8A9B-190C45947F08}" dt="2026-05-07T20:16:08.745" v="4283" actId="121"/>
          <ac:spMkLst>
            <pc:docMk/>
            <pc:sldMk cId="1246088765" sldId="2147482931"/>
            <ac:spMk id="47" creationId="{AD8A5DEE-1A76-60B8-EBBA-2100A5E52850}"/>
          </ac:spMkLst>
        </pc:spChg>
        <pc:spChg chg="del mod">
          <ac:chgData name="Victor Aumaitre" userId="379d7840-47ba-428f-9f95-660059feb219" providerId="ADAL" clId="{8E2CC9BA-CB9A-5093-8A9B-190C45947F08}" dt="2026-05-08T18:27:24.265" v="8171" actId="478"/>
          <ac:spMkLst>
            <pc:docMk/>
            <pc:sldMk cId="1246088765" sldId="2147482931"/>
            <ac:spMk id="48" creationId="{99EB08ED-BDAE-2700-DF87-38488E9FA87C}"/>
          </ac:spMkLst>
        </pc:spChg>
        <pc:spChg chg="del mod">
          <ac:chgData name="Victor Aumaitre" userId="379d7840-47ba-428f-9f95-660059feb219" providerId="ADAL" clId="{8E2CC9BA-CB9A-5093-8A9B-190C45947F08}" dt="2026-05-08T18:27:24.265" v="8171" actId="478"/>
          <ac:spMkLst>
            <pc:docMk/>
            <pc:sldMk cId="1246088765" sldId="2147482931"/>
            <ac:spMk id="52" creationId="{57F57767-0043-7BA1-D97E-0CCDC53F2368}"/>
          </ac:spMkLst>
        </pc:spChg>
        <pc:spChg chg="del mod">
          <ac:chgData name="Victor Aumaitre" userId="379d7840-47ba-428f-9f95-660059feb219" providerId="ADAL" clId="{8E2CC9BA-CB9A-5093-8A9B-190C45947F08}" dt="2026-05-08T18:27:24.265" v="8171" actId="478"/>
          <ac:spMkLst>
            <pc:docMk/>
            <pc:sldMk cId="1246088765" sldId="2147482931"/>
            <ac:spMk id="53" creationId="{491E1F64-FD3B-F742-76F3-47DA21ED1908}"/>
          </ac:spMkLst>
        </pc:spChg>
        <pc:spChg chg="del mod">
          <ac:chgData name="Victor Aumaitre" userId="379d7840-47ba-428f-9f95-660059feb219" providerId="ADAL" clId="{8E2CC9BA-CB9A-5093-8A9B-190C45947F08}" dt="2026-05-08T18:27:24.265" v="8171" actId="478"/>
          <ac:spMkLst>
            <pc:docMk/>
            <pc:sldMk cId="1246088765" sldId="2147482931"/>
            <ac:spMk id="54" creationId="{491411C6-85B8-7C0C-1F90-3A9162AB1BE2}"/>
          </ac:spMkLst>
        </pc:spChg>
        <pc:spChg chg="mod">
          <ac:chgData name="Victor Aumaitre" userId="379d7840-47ba-428f-9f95-660059feb219" providerId="ADAL" clId="{8E2CC9BA-CB9A-5093-8A9B-190C45947F08}" dt="2026-05-07T18:58:27.828" v="3751" actId="208"/>
          <ac:spMkLst>
            <pc:docMk/>
            <pc:sldMk cId="1246088765" sldId="2147482931"/>
            <ac:spMk id="55" creationId="{C034D55B-6A20-CC87-E2BB-F395F9952885}"/>
          </ac:spMkLst>
        </pc:spChg>
        <pc:spChg chg="mod">
          <ac:chgData name="Victor Aumaitre" userId="379d7840-47ba-428f-9f95-660059feb219" providerId="ADAL" clId="{8E2CC9BA-CB9A-5093-8A9B-190C45947F08}" dt="2026-05-07T20:10:38.465" v="4173" actId="1076"/>
          <ac:spMkLst>
            <pc:docMk/>
            <pc:sldMk cId="1246088765" sldId="2147482931"/>
            <ac:spMk id="56" creationId="{50D48877-81ED-206A-04F9-EE50F38F1689}"/>
          </ac:spMkLst>
        </pc:spChg>
        <pc:spChg chg="mod">
          <ac:chgData name="Victor Aumaitre" userId="379d7840-47ba-428f-9f95-660059feb219" providerId="ADAL" clId="{8E2CC9BA-CB9A-5093-8A9B-190C45947F08}" dt="2026-05-07T20:06:32.534" v="4118" actId="2711"/>
          <ac:spMkLst>
            <pc:docMk/>
            <pc:sldMk cId="1246088765" sldId="2147482931"/>
            <ac:spMk id="57" creationId="{90B0E474-7B21-191D-FA75-5E3A249A2810}"/>
          </ac:spMkLst>
        </pc:spChg>
        <pc:spChg chg="mod">
          <ac:chgData name="Victor Aumaitre" userId="379d7840-47ba-428f-9f95-660059feb219" providerId="ADAL" clId="{8E2CC9BA-CB9A-5093-8A9B-190C45947F08}" dt="2026-05-07T19:53:08.978" v="3902" actId="108"/>
          <ac:spMkLst>
            <pc:docMk/>
            <pc:sldMk cId="1246088765" sldId="2147482931"/>
            <ac:spMk id="58" creationId="{15CDD0A7-E1D9-12F3-0202-9DFBF00A73CB}"/>
          </ac:spMkLst>
        </pc:spChg>
        <pc:spChg chg="mod">
          <ac:chgData name="Victor Aumaitre" userId="379d7840-47ba-428f-9f95-660059feb219" providerId="ADAL" clId="{8E2CC9BA-CB9A-5093-8A9B-190C45947F08}" dt="2026-05-07T20:10:29.800" v="4172" actId="1076"/>
          <ac:spMkLst>
            <pc:docMk/>
            <pc:sldMk cId="1246088765" sldId="2147482931"/>
            <ac:spMk id="59" creationId="{9ED5816E-A113-897C-F45A-9BA583DB405B}"/>
          </ac:spMkLst>
        </pc:spChg>
        <pc:spChg chg="del mod">
          <ac:chgData name="Victor Aumaitre" userId="379d7840-47ba-428f-9f95-660059feb219" providerId="ADAL" clId="{8E2CC9BA-CB9A-5093-8A9B-190C45947F08}" dt="2026-05-07T19:45:15.106" v="3762" actId="478"/>
          <ac:spMkLst>
            <pc:docMk/>
            <pc:sldMk cId="1246088765" sldId="2147482931"/>
            <ac:spMk id="60" creationId="{73609C5A-BD1A-1219-B676-8BCE56834B78}"/>
          </ac:spMkLst>
        </pc:spChg>
        <pc:spChg chg="mod">
          <ac:chgData name="Victor Aumaitre" userId="379d7840-47ba-428f-9f95-660059feb219" providerId="ADAL" clId="{8E2CC9BA-CB9A-5093-8A9B-190C45947F08}" dt="2026-05-07T20:11:32.809" v="4187" actId="1038"/>
          <ac:spMkLst>
            <pc:docMk/>
            <pc:sldMk cId="1246088765" sldId="2147482931"/>
            <ac:spMk id="61" creationId="{1CA626CF-A779-A1A5-D634-B0EE2E0D0BCE}"/>
          </ac:spMkLst>
        </pc:spChg>
        <pc:spChg chg="del mod">
          <ac:chgData name="Victor Aumaitre" userId="379d7840-47ba-428f-9f95-660059feb219" providerId="ADAL" clId="{8E2CC9BA-CB9A-5093-8A9B-190C45947F08}" dt="2026-05-07T19:53:59.243" v="3917" actId="478"/>
          <ac:spMkLst>
            <pc:docMk/>
            <pc:sldMk cId="1246088765" sldId="2147482931"/>
            <ac:spMk id="62" creationId="{ECAA3E72-7405-1A2A-0936-D20C389F5D5C}"/>
          </ac:spMkLst>
        </pc:spChg>
        <pc:spChg chg="del mod">
          <ac:chgData name="Victor Aumaitre" userId="379d7840-47ba-428f-9f95-660059feb219" providerId="ADAL" clId="{8E2CC9BA-CB9A-5093-8A9B-190C45947F08}" dt="2026-05-07T19:47:53.539" v="3802" actId="478"/>
          <ac:spMkLst>
            <pc:docMk/>
            <pc:sldMk cId="1246088765" sldId="2147482931"/>
            <ac:spMk id="64" creationId="{2A6BA2A4-AEFC-7C8D-D074-A614396BD7FB}"/>
          </ac:spMkLst>
        </pc:spChg>
        <pc:spChg chg="del mod">
          <ac:chgData name="Victor Aumaitre" userId="379d7840-47ba-428f-9f95-660059feb219" providerId="ADAL" clId="{8E2CC9BA-CB9A-5093-8A9B-190C45947F08}" dt="2026-05-07T19:47:53.539" v="3802" actId="478"/>
          <ac:spMkLst>
            <pc:docMk/>
            <pc:sldMk cId="1246088765" sldId="2147482931"/>
            <ac:spMk id="65" creationId="{1872606C-DB3F-E75F-60A3-77727C6D5A31}"/>
          </ac:spMkLst>
        </pc:spChg>
        <pc:spChg chg="mod">
          <ac:chgData name="Victor Aumaitre" userId="379d7840-47ba-428f-9f95-660059feb219" providerId="ADAL" clId="{8E2CC9BA-CB9A-5093-8A9B-190C45947F08}" dt="2026-05-07T19:45:24.715" v="3775" actId="1038"/>
          <ac:spMkLst>
            <pc:docMk/>
            <pc:sldMk cId="1246088765" sldId="2147482931"/>
            <ac:spMk id="66" creationId="{DF269D30-245C-785C-C939-28DE31BCF65B}"/>
          </ac:spMkLst>
        </pc:spChg>
        <pc:spChg chg="del">
          <ac:chgData name="Victor Aumaitre" userId="379d7840-47ba-428f-9f95-660059feb219" providerId="ADAL" clId="{8E2CC9BA-CB9A-5093-8A9B-190C45947F08}" dt="2026-05-07T19:47:53.539" v="3802" actId="478"/>
          <ac:spMkLst>
            <pc:docMk/>
            <pc:sldMk cId="1246088765" sldId="2147482931"/>
            <ac:spMk id="67" creationId="{09CE5316-2CAE-CD19-DD5D-18EE7A440F2D}"/>
          </ac:spMkLst>
        </pc:spChg>
        <pc:spChg chg="add del mod">
          <ac:chgData name="Victor Aumaitre" userId="379d7840-47ba-428f-9f95-660059feb219" providerId="ADAL" clId="{8E2CC9BA-CB9A-5093-8A9B-190C45947F08}" dt="2026-05-07T19:47:53.539" v="3802" actId="478"/>
          <ac:spMkLst>
            <pc:docMk/>
            <pc:sldMk cId="1246088765" sldId="2147482931"/>
            <ac:spMk id="68" creationId="{3970E28F-E3E4-CD0D-52BC-06911951ECCC}"/>
          </ac:spMkLst>
        </pc:spChg>
        <pc:spChg chg="del mod">
          <ac:chgData name="Victor Aumaitre" userId="379d7840-47ba-428f-9f95-660059feb219" providerId="ADAL" clId="{8E2CC9BA-CB9A-5093-8A9B-190C45947F08}" dt="2026-05-07T19:47:53.539" v="3802" actId="478"/>
          <ac:spMkLst>
            <pc:docMk/>
            <pc:sldMk cId="1246088765" sldId="2147482931"/>
            <ac:spMk id="69" creationId="{017F93ED-B06A-A495-5F03-9B9C4643A9FA}"/>
          </ac:spMkLst>
        </pc:spChg>
        <pc:spChg chg="add del mod">
          <ac:chgData name="Victor Aumaitre" userId="379d7840-47ba-428f-9f95-660059feb219" providerId="ADAL" clId="{8E2CC9BA-CB9A-5093-8A9B-190C45947F08}" dt="2026-05-07T19:47:55.835" v="3803" actId="478"/>
          <ac:spMkLst>
            <pc:docMk/>
            <pc:sldMk cId="1246088765" sldId="2147482931"/>
            <ac:spMk id="70" creationId="{53DEAE93-FB47-BCF7-66D9-F6390F229FBA}"/>
          </ac:spMkLst>
        </pc:spChg>
        <pc:spChg chg="del mod">
          <ac:chgData name="Victor Aumaitre" userId="379d7840-47ba-428f-9f95-660059feb219" providerId="ADAL" clId="{8E2CC9BA-CB9A-5093-8A9B-190C45947F08}" dt="2026-05-07T19:47:59.524" v="3804" actId="478"/>
          <ac:spMkLst>
            <pc:docMk/>
            <pc:sldMk cId="1246088765" sldId="2147482931"/>
            <ac:spMk id="71" creationId="{5AEE831E-B4EB-F696-508C-F7F704ECF900}"/>
          </ac:spMkLst>
        </pc:spChg>
        <pc:spChg chg="add del mod">
          <ac:chgData name="Victor Aumaitre" userId="379d7840-47ba-428f-9f95-660059feb219" providerId="ADAL" clId="{8E2CC9BA-CB9A-5093-8A9B-190C45947F08}" dt="2026-05-07T19:47:53.539" v="3802" actId="478"/>
          <ac:spMkLst>
            <pc:docMk/>
            <pc:sldMk cId="1246088765" sldId="2147482931"/>
            <ac:spMk id="72" creationId="{1EE2883B-99FA-8E10-90CD-17D730C06CAE}"/>
          </ac:spMkLst>
        </pc:spChg>
        <pc:spChg chg="mod">
          <ac:chgData name="Victor Aumaitre" userId="379d7840-47ba-428f-9f95-660059feb219" providerId="ADAL" clId="{8E2CC9BA-CB9A-5093-8A9B-190C45947F08}" dt="2026-05-07T19:45:24.715" v="3775" actId="1038"/>
          <ac:spMkLst>
            <pc:docMk/>
            <pc:sldMk cId="1246088765" sldId="2147482931"/>
            <ac:spMk id="73" creationId="{08EE0D28-30C6-9808-BDF7-4BF0C0016B5E}"/>
          </ac:spMkLst>
        </pc:spChg>
        <pc:spChg chg="del">
          <ac:chgData name="Victor Aumaitre" userId="379d7840-47ba-428f-9f95-660059feb219" providerId="ADAL" clId="{8E2CC9BA-CB9A-5093-8A9B-190C45947F08}" dt="2026-05-07T19:47:53.539" v="3802" actId="478"/>
          <ac:spMkLst>
            <pc:docMk/>
            <pc:sldMk cId="1246088765" sldId="2147482931"/>
            <ac:spMk id="74" creationId="{88169CD6-674F-B549-E610-2432AE6611F3}"/>
          </ac:spMkLst>
        </pc:spChg>
        <pc:spChg chg="del">
          <ac:chgData name="Victor Aumaitre" userId="379d7840-47ba-428f-9f95-660059feb219" providerId="ADAL" clId="{8E2CC9BA-CB9A-5093-8A9B-190C45947F08}" dt="2026-05-07T19:47:53.539" v="3802" actId="478"/>
          <ac:spMkLst>
            <pc:docMk/>
            <pc:sldMk cId="1246088765" sldId="2147482931"/>
            <ac:spMk id="75" creationId="{0AC3A008-EC34-78FF-227C-92A96C1C3F01}"/>
          </ac:spMkLst>
        </pc:spChg>
        <pc:spChg chg="add del mod">
          <ac:chgData name="Victor Aumaitre" userId="379d7840-47ba-428f-9f95-660059feb219" providerId="ADAL" clId="{8E2CC9BA-CB9A-5093-8A9B-190C45947F08}" dt="2026-05-07T19:47:53.539" v="3802" actId="478"/>
          <ac:spMkLst>
            <pc:docMk/>
            <pc:sldMk cId="1246088765" sldId="2147482931"/>
            <ac:spMk id="76" creationId="{22C85314-48CC-92C1-4357-F02DFFA82775}"/>
          </ac:spMkLst>
        </pc:spChg>
        <pc:spChg chg="del">
          <ac:chgData name="Victor Aumaitre" userId="379d7840-47ba-428f-9f95-660059feb219" providerId="ADAL" clId="{8E2CC9BA-CB9A-5093-8A9B-190C45947F08}" dt="2026-05-07T19:47:53.539" v="3802" actId="478"/>
          <ac:spMkLst>
            <pc:docMk/>
            <pc:sldMk cId="1246088765" sldId="2147482931"/>
            <ac:spMk id="77" creationId="{46C7870A-6F7A-7408-A8D4-9CA212A9C69A}"/>
          </ac:spMkLst>
        </pc:spChg>
        <pc:spChg chg="del mod">
          <ac:chgData name="Victor Aumaitre" userId="379d7840-47ba-428f-9f95-660059feb219" providerId="ADAL" clId="{8E2CC9BA-CB9A-5093-8A9B-190C45947F08}" dt="2026-05-08T18:27:24.265" v="8171" actId="478"/>
          <ac:spMkLst>
            <pc:docMk/>
            <pc:sldMk cId="1246088765" sldId="2147482931"/>
            <ac:spMk id="78" creationId="{AFBF6C91-6258-1AC5-0E08-D8D9A0DD5A95}"/>
          </ac:spMkLst>
        </pc:spChg>
        <pc:spChg chg="mod">
          <ac:chgData name="Victor Aumaitre" userId="379d7840-47ba-428f-9f95-660059feb219" providerId="ADAL" clId="{8E2CC9BA-CB9A-5093-8A9B-190C45947F08}" dt="2026-05-07T20:10:20.080" v="4171" actId="1076"/>
          <ac:spMkLst>
            <pc:docMk/>
            <pc:sldMk cId="1246088765" sldId="2147482931"/>
            <ac:spMk id="79" creationId="{0756EA25-21D6-0C9B-4CE6-61925514D4BF}"/>
          </ac:spMkLst>
        </pc:spChg>
        <pc:spChg chg="add del mod">
          <ac:chgData name="Victor Aumaitre" userId="379d7840-47ba-428f-9f95-660059feb219" providerId="ADAL" clId="{8E2CC9BA-CB9A-5093-8A9B-190C45947F08}" dt="2026-05-07T19:56:03.111" v="3954" actId="478"/>
          <ac:spMkLst>
            <pc:docMk/>
            <pc:sldMk cId="1246088765" sldId="2147482931"/>
            <ac:spMk id="80" creationId="{DFC6644A-9929-3E10-7BBB-D7FD01DCC7D1}"/>
          </ac:spMkLst>
        </pc:spChg>
        <pc:spChg chg="add del mod">
          <ac:chgData name="Victor Aumaitre" userId="379d7840-47ba-428f-9f95-660059feb219" providerId="ADAL" clId="{8E2CC9BA-CB9A-5093-8A9B-190C45947F08}" dt="2026-05-08T18:27:24.265" v="8171" actId="478"/>
          <ac:spMkLst>
            <pc:docMk/>
            <pc:sldMk cId="1246088765" sldId="2147482931"/>
            <ac:spMk id="81" creationId="{4C8569C7-8587-AF81-38CE-1032F7A0DB85}"/>
          </ac:spMkLst>
        </pc:spChg>
        <pc:spChg chg="add del mod">
          <ac:chgData name="Victor Aumaitre" userId="379d7840-47ba-428f-9f95-660059feb219" providerId="ADAL" clId="{8E2CC9BA-CB9A-5093-8A9B-190C45947F08}" dt="2026-05-07T19:56:12.652" v="3955" actId="478"/>
          <ac:spMkLst>
            <pc:docMk/>
            <pc:sldMk cId="1246088765" sldId="2147482931"/>
            <ac:spMk id="82" creationId="{CC23F135-91D0-924E-AF88-DEDB5CD60754}"/>
          </ac:spMkLst>
        </pc:spChg>
        <pc:spChg chg="del">
          <ac:chgData name="Victor Aumaitre" userId="379d7840-47ba-428f-9f95-660059feb219" providerId="ADAL" clId="{8E2CC9BA-CB9A-5093-8A9B-190C45947F08}" dt="2026-05-07T19:56:12.652" v="3955" actId="478"/>
          <ac:spMkLst>
            <pc:docMk/>
            <pc:sldMk cId="1246088765" sldId="2147482931"/>
            <ac:spMk id="83" creationId="{97BD64B9-873A-88BF-720B-8F9013516790}"/>
          </ac:spMkLst>
        </pc:spChg>
        <pc:spChg chg="del">
          <ac:chgData name="Victor Aumaitre" userId="379d7840-47ba-428f-9f95-660059feb219" providerId="ADAL" clId="{8E2CC9BA-CB9A-5093-8A9B-190C45947F08}" dt="2026-05-07T19:56:12.652" v="3955" actId="478"/>
          <ac:spMkLst>
            <pc:docMk/>
            <pc:sldMk cId="1246088765" sldId="2147482931"/>
            <ac:spMk id="84" creationId="{83BE09A3-D6B5-4013-8B64-D65CF179BEB5}"/>
          </ac:spMkLst>
        </pc:spChg>
        <pc:spChg chg="del">
          <ac:chgData name="Victor Aumaitre" userId="379d7840-47ba-428f-9f95-660059feb219" providerId="ADAL" clId="{8E2CC9BA-CB9A-5093-8A9B-190C45947F08}" dt="2026-05-07T19:58:23.316" v="3976" actId="478"/>
          <ac:spMkLst>
            <pc:docMk/>
            <pc:sldMk cId="1246088765" sldId="2147482931"/>
            <ac:spMk id="85" creationId="{663EFB0D-8DE3-853E-4AE0-8C8BD0946FFB}"/>
          </ac:spMkLst>
        </pc:spChg>
        <pc:spChg chg="del">
          <ac:chgData name="Victor Aumaitre" userId="379d7840-47ba-428f-9f95-660059feb219" providerId="ADAL" clId="{8E2CC9BA-CB9A-5093-8A9B-190C45947F08}" dt="2026-05-07T19:56:12.652" v="3955" actId="478"/>
          <ac:spMkLst>
            <pc:docMk/>
            <pc:sldMk cId="1246088765" sldId="2147482931"/>
            <ac:spMk id="86" creationId="{E2E1BD12-46DA-60D4-7580-B9037F941CC3}"/>
          </ac:spMkLst>
        </pc:spChg>
        <pc:spChg chg="del">
          <ac:chgData name="Victor Aumaitre" userId="379d7840-47ba-428f-9f95-660059feb219" providerId="ADAL" clId="{8E2CC9BA-CB9A-5093-8A9B-190C45947F08}" dt="2026-05-07T19:56:12.652" v="3955" actId="478"/>
          <ac:spMkLst>
            <pc:docMk/>
            <pc:sldMk cId="1246088765" sldId="2147482931"/>
            <ac:spMk id="87" creationId="{941A7D29-55D3-52E1-5529-743F9095D656}"/>
          </ac:spMkLst>
        </pc:spChg>
        <pc:spChg chg="del">
          <ac:chgData name="Victor Aumaitre" userId="379d7840-47ba-428f-9f95-660059feb219" providerId="ADAL" clId="{8E2CC9BA-CB9A-5093-8A9B-190C45947F08}" dt="2026-05-07T19:56:12.652" v="3955" actId="478"/>
          <ac:spMkLst>
            <pc:docMk/>
            <pc:sldMk cId="1246088765" sldId="2147482931"/>
            <ac:spMk id="88" creationId="{93FD4994-63DA-8737-1070-48B7D3BF7E94}"/>
          </ac:spMkLst>
        </pc:spChg>
        <pc:spChg chg="mod">
          <ac:chgData name="Victor Aumaitre" userId="379d7840-47ba-428f-9f95-660059feb219" providerId="ADAL" clId="{8E2CC9BA-CB9A-5093-8A9B-190C45947F08}" dt="2026-05-07T18:58:27.828" v="3751" actId="208"/>
          <ac:spMkLst>
            <pc:docMk/>
            <pc:sldMk cId="1246088765" sldId="2147482931"/>
            <ac:spMk id="89" creationId="{3A839A0C-79FC-C109-4923-06A1CC87DEDE}"/>
          </ac:spMkLst>
        </pc:spChg>
        <pc:spChg chg="mod">
          <ac:chgData name="Victor Aumaitre" userId="379d7840-47ba-428f-9f95-660059feb219" providerId="ADAL" clId="{8E2CC9BA-CB9A-5093-8A9B-190C45947F08}" dt="2026-05-07T20:10:12.164" v="4170" actId="1076"/>
          <ac:spMkLst>
            <pc:docMk/>
            <pc:sldMk cId="1246088765" sldId="2147482931"/>
            <ac:spMk id="90" creationId="{EE71DDA7-EA56-4ED0-BE2C-B5CBD564A209}"/>
          </ac:spMkLst>
        </pc:spChg>
        <pc:spChg chg="add del mod">
          <ac:chgData name="Victor Aumaitre" userId="379d7840-47ba-428f-9f95-660059feb219" providerId="ADAL" clId="{8E2CC9BA-CB9A-5093-8A9B-190C45947F08}" dt="2026-05-07T19:55:16.593" v="3922" actId="478"/>
          <ac:spMkLst>
            <pc:docMk/>
            <pc:sldMk cId="1246088765" sldId="2147482931"/>
            <ac:spMk id="91" creationId="{85BB169C-ACF5-0077-69EE-EA06AF668E15}"/>
          </ac:spMkLst>
        </pc:spChg>
        <pc:spChg chg="add del mod">
          <ac:chgData name="Victor Aumaitre" userId="379d7840-47ba-428f-9f95-660059feb219" providerId="ADAL" clId="{8E2CC9BA-CB9A-5093-8A9B-190C45947F08}" dt="2026-05-07T19:55:16.593" v="3922" actId="478"/>
          <ac:spMkLst>
            <pc:docMk/>
            <pc:sldMk cId="1246088765" sldId="2147482931"/>
            <ac:spMk id="92" creationId="{0352A332-6BF7-AF21-A909-59FED6C9C5CC}"/>
          </ac:spMkLst>
        </pc:spChg>
        <pc:spChg chg="del">
          <ac:chgData name="Victor Aumaitre" userId="379d7840-47ba-428f-9f95-660059feb219" providerId="ADAL" clId="{8E2CC9BA-CB9A-5093-8A9B-190C45947F08}" dt="2026-05-07T19:55:16.593" v="3922" actId="478"/>
          <ac:spMkLst>
            <pc:docMk/>
            <pc:sldMk cId="1246088765" sldId="2147482931"/>
            <ac:spMk id="93" creationId="{C98E9B43-9C79-A2DB-E4A6-163435D83232}"/>
          </ac:spMkLst>
        </pc:spChg>
        <pc:spChg chg="del">
          <ac:chgData name="Victor Aumaitre" userId="379d7840-47ba-428f-9f95-660059feb219" providerId="ADAL" clId="{8E2CC9BA-CB9A-5093-8A9B-190C45947F08}" dt="2026-05-07T19:55:16.593" v="3922" actId="478"/>
          <ac:spMkLst>
            <pc:docMk/>
            <pc:sldMk cId="1246088765" sldId="2147482931"/>
            <ac:spMk id="94" creationId="{D148F4E9-5AD4-F035-175B-61265042C9AC}"/>
          </ac:spMkLst>
        </pc:spChg>
        <pc:spChg chg="del">
          <ac:chgData name="Victor Aumaitre" userId="379d7840-47ba-428f-9f95-660059feb219" providerId="ADAL" clId="{8E2CC9BA-CB9A-5093-8A9B-190C45947F08}" dt="2026-05-07T19:55:16.593" v="3922" actId="478"/>
          <ac:spMkLst>
            <pc:docMk/>
            <pc:sldMk cId="1246088765" sldId="2147482931"/>
            <ac:spMk id="95" creationId="{5E039299-ED8C-7A88-493C-64D2790B8B7E}"/>
          </ac:spMkLst>
        </pc:spChg>
        <pc:spChg chg="del">
          <ac:chgData name="Victor Aumaitre" userId="379d7840-47ba-428f-9f95-660059feb219" providerId="ADAL" clId="{8E2CC9BA-CB9A-5093-8A9B-190C45947F08}" dt="2026-05-07T19:55:16.593" v="3922" actId="478"/>
          <ac:spMkLst>
            <pc:docMk/>
            <pc:sldMk cId="1246088765" sldId="2147482931"/>
            <ac:spMk id="96" creationId="{7056F2B8-036D-DE38-4658-AAB13690F3AD}"/>
          </ac:spMkLst>
        </pc:spChg>
        <pc:spChg chg="del">
          <ac:chgData name="Victor Aumaitre" userId="379d7840-47ba-428f-9f95-660059feb219" providerId="ADAL" clId="{8E2CC9BA-CB9A-5093-8A9B-190C45947F08}" dt="2026-05-07T19:55:16.593" v="3922" actId="478"/>
          <ac:spMkLst>
            <pc:docMk/>
            <pc:sldMk cId="1246088765" sldId="2147482931"/>
            <ac:spMk id="97" creationId="{F898B88B-0E4A-1EBE-33FF-C2FCB82DD0AC}"/>
          </ac:spMkLst>
        </pc:spChg>
        <pc:spChg chg="del">
          <ac:chgData name="Victor Aumaitre" userId="379d7840-47ba-428f-9f95-660059feb219" providerId="ADAL" clId="{8E2CC9BA-CB9A-5093-8A9B-190C45947F08}" dt="2026-05-07T19:55:16.593" v="3922" actId="478"/>
          <ac:spMkLst>
            <pc:docMk/>
            <pc:sldMk cId="1246088765" sldId="2147482931"/>
            <ac:spMk id="98" creationId="{D06F253B-7883-9468-B63B-C0314248089D}"/>
          </ac:spMkLst>
        </pc:spChg>
        <pc:spChg chg="del">
          <ac:chgData name="Victor Aumaitre" userId="379d7840-47ba-428f-9f95-660059feb219" providerId="ADAL" clId="{8E2CC9BA-CB9A-5093-8A9B-190C45947F08}" dt="2026-05-07T19:55:16.593" v="3922" actId="478"/>
          <ac:spMkLst>
            <pc:docMk/>
            <pc:sldMk cId="1246088765" sldId="2147482931"/>
            <ac:spMk id="99" creationId="{05787115-BBA4-9AE6-00D6-96D1BFB9FEA3}"/>
          </ac:spMkLst>
        </pc:spChg>
        <pc:spChg chg="del">
          <ac:chgData name="Victor Aumaitre" userId="379d7840-47ba-428f-9f95-660059feb219" providerId="ADAL" clId="{8E2CC9BA-CB9A-5093-8A9B-190C45947F08}" dt="2026-05-07T19:55:16.593" v="3922" actId="478"/>
          <ac:spMkLst>
            <pc:docMk/>
            <pc:sldMk cId="1246088765" sldId="2147482931"/>
            <ac:spMk id="100" creationId="{2171E628-98FE-0ED9-E106-CED7312DB19A}"/>
          </ac:spMkLst>
        </pc:spChg>
        <pc:picChg chg="add mod">
          <ac:chgData name="Victor Aumaitre" userId="379d7840-47ba-428f-9f95-660059feb219" providerId="ADAL" clId="{8E2CC9BA-CB9A-5093-8A9B-190C45947F08}" dt="2026-05-07T20:17:00.056" v="4286" actId="207"/>
          <ac:picMkLst>
            <pc:docMk/>
            <pc:sldMk cId="1246088765" sldId="2147482931"/>
            <ac:picMk id="25" creationId="{7F76D479-2DA4-3887-1E22-38EA3FCE7378}"/>
          </ac:picMkLst>
        </pc:picChg>
        <pc:picChg chg="add mod">
          <ac:chgData name="Victor Aumaitre" userId="379d7840-47ba-428f-9f95-660059feb219" providerId="ADAL" clId="{8E2CC9BA-CB9A-5093-8A9B-190C45947F08}" dt="2026-05-07T20:17:44.667" v="4289" actId="207"/>
          <ac:picMkLst>
            <pc:docMk/>
            <pc:sldMk cId="1246088765" sldId="2147482931"/>
            <ac:picMk id="30" creationId="{FDB2DF81-3E46-EE68-B674-13FD8877C642}"/>
          </ac:picMkLst>
        </pc:picChg>
        <pc:picChg chg="add del mod">
          <ac:chgData name="Victor Aumaitre" userId="379d7840-47ba-428f-9f95-660059feb219" providerId="ADAL" clId="{8E2CC9BA-CB9A-5093-8A9B-190C45947F08}" dt="2026-05-07T20:18:57.199" v="4295" actId="478"/>
          <ac:picMkLst>
            <pc:docMk/>
            <pc:sldMk cId="1246088765" sldId="2147482931"/>
            <ac:picMk id="32" creationId="{CD561F77-9F7B-7F79-32D5-6EB4B4DCE29A}"/>
          </ac:picMkLst>
        </pc:picChg>
        <pc:picChg chg="add mod">
          <ac:chgData name="Victor Aumaitre" userId="379d7840-47ba-428f-9f95-660059feb219" providerId="ADAL" clId="{8E2CC9BA-CB9A-5093-8A9B-190C45947F08}" dt="2026-05-07T20:19:14.959" v="4299" actId="207"/>
          <ac:picMkLst>
            <pc:docMk/>
            <pc:sldMk cId="1246088765" sldId="2147482931"/>
            <ac:picMk id="34" creationId="{4B722D25-6159-096A-D891-57A140F820FC}"/>
          </ac:picMkLst>
        </pc:picChg>
        <pc:picChg chg="add del mod">
          <ac:chgData name="Victor Aumaitre" userId="379d7840-47ba-428f-9f95-660059feb219" providerId="ADAL" clId="{8E2CC9BA-CB9A-5093-8A9B-190C45947F08}" dt="2026-05-07T20:20:26.495" v="4305" actId="478"/>
          <ac:picMkLst>
            <pc:docMk/>
            <pc:sldMk cId="1246088765" sldId="2147482931"/>
            <ac:picMk id="36" creationId="{B71725C8-7138-CB39-7909-C02E36834E35}"/>
          </ac:picMkLst>
        </pc:picChg>
        <pc:picChg chg="add mod">
          <ac:chgData name="Victor Aumaitre" userId="379d7840-47ba-428f-9f95-660059feb219" providerId="ADAL" clId="{8E2CC9BA-CB9A-5093-8A9B-190C45947F08}" dt="2026-05-07T20:20:24.492" v="4303" actId="207"/>
          <ac:picMkLst>
            <pc:docMk/>
            <pc:sldMk cId="1246088765" sldId="2147482931"/>
            <ac:picMk id="38" creationId="{0E39DFCA-2713-607F-EDCD-05FAF716A704}"/>
          </ac:picMkLst>
        </pc:picChg>
      </pc:sldChg>
      <pc:sldChg chg="addSp delSp modSp add del mod modShow">
        <pc:chgData name="Victor Aumaitre" userId="379d7840-47ba-428f-9f95-660059feb219" providerId="ADAL" clId="{8E2CC9BA-CB9A-5093-8A9B-190C45947F08}" dt="2026-05-08T15:49:28.076" v="8109" actId="2696"/>
        <pc:sldMkLst>
          <pc:docMk/>
          <pc:sldMk cId="1603600927" sldId="2147482932"/>
        </pc:sldMkLst>
      </pc:sldChg>
      <pc:sldChg chg="addSp delSp modSp add del mod ord modNotesTx">
        <pc:chgData name="Victor Aumaitre" userId="379d7840-47ba-428f-9f95-660059feb219" providerId="ADAL" clId="{8E2CC9BA-CB9A-5093-8A9B-190C45947F08}" dt="2026-05-08T15:53:41.787" v="8126" actId="20578"/>
        <pc:sldMkLst>
          <pc:docMk/>
          <pc:sldMk cId="862935155" sldId="2147482933"/>
        </pc:sldMkLst>
        <pc:spChg chg="add mod">
          <ac:chgData name="Victor Aumaitre" userId="379d7840-47ba-428f-9f95-660059feb219" providerId="ADAL" clId="{8E2CC9BA-CB9A-5093-8A9B-190C45947F08}" dt="2026-05-08T15:36:13.467" v="7975" actId="6549"/>
          <ac:spMkLst>
            <pc:docMk/>
            <pc:sldMk cId="862935155" sldId="2147482933"/>
            <ac:spMk id="2" creationId="{846F937D-AF34-2648-0225-CCF5A53ED133}"/>
          </ac:spMkLst>
        </pc:spChg>
        <pc:spChg chg="add mod">
          <ac:chgData name="Victor Aumaitre" userId="379d7840-47ba-428f-9f95-660059feb219" providerId="ADAL" clId="{8E2CC9BA-CB9A-5093-8A9B-190C45947F08}" dt="2026-05-06T20:55:26.727" v="1701" actId="1038"/>
          <ac:spMkLst>
            <pc:docMk/>
            <pc:sldMk cId="862935155" sldId="2147482933"/>
            <ac:spMk id="4" creationId="{84983387-EA28-8FCD-637E-CB3BBD68B1D3}"/>
          </ac:spMkLst>
        </pc:spChg>
        <pc:spChg chg="add mod">
          <ac:chgData name="Victor Aumaitre" userId="379d7840-47ba-428f-9f95-660059feb219" providerId="ADAL" clId="{8E2CC9BA-CB9A-5093-8A9B-190C45947F08}" dt="2026-05-06T20:55:26.727" v="1701" actId="1038"/>
          <ac:spMkLst>
            <pc:docMk/>
            <pc:sldMk cId="862935155" sldId="2147482933"/>
            <ac:spMk id="7" creationId="{B1BDA04A-76F4-8FEC-DCAB-FC9407AC6CA5}"/>
          </ac:spMkLst>
        </pc:spChg>
        <pc:spChg chg="add mod">
          <ac:chgData name="Victor Aumaitre" userId="379d7840-47ba-428f-9f95-660059feb219" providerId="ADAL" clId="{8E2CC9BA-CB9A-5093-8A9B-190C45947F08}" dt="2026-05-06T20:35:34.580" v="1340" actId="14100"/>
          <ac:spMkLst>
            <pc:docMk/>
            <pc:sldMk cId="862935155" sldId="2147482933"/>
            <ac:spMk id="8" creationId="{4A5764D1-404A-F7A5-91AC-34AE6E948163}"/>
          </ac:spMkLst>
        </pc:spChg>
        <pc:spChg chg="add mod">
          <ac:chgData name="Victor Aumaitre" userId="379d7840-47ba-428f-9f95-660059feb219" providerId="ADAL" clId="{8E2CC9BA-CB9A-5093-8A9B-190C45947F08}" dt="2026-05-06T22:17:09.489" v="1712"/>
          <ac:spMkLst>
            <pc:docMk/>
            <pc:sldMk cId="862935155" sldId="2147482933"/>
            <ac:spMk id="10" creationId="{072E128A-FD65-4BCF-E856-3998D751C533}"/>
          </ac:spMkLst>
        </pc:spChg>
        <pc:spChg chg="add mod">
          <ac:chgData name="Victor Aumaitre" userId="379d7840-47ba-428f-9f95-660059feb219" providerId="ADAL" clId="{8E2CC9BA-CB9A-5093-8A9B-190C45947F08}" dt="2026-05-06T20:55:26.727" v="1701" actId="1038"/>
          <ac:spMkLst>
            <pc:docMk/>
            <pc:sldMk cId="862935155" sldId="2147482933"/>
            <ac:spMk id="12" creationId="{736B0FB2-960A-7935-01C2-BF874E1CC8C5}"/>
          </ac:spMkLst>
        </pc:spChg>
        <pc:spChg chg="add mod">
          <ac:chgData name="Victor Aumaitre" userId="379d7840-47ba-428f-9f95-660059feb219" providerId="ADAL" clId="{8E2CC9BA-CB9A-5093-8A9B-190C45947F08}" dt="2026-05-06T20:55:26.727" v="1701" actId="1038"/>
          <ac:spMkLst>
            <pc:docMk/>
            <pc:sldMk cId="862935155" sldId="2147482933"/>
            <ac:spMk id="13" creationId="{AACF4BC3-8AC9-AE32-2D10-F474A2C01B50}"/>
          </ac:spMkLst>
        </pc:spChg>
        <pc:spChg chg="add mod">
          <ac:chgData name="Victor Aumaitre" userId="379d7840-47ba-428f-9f95-660059feb219" providerId="ADAL" clId="{8E2CC9BA-CB9A-5093-8A9B-190C45947F08}" dt="2026-05-06T20:55:10.838" v="1687" actId="1038"/>
          <ac:spMkLst>
            <pc:docMk/>
            <pc:sldMk cId="862935155" sldId="2147482933"/>
            <ac:spMk id="20" creationId="{FECC3C8E-621C-5EB6-F721-359EF99D80C6}"/>
          </ac:spMkLst>
        </pc:spChg>
        <pc:spChg chg="add mod">
          <ac:chgData name="Victor Aumaitre" userId="379d7840-47ba-428f-9f95-660059feb219" providerId="ADAL" clId="{8E2CC9BA-CB9A-5093-8A9B-190C45947F08}" dt="2026-05-06T20:39:08.026" v="1411" actId="255"/>
          <ac:spMkLst>
            <pc:docMk/>
            <pc:sldMk cId="862935155" sldId="2147482933"/>
            <ac:spMk id="21" creationId="{52CB5918-6847-59B7-4E8D-9F3481A2248E}"/>
          </ac:spMkLst>
        </pc:spChg>
        <pc:spChg chg="add mod">
          <ac:chgData name="Victor Aumaitre" userId="379d7840-47ba-428f-9f95-660059feb219" providerId="ADAL" clId="{8E2CC9BA-CB9A-5093-8A9B-190C45947F08}" dt="2026-05-06T20:39:26.592" v="1431" actId="20577"/>
          <ac:spMkLst>
            <pc:docMk/>
            <pc:sldMk cId="862935155" sldId="2147482933"/>
            <ac:spMk id="22" creationId="{91572C98-09B7-C8AC-09F7-A231816DC468}"/>
          </ac:spMkLst>
        </pc:spChg>
        <pc:spChg chg="add mod">
          <ac:chgData name="Victor Aumaitre" userId="379d7840-47ba-428f-9f95-660059feb219" providerId="ADAL" clId="{8E2CC9BA-CB9A-5093-8A9B-190C45947F08}" dt="2026-05-06T20:39:47.791" v="1447" actId="20577"/>
          <ac:spMkLst>
            <pc:docMk/>
            <pc:sldMk cId="862935155" sldId="2147482933"/>
            <ac:spMk id="23" creationId="{471B8F76-D34F-44E4-EC61-636D6FF58F8D}"/>
          </ac:spMkLst>
        </pc:spChg>
        <pc:spChg chg="add mod">
          <ac:chgData name="Victor Aumaitre" userId="379d7840-47ba-428f-9f95-660059feb219" providerId="ADAL" clId="{8E2CC9BA-CB9A-5093-8A9B-190C45947F08}" dt="2026-05-06T20:40:00.522" v="1453" actId="20577"/>
          <ac:spMkLst>
            <pc:docMk/>
            <pc:sldMk cId="862935155" sldId="2147482933"/>
            <ac:spMk id="24" creationId="{0B69A559-B36C-FFED-051F-8FF8CA3D0C56}"/>
          </ac:spMkLst>
        </pc:spChg>
        <pc:spChg chg="add mod">
          <ac:chgData name="Victor Aumaitre" userId="379d7840-47ba-428f-9f95-660059feb219" providerId="ADAL" clId="{8E2CC9BA-CB9A-5093-8A9B-190C45947F08}" dt="2026-05-06T20:40:21.287" v="1458" actId="20577"/>
          <ac:spMkLst>
            <pc:docMk/>
            <pc:sldMk cId="862935155" sldId="2147482933"/>
            <ac:spMk id="25" creationId="{45FDE70D-63EF-E0A6-81DD-71A785419AAC}"/>
          </ac:spMkLst>
        </pc:spChg>
        <pc:spChg chg="mod">
          <ac:chgData name="Victor Aumaitre" userId="379d7840-47ba-428f-9f95-660059feb219" providerId="ADAL" clId="{8E2CC9BA-CB9A-5093-8A9B-190C45947F08}" dt="2026-05-06T20:55:47.273" v="1705" actId="1076"/>
          <ac:spMkLst>
            <pc:docMk/>
            <pc:sldMk cId="862935155" sldId="2147482933"/>
            <ac:spMk id="26" creationId="{458C0F90-F452-ECF9-18A3-45CF523C905F}"/>
          </ac:spMkLst>
        </pc:spChg>
        <pc:spChg chg="mod">
          <ac:chgData name="Victor Aumaitre" userId="379d7840-47ba-428f-9f95-660059feb219" providerId="ADAL" clId="{8E2CC9BA-CB9A-5093-8A9B-190C45947F08}" dt="2026-05-06T20:46:48.397" v="1552"/>
          <ac:spMkLst>
            <pc:docMk/>
            <pc:sldMk cId="862935155" sldId="2147482933"/>
            <ac:spMk id="27" creationId="{6B686673-A331-B560-288A-A52246AAED7E}"/>
          </ac:spMkLst>
        </pc:spChg>
        <pc:spChg chg="mod">
          <ac:chgData name="Victor Aumaitre" userId="379d7840-47ba-428f-9f95-660059feb219" providerId="ADAL" clId="{8E2CC9BA-CB9A-5093-8A9B-190C45947F08}" dt="2026-05-06T20:46:09.381" v="1551"/>
          <ac:spMkLst>
            <pc:docMk/>
            <pc:sldMk cId="862935155" sldId="2147482933"/>
            <ac:spMk id="28" creationId="{98D3F2E5-B34A-2F85-5547-2D3158C8F5D5}"/>
          </ac:spMkLst>
        </pc:spChg>
        <pc:spChg chg="add mod">
          <ac:chgData name="Victor Aumaitre" userId="379d7840-47ba-428f-9f95-660059feb219" providerId="ADAL" clId="{8E2CC9BA-CB9A-5093-8A9B-190C45947F08}" dt="2026-05-06T20:40:32.561" v="1468" actId="20577"/>
          <ac:spMkLst>
            <pc:docMk/>
            <pc:sldMk cId="862935155" sldId="2147482933"/>
            <ac:spMk id="29" creationId="{C3487D77-3866-B732-6422-AC0700DF999B}"/>
          </ac:spMkLst>
        </pc:spChg>
        <pc:spChg chg="add mod">
          <ac:chgData name="Victor Aumaitre" userId="379d7840-47ba-428f-9f95-660059feb219" providerId="ADAL" clId="{8E2CC9BA-CB9A-5093-8A9B-190C45947F08}" dt="2026-05-06T20:40:52.123" v="1495" actId="20577"/>
          <ac:spMkLst>
            <pc:docMk/>
            <pc:sldMk cId="862935155" sldId="2147482933"/>
            <ac:spMk id="30" creationId="{B959DC2F-6495-C4D4-692B-CE8C9507A446}"/>
          </ac:spMkLst>
        </pc:spChg>
        <pc:spChg chg="add mod">
          <ac:chgData name="Victor Aumaitre" userId="379d7840-47ba-428f-9f95-660059feb219" providerId="ADAL" clId="{8E2CC9BA-CB9A-5093-8A9B-190C45947F08}" dt="2026-05-06T20:55:10.838" v="1687" actId="1038"/>
          <ac:spMkLst>
            <pc:docMk/>
            <pc:sldMk cId="862935155" sldId="2147482933"/>
            <ac:spMk id="38" creationId="{0E64FE58-131F-6A60-942B-94079900AE0A}"/>
          </ac:spMkLst>
        </pc:spChg>
        <pc:picChg chg="add mod">
          <ac:chgData name="Victor Aumaitre" userId="379d7840-47ba-428f-9f95-660059feb219" providerId="ADAL" clId="{8E2CC9BA-CB9A-5093-8A9B-190C45947F08}" dt="2026-05-06T20:56:13.956" v="1707" actId="208"/>
          <ac:picMkLst>
            <pc:docMk/>
            <pc:sldMk cId="862935155" sldId="2147482933"/>
            <ac:picMk id="42" creationId="{2861D5BA-39F7-ED3F-D874-06C8813D6EC0}"/>
          </ac:picMkLst>
        </pc:picChg>
        <pc:picChg chg="add mod">
          <ac:chgData name="Victor Aumaitre" userId="379d7840-47ba-428f-9f95-660059feb219" providerId="ADAL" clId="{8E2CC9BA-CB9A-5093-8A9B-190C45947F08}" dt="2026-05-06T20:56:24.044" v="1708" actId="208"/>
          <ac:picMkLst>
            <pc:docMk/>
            <pc:sldMk cId="862935155" sldId="2147482933"/>
            <ac:picMk id="44" creationId="{D117BC40-8D0B-212F-E729-03D2A668A868}"/>
          </ac:picMkLst>
        </pc:picChg>
        <pc:cxnChg chg="add">
          <ac:chgData name="Victor Aumaitre" userId="379d7840-47ba-428f-9f95-660059feb219" providerId="ADAL" clId="{8E2CC9BA-CB9A-5093-8A9B-190C45947F08}" dt="2026-05-06T20:41:28.672" v="1498" actId="11529"/>
          <ac:cxnSpMkLst>
            <pc:docMk/>
            <pc:sldMk cId="862935155" sldId="2147482933"/>
            <ac:cxnSpMk id="32" creationId="{11DAED27-2FAD-1612-47EA-22381D70AD3A}"/>
          </ac:cxnSpMkLst>
        </pc:cxnChg>
        <pc:cxnChg chg="add mod">
          <ac:chgData name="Victor Aumaitre" userId="379d7840-47ba-428f-9f95-660059feb219" providerId="ADAL" clId="{8E2CC9BA-CB9A-5093-8A9B-190C45947F08}" dt="2026-05-06T20:41:43.980" v="1500" actId="1076"/>
          <ac:cxnSpMkLst>
            <pc:docMk/>
            <pc:sldMk cId="862935155" sldId="2147482933"/>
            <ac:cxnSpMk id="33" creationId="{901C173F-FF66-EA14-53C1-8F17B3345A81}"/>
          </ac:cxnSpMkLst>
        </pc:cxnChg>
        <pc:cxnChg chg="add mod">
          <ac:chgData name="Victor Aumaitre" userId="379d7840-47ba-428f-9f95-660059feb219" providerId="ADAL" clId="{8E2CC9BA-CB9A-5093-8A9B-190C45947F08}" dt="2026-05-06T20:41:53.962" v="1502" actId="1076"/>
          <ac:cxnSpMkLst>
            <pc:docMk/>
            <pc:sldMk cId="862935155" sldId="2147482933"/>
            <ac:cxnSpMk id="34" creationId="{A9DF61C4-DCF5-8615-B807-B25B85562F09}"/>
          </ac:cxnSpMkLst>
        </pc:cxnChg>
        <pc:cxnChg chg="add mod">
          <ac:chgData name="Victor Aumaitre" userId="379d7840-47ba-428f-9f95-660059feb219" providerId="ADAL" clId="{8E2CC9BA-CB9A-5093-8A9B-190C45947F08}" dt="2026-05-06T20:42:04.391" v="1504" actId="1076"/>
          <ac:cxnSpMkLst>
            <pc:docMk/>
            <pc:sldMk cId="862935155" sldId="2147482933"/>
            <ac:cxnSpMk id="35" creationId="{738BA39A-9DE5-73CF-64F2-A3AB391D0329}"/>
          </ac:cxnSpMkLst>
        </pc:cxnChg>
        <pc:cxnChg chg="add mod">
          <ac:chgData name="Victor Aumaitre" userId="379d7840-47ba-428f-9f95-660059feb219" providerId="ADAL" clId="{8E2CC9BA-CB9A-5093-8A9B-190C45947F08}" dt="2026-05-06T20:42:20.391" v="1509" actId="1036"/>
          <ac:cxnSpMkLst>
            <pc:docMk/>
            <pc:sldMk cId="862935155" sldId="2147482933"/>
            <ac:cxnSpMk id="36" creationId="{3B866DFD-B226-1F92-03F9-08A93ABEEBAC}"/>
          </ac:cxnSpMkLst>
        </pc:cxnChg>
        <pc:cxnChg chg="add mod">
          <ac:chgData name="Victor Aumaitre" userId="379d7840-47ba-428f-9f95-660059feb219" providerId="ADAL" clId="{8E2CC9BA-CB9A-5093-8A9B-190C45947F08}" dt="2026-05-06T20:42:31.279" v="1511" actId="1076"/>
          <ac:cxnSpMkLst>
            <pc:docMk/>
            <pc:sldMk cId="862935155" sldId="2147482933"/>
            <ac:cxnSpMk id="37" creationId="{9539CD6A-37A5-ECED-B2E2-1907A60C7B87}"/>
          </ac:cxnSpMkLst>
        </pc:cxnChg>
      </pc:sldChg>
      <pc:sldChg chg="modSp add del mod ord">
        <pc:chgData name="Victor Aumaitre" userId="379d7840-47ba-428f-9f95-660059feb219" providerId="ADAL" clId="{8E2CC9BA-CB9A-5093-8A9B-190C45947F08}" dt="2026-05-07T23:46:37.799" v="5222" actId="2696"/>
        <pc:sldMkLst>
          <pc:docMk/>
          <pc:sldMk cId="1207860861" sldId="2147482934"/>
        </pc:sldMkLst>
        <pc:spChg chg="mod">
          <ac:chgData name="Victor Aumaitre" userId="379d7840-47ba-428f-9f95-660059feb219" providerId="ADAL" clId="{8E2CC9BA-CB9A-5093-8A9B-190C45947F08}" dt="2026-05-07T23:38:33.894" v="5175" actId="20577"/>
          <ac:spMkLst>
            <pc:docMk/>
            <pc:sldMk cId="1207860861" sldId="2147482934"/>
            <ac:spMk id="34" creationId="{474146AA-C260-767D-C372-5F216959D141}"/>
          </ac:spMkLst>
        </pc:spChg>
        <pc:spChg chg="mod">
          <ac:chgData name="Victor Aumaitre" userId="379d7840-47ba-428f-9f95-660059feb219" providerId="ADAL" clId="{8E2CC9BA-CB9A-5093-8A9B-190C45947F08}" dt="2026-05-07T23:39:18.808" v="5178"/>
          <ac:spMkLst>
            <pc:docMk/>
            <pc:sldMk cId="1207860861" sldId="2147482934"/>
            <ac:spMk id="36" creationId="{281A3E6C-D253-B202-49EA-A759D8B3BECA}"/>
          </ac:spMkLst>
        </pc:spChg>
      </pc:sldChg>
      <pc:sldChg chg="add del">
        <pc:chgData name="Victor Aumaitre" userId="379d7840-47ba-428f-9f95-660059feb219" providerId="ADAL" clId="{8E2CC9BA-CB9A-5093-8A9B-190C45947F08}" dt="2026-05-07T23:56:14.711" v="5366" actId="2696"/>
        <pc:sldMkLst>
          <pc:docMk/>
          <pc:sldMk cId="462426421" sldId="2147482935"/>
        </pc:sldMkLst>
      </pc:sldChg>
      <pc:sldChg chg="add del">
        <pc:chgData name="Victor Aumaitre" userId="379d7840-47ba-428f-9f95-660059feb219" providerId="ADAL" clId="{8E2CC9BA-CB9A-5093-8A9B-190C45947F08}" dt="2026-05-07T23:29:49.560" v="5132" actId="2696"/>
        <pc:sldMkLst>
          <pc:docMk/>
          <pc:sldMk cId="2396796885" sldId="2147482936"/>
        </pc:sldMkLst>
      </pc:sldChg>
      <pc:sldChg chg="add del">
        <pc:chgData name="Victor Aumaitre" userId="379d7840-47ba-428f-9f95-660059feb219" providerId="ADAL" clId="{8E2CC9BA-CB9A-5093-8A9B-190C45947F08}" dt="2026-05-07T23:36:20.464" v="5162" actId="2696"/>
        <pc:sldMkLst>
          <pc:docMk/>
          <pc:sldMk cId="2319886076" sldId="2147482937"/>
        </pc:sldMkLst>
      </pc:sldChg>
      <pc:sldChg chg="addSp delSp modSp add del mod">
        <pc:chgData name="Victor Aumaitre" userId="379d7840-47ba-428f-9f95-660059feb219" providerId="ADAL" clId="{8E2CC9BA-CB9A-5093-8A9B-190C45947F08}" dt="2026-05-08T15:48:58.417" v="7986" actId="2696"/>
        <pc:sldMkLst>
          <pc:docMk/>
          <pc:sldMk cId="2549802226" sldId="2147482938"/>
        </pc:sldMkLst>
        <pc:spChg chg="mod">
          <ac:chgData name="Victor Aumaitre" userId="379d7840-47ba-428f-9f95-660059feb219" providerId="ADAL" clId="{8E2CC9BA-CB9A-5093-8A9B-190C45947F08}" dt="2026-05-08T12:33:40.897" v="6946" actId="14100"/>
          <ac:spMkLst>
            <pc:docMk/>
            <pc:sldMk cId="2549802226" sldId="2147482938"/>
            <ac:spMk id="3" creationId="{56C4B24C-86CE-FF97-CC98-A74F982A12EA}"/>
          </ac:spMkLst>
        </pc:spChg>
        <pc:spChg chg="mod">
          <ac:chgData name="Victor Aumaitre" userId="379d7840-47ba-428f-9f95-660059feb219" providerId="ADAL" clId="{8E2CC9BA-CB9A-5093-8A9B-190C45947F08}" dt="2026-05-07T22:49:16.965" v="4818" actId="20577"/>
          <ac:spMkLst>
            <pc:docMk/>
            <pc:sldMk cId="2549802226" sldId="2147482938"/>
            <ac:spMk id="4" creationId="{22A1024F-8FD2-EDA7-E097-0627FCF20673}"/>
          </ac:spMkLst>
        </pc:spChg>
        <pc:spChg chg="mod">
          <ac:chgData name="Victor Aumaitre" userId="379d7840-47ba-428f-9f95-660059feb219" providerId="ADAL" clId="{8E2CC9BA-CB9A-5093-8A9B-190C45947F08}" dt="2026-05-07T22:50:17.419" v="4821" actId="20577"/>
          <ac:spMkLst>
            <pc:docMk/>
            <pc:sldMk cId="2549802226" sldId="2147482938"/>
            <ac:spMk id="10" creationId="{D556BB7B-8464-7EA0-3E4E-F8B081D521D7}"/>
          </ac:spMkLst>
        </pc:spChg>
        <pc:spChg chg="mod">
          <ac:chgData name="Victor Aumaitre" userId="379d7840-47ba-428f-9f95-660059feb219" providerId="ADAL" clId="{8E2CC9BA-CB9A-5093-8A9B-190C45947F08}" dt="2026-05-07T22:50:28.218" v="4824" actId="20577"/>
          <ac:spMkLst>
            <pc:docMk/>
            <pc:sldMk cId="2549802226" sldId="2147482938"/>
            <ac:spMk id="14" creationId="{CE9B350B-4921-F162-C815-AD73AA64FAA6}"/>
          </ac:spMkLst>
        </pc:spChg>
        <pc:spChg chg="mod">
          <ac:chgData name="Victor Aumaitre" userId="379d7840-47ba-428f-9f95-660059feb219" providerId="ADAL" clId="{8E2CC9BA-CB9A-5093-8A9B-190C45947F08}" dt="2026-05-07T22:58:16.951" v="4868" actId="20577"/>
          <ac:spMkLst>
            <pc:docMk/>
            <pc:sldMk cId="2549802226" sldId="2147482938"/>
            <ac:spMk id="16" creationId="{73E68874-DA48-FD42-9514-904DD0D59B4D}"/>
          </ac:spMkLst>
        </pc:spChg>
        <pc:spChg chg="mod">
          <ac:chgData name="Victor Aumaitre" userId="379d7840-47ba-428f-9f95-660059feb219" providerId="ADAL" clId="{8E2CC9BA-CB9A-5093-8A9B-190C45947F08}" dt="2026-05-07T22:50:35.996" v="4827" actId="20577"/>
          <ac:spMkLst>
            <pc:docMk/>
            <pc:sldMk cId="2549802226" sldId="2147482938"/>
            <ac:spMk id="18" creationId="{B3C2CD01-7541-6655-3260-A6CA85F3E783}"/>
          </ac:spMkLst>
        </pc:spChg>
        <pc:spChg chg="add mod">
          <ac:chgData name="Victor Aumaitre" userId="379d7840-47ba-428f-9f95-660059feb219" providerId="ADAL" clId="{8E2CC9BA-CB9A-5093-8A9B-190C45947F08}" dt="2026-05-08T12:34:28.369" v="6973" actId="20577"/>
          <ac:spMkLst>
            <pc:docMk/>
            <pc:sldMk cId="2549802226" sldId="2147482938"/>
            <ac:spMk id="21" creationId="{37AC0CE2-64D5-DA72-D70B-C489D64CCD80}"/>
          </ac:spMkLst>
        </pc:spChg>
        <pc:spChg chg="del mod">
          <ac:chgData name="Victor Aumaitre" userId="379d7840-47ba-428f-9f95-660059feb219" providerId="ADAL" clId="{8E2CC9BA-CB9A-5093-8A9B-190C45947F08}" dt="2026-05-07T22:32:59.277" v="4713" actId="478"/>
          <ac:spMkLst>
            <pc:docMk/>
            <pc:sldMk cId="2549802226" sldId="2147482938"/>
            <ac:spMk id="21" creationId="{64C174BB-7065-3815-F270-3FDB15FEBD95}"/>
          </ac:spMkLst>
        </pc:spChg>
        <pc:spChg chg="mod">
          <ac:chgData name="Victor Aumaitre" userId="379d7840-47ba-428f-9f95-660059feb219" providerId="ADAL" clId="{8E2CC9BA-CB9A-5093-8A9B-190C45947F08}" dt="2026-05-08T02:43:02.845" v="6307" actId="20577"/>
          <ac:spMkLst>
            <pc:docMk/>
            <pc:sldMk cId="2549802226" sldId="2147482938"/>
            <ac:spMk id="28" creationId="{715ACC93-2686-E592-181A-81D706D1B2E3}"/>
          </ac:spMkLst>
        </pc:spChg>
        <pc:spChg chg="mod">
          <ac:chgData name="Victor Aumaitre" userId="379d7840-47ba-428f-9f95-660059feb219" providerId="ADAL" clId="{8E2CC9BA-CB9A-5093-8A9B-190C45947F08}" dt="2026-05-07T03:59:19.409" v="3079" actId="1037"/>
          <ac:spMkLst>
            <pc:docMk/>
            <pc:sldMk cId="2549802226" sldId="2147482938"/>
            <ac:spMk id="29" creationId="{E1B5099C-EC60-5B2F-7863-5A2498B5F9FE}"/>
          </ac:spMkLst>
        </pc:spChg>
        <pc:spChg chg="add del mod">
          <ac:chgData name="Victor Aumaitre" userId="379d7840-47ba-428f-9f95-660059feb219" providerId="ADAL" clId="{8E2CC9BA-CB9A-5093-8A9B-190C45947F08}" dt="2026-05-07T03:58:55.022" v="3066" actId="478"/>
          <ac:spMkLst>
            <pc:docMk/>
            <pc:sldMk cId="2549802226" sldId="2147482938"/>
            <ac:spMk id="30" creationId="{CAF72325-32F5-92EB-AFFC-E1CF8957EEE5}"/>
          </ac:spMkLst>
        </pc:spChg>
        <pc:spChg chg="add mod">
          <ac:chgData name="Victor Aumaitre" userId="379d7840-47ba-428f-9f95-660059feb219" providerId="ADAL" clId="{8E2CC9BA-CB9A-5093-8A9B-190C45947F08}" dt="2026-05-07T22:56:10.351" v="4839" actId="20577"/>
          <ac:spMkLst>
            <pc:docMk/>
            <pc:sldMk cId="2549802226" sldId="2147482938"/>
            <ac:spMk id="30" creationId="{D731B3BD-CF66-B609-E59D-04F5BC23FB8C}"/>
          </ac:spMkLst>
        </pc:spChg>
        <pc:spChg chg="add mod">
          <ac:chgData name="Victor Aumaitre" userId="379d7840-47ba-428f-9f95-660059feb219" providerId="ADAL" clId="{8E2CC9BA-CB9A-5093-8A9B-190C45947F08}" dt="2026-05-07T22:56:48.039" v="4847" actId="20577"/>
          <ac:spMkLst>
            <pc:docMk/>
            <pc:sldMk cId="2549802226" sldId="2147482938"/>
            <ac:spMk id="34" creationId="{4E4D425A-C3A5-21A9-E001-1BA6CF533BE2}"/>
          </ac:spMkLst>
        </pc:spChg>
        <pc:spChg chg="add mod">
          <ac:chgData name="Victor Aumaitre" userId="379d7840-47ba-428f-9f95-660059feb219" providerId="ADAL" clId="{8E2CC9BA-CB9A-5093-8A9B-190C45947F08}" dt="2026-05-07T22:56:54.307" v="4848" actId="20577"/>
          <ac:spMkLst>
            <pc:docMk/>
            <pc:sldMk cId="2549802226" sldId="2147482938"/>
            <ac:spMk id="35" creationId="{6D067A4F-0E19-E3D5-3B10-459FFD7529DE}"/>
          </ac:spMkLst>
        </pc:spChg>
        <pc:spChg chg="add mod">
          <ac:chgData name="Victor Aumaitre" userId="379d7840-47ba-428f-9f95-660059feb219" providerId="ADAL" clId="{8E2CC9BA-CB9A-5093-8A9B-190C45947F08}" dt="2026-05-07T22:59:11.680" v="4877" actId="20577"/>
          <ac:spMkLst>
            <pc:docMk/>
            <pc:sldMk cId="2549802226" sldId="2147482938"/>
            <ac:spMk id="36" creationId="{1D153247-E32A-80CE-2F52-5A2A5C5BA40F}"/>
          </ac:spMkLst>
        </pc:spChg>
        <pc:spChg chg="mod">
          <ac:chgData name="Victor Aumaitre" userId="379d7840-47ba-428f-9f95-660059feb219" providerId="ADAL" clId="{8E2CC9BA-CB9A-5093-8A9B-190C45947F08}" dt="2026-05-07T03:59:19.409" v="3079" actId="1037"/>
          <ac:spMkLst>
            <pc:docMk/>
            <pc:sldMk cId="2549802226" sldId="2147482938"/>
            <ac:spMk id="90" creationId="{7A83959A-CB0F-3E7D-158B-0AFD6D93BFCE}"/>
          </ac:spMkLst>
        </pc:spChg>
        <pc:spChg chg="mod">
          <ac:chgData name="Victor Aumaitre" userId="379d7840-47ba-428f-9f95-660059feb219" providerId="ADAL" clId="{8E2CC9BA-CB9A-5093-8A9B-190C45947F08}" dt="2026-05-07T22:52:20.525" v="4828"/>
          <ac:spMkLst>
            <pc:docMk/>
            <pc:sldMk cId="2549802226" sldId="2147482938"/>
            <ac:spMk id="91" creationId="{D6362AF3-3A2B-4278-C2FB-9351C87ED940}"/>
          </ac:spMkLst>
        </pc:spChg>
        <pc:spChg chg="mod">
          <ac:chgData name="Victor Aumaitre" userId="379d7840-47ba-428f-9f95-660059feb219" providerId="ADAL" clId="{8E2CC9BA-CB9A-5093-8A9B-190C45947F08}" dt="2026-05-07T03:59:19.409" v="3079" actId="1037"/>
          <ac:spMkLst>
            <pc:docMk/>
            <pc:sldMk cId="2549802226" sldId="2147482938"/>
            <ac:spMk id="94" creationId="{CF812726-E017-9DCD-E36B-D016BBC52F8C}"/>
          </ac:spMkLst>
        </pc:spChg>
        <pc:spChg chg="mod">
          <ac:chgData name="Victor Aumaitre" userId="379d7840-47ba-428f-9f95-660059feb219" providerId="ADAL" clId="{8E2CC9BA-CB9A-5093-8A9B-190C45947F08}" dt="2026-05-07T22:52:34.326" v="4829"/>
          <ac:spMkLst>
            <pc:docMk/>
            <pc:sldMk cId="2549802226" sldId="2147482938"/>
            <ac:spMk id="95" creationId="{E6ACCC4A-DB68-47C4-1359-6125FDFF2BA9}"/>
          </ac:spMkLst>
        </pc:spChg>
        <pc:spChg chg="mod">
          <ac:chgData name="Victor Aumaitre" userId="379d7840-47ba-428f-9f95-660059feb219" providerId="ADAL" clId="{8E2CC9BA-CB9A-5093-8A9B-190C45947F08}" dt="2026-05-07T03:59:19.409" v="3079" actId="1037"/>
          <ac:spMkLst>
            <pc:docMk/>
            <pc:sldMk cId="2549802226" sldId="2147482938"/>
            <ac:spMk id="98" creationId="{CC5E66B7-E341-76C9-43C0-9B00B9D554F5}"/>
          </ac:spMkLst>
        </pc:spChg>
        <pc:spChg chg="mod">
          <ac:chgData name="Victor Aumaitre" userId="379d7840-47ba-428f-9f95-660059feb219" providerId="ADAL" clId="{8E2CC9BA-CB9A-5093-8A9B-190C45947F08}" dt="2026-05-07T22:58:11.931" v="4865"/>
          <ac:spMkLst>
            <pc:docMk/>
            <pc:sldMk cId="2549802226" sldId="2147482938"/>
            <ac:spMk id="99" creationId="{C4146178-AFA4-8713-58C7-4780330E2842}"/>
          </ac:spMkLst>
        </pc:spChg>
        <pc:spChg chg="mod">
          <ac:chgData name="Victor Aumaitre" userId="379d7840-47ba-428f-9f95-660059feb219" providerId="ADAL" clId="{8E2CC9BA-CB9A-5093-8A9B-190C45947F08}" dt="2026-05-07T03:59:19.409" v="3079" actId="1037"/>
          <ac:spMkLst>
            <pc:docMk/>
            <pc:sldMk cId="2549802226" sldId="2147482938"/>
            <ac:spMk id="102" creationId="{8C347080-57D7-32E4-DEC0-E2C8A1ECD6C6}"/>
          </ac:spMkLst>
        </pc:spChg>
        <pc:spChg chg="mod">
          <ac:chgData name="Victor Aumaitre" userId="379d7840-47ba-428f-9f95-660059feb219" providerId="ADAL" clId="{8E2CC9BA-CB9A-5093-8A9B-190C45947F08}" dt="2026-05-07T22:54:27.141" v="4831"/>
          <ac:spMkLst>
            <pc:docMk/>
            <pc:sldMk cId="2549802226" sldId="2147482938"/>
            <ac:spMk id="103" creationId="{1D2BD3F0-9CAC-0006-F748-C9117E63C548}"/>
          </ac:spMkLst>
        </pc:spChg>
      </pc:sldChg>
      <pc:sldChg chg="add del">
        <pc:chgData name="Victor Aumaitre" userId="379d7840-47ba-428f-9f95-660059feb219" providerId="ADAL" clId="{8E2CC9BA-CB9A-5093-8A9B-190C45947F08}" dt="2026-05-07T01:08:29.859" v="2361" actId="2696"/>
        <pc:sldMkLst>
          <pc:docMk/>
          <pc:sldMk cId="1261745908" sldId="2147482939"/>
        </pc:sldMkLst>
      </pc:sldChg>
      <pc:sldChg chg="addSp modSp add del mod setBg">
        <pc:chgData name="Victor Aumaitre" userId="379d7840-47ba-428f-9f95-660059feb219" providerId="ADAL" clId="{8E2CC9BA-CB9A-5093-8A9B-190C45947F08}" dt="2026-05-07T01:39:50.937" v="2597" actId="2696"/>
        <pc:sldMkLst>
          <pc:docMk/>
          <pc:sldMk cId="3482786286" sldId="2147482940"/>
        </pc:sldMkLst>
        <pc:spChg chg="mod">
          <ac:chgData name="Victor Aumaitre" userId="379d7840-47ba-428f-9f95-660059feb219" providerId="ADAL" clId="{8E2CC9BA-CB9A-5093-8A9B-190C45947F08}" dt="2026-05-07T01:25:39.241" v="2522" actId="2711"/>
          <ac:spMkLst>
            <pc:docMk/>
            <pc:sldMk cId="3482786286" sldId="2147482940"/>
            <ac:spMk id="2" creationId="{9B198E4E-3B0D-5897-BFAC-B4B36421D06E}"/>
          </ac:spMkLst>
        </pc:spChg>
        <pc:spChg chg="mod">
          <ac:chgData name="Victor Aumaitre" userId="379d7840-47ba-428f-9f95-660059feb219" providerId="ADAL" clId="{8E2CC9BA-CB9A-5093-8A9B-190C45947F08}" dt="2026-05-07T01:28:17.585" v="2524" actId="403"/>
          <ac:spMkLst>
            <pc:docMk/>
            <pc:sldMk cId="3482786286" sldId="2147482940"/>
            <ac:spMk id="7" creationId="{BB5E250B-3B08-7F63-11A0-BB2EB7881AE8}"/>
          </ac:spMkLst>
        </pc:spChg>
        <pc:spChg chg="mod">
          <ac:chgData name="Victor Aumaitre" userId="379d7840-47ba-428f-9f95-660059feb219" providerId="ADAL" clId="{8E2CC9BA-CB9A-5093-8A9B-190C45947F08}" dt="2026-05-07T01:28:17.585" v="2524" actId="403"/>
          <ac:spMkLst>
            <pc:docMk/>
            <pc:sldMk cId="3482786286" sldId="2147482940"/>
            <ac:spMk id="11" creationId="{80EE098E-AAA4-F7E7-CF83-73A8EFF032ED}"/>
          </ac:spMkLst>
        </pc:spChg>
        <pc:spChg chg="mod">
          <ac:chgData name="Victor Aumaitre" userId="379d7840-47ba-428f-9f95-660059feb219" providerId="ADAL" clId="{8E2CC9BA-CB9A-5093-8A9B-190C45947F08}" dt="2026-05-07T01:28:17.585" v="2524" actId="403"/>
          <ac:spMkLst>
            <pc:docMk/>
            <pc:sldMk cId="3482786286" sldId="2147482940"/>
            <ac:spMk id="14" creationId="{C219B8FD-37AA-DBC6-51AF-F04BE8419CE6}"/>
          </ac:spMkLst>
        </pc:spChg>
        <pc:spChg chg="mod">
          <ac:chgData name="Victor Aumaitre" userId="379d7840-47ba-428f-9f95-660059feb219" providerId="ADAL" clId="{8E2CC9BA-CB9A-5093-8A9B-190C45947F08}" dt="2026-05-07T01:28:17.585" v="2524" actId="403"/>
          <ac:spMkLst>
            <pc:docMk/>
            <pc:sldMk cId="3482786286" sldId="2147482940"/>
            <ac:spMk id="15" creationId="{28E52839-2CFE-37BB-E958-336D56CB22B8}"/>
          </ac:spMkLst>
        </pc:spChg>
        <pc:spChg chg="mod">
          <ac:chgData name="Victor Aumaitre" userId="379d7840-47ba-428f-9f95-660059feb219" providerId="ADAL" clId="{8E2CC9BA-CB9A-5093-8A9B-190C45947F08}" dt="2026-05-07T01:28:17.585" v="2524" actId="403"/>
          <ac:spMkLst>
            <pc:docMk/>
            <pc:sldMk cId="3482786286" sldId="2147482940"/>
            <ac:spMk id="22" creationId="{DD9BC47B-F8EA-B657-BC9C-DCD2C3B69339}"/>
          </ac:spMkLst>
        </pc:spChg>
        <pc:spChg chg="mod">
          <ac:chgData name="Victor Aumaitre" userId="379d7840-47ba-428f-9f95-660059feb219" providerId="ADAL" clId="{8E2CC9BA-CB9A-5093-8A9B-190C45947F08}" dt="2026-05-07T01:28:17.585" v="2524" actId="403"/>
          <ac:spMkLst>
            <pc:docMk/>
            <pc:sldMk cId="3482786286" sldId="2147482940"/>
            <ac:spMk id="25" creationId="{AF55A4CB-70DC-DA30-62C6-5933306A8353}"/>
          </ac:spMkLst>
        </pc:spChg>
        <pc:spChg chg="mod">
          <ac:chgData name="Victor Aumaitre" userId="379d7840-47ba-428f-9f95-660059feb219" providerId="ADAL" clId="{8E2CC9BA-CB9A-5093-8A9B-190C45947F08}" dt="2026-05-07T01:28:17.585" v="2524" actId="403"/>
          <ac:spMkLst>
            <pc:docMk/>
            <pc:sldMk cId="3482786286" sldId="2147482940"/>
            <ac:spMk id="28" creationId="{3805CAA3-7EAC-E9BF-8982-28327948D4D8}"/>
          </ac:spMkLst>
        </pc:spChg>
        <pc:spChg chg="mod">
          <ac:chgData name="Victor Aumaitre" userId="379d7840-47ba-428f-9f95-660059feb219" providerId="ADAL" clId="{8E2CC9BA-CB9A-5093-8A9B-190C45947F08}" dt="2026-05-07T01:28:17.585" v="2524" actId="403"/>
          <ac:spMkLst>
            <pc:docMk/>
            <pc:sldMk cId="3482786286" sldId="2147482940"/>
            <ac:spMk id="33" creationId="{D20D7E0E-97FC-BB86-09F1-5EB28613F46D}"/>
          </ac:spMkLst>
        </pc:spChg>
        <pc:spChg chg="mod">
          <ac:chgData name="Victor Aumaitre" userId="379d7840-47ba-428f-9f95-660059feb219" providerId="ADAL" clId="{8E2CC9BA-CB9A-5093-8A9B-190C45947F08}" dt="2026-05-07T01:28:17.585" v="2524" actId="403"/>
          <ac:spMkLst>
            <pc:docMk/>
            <pc:sldMk cId="3482786286" sldId="2147482940"/>
            <ac:spMk id="36" creationId="{266AA301-4262-2A25-8FC3-FD055600B36F}"/>
          </ac:spMkLst>
        </pc:spChg>
        <pc:spChg chg="mod">
          <ac:chgData name="Victor Aumaitre" userId="379d7840-47ba-428f-9f95-660059feb219" providerId="ADAL" clId="{8E2CC9BA-CB9A-5093-8A9B-190C45947F08}" dt="2026-05-07T01:28:17.585" v="2524" actId="403"/>
          <ac:spMkLst>
            <pc:docMk/>
            <pc:sldMk cId="3482786286" sldId="2147482940"/>
            <ac:spMk id="44" creationId="{AAFE4D02-DD45-30BB-160C-2DC194ABA03E}"/>
          </ac:spMkLst>
        </pc:spChg>
        <pc:spChg chg="add mod">
          <ac:chgData name="Victor Aumaitre" userId="379d7840-47ba-428f-9f95-660059feb219" providerId="ADAL" clId="{8E2CC9BA-CB9A-5093-8A9B-190C45947F08}" dt="2026-05-07T01:24:51.992" v="2521" actId="20577"/>
          <ac:spMkLst>
            <pc:docMk/>
            <pc:sldMk cId="3482786286" sldId="2147482940"/>
            <ac:spMk id="49" creationId="{95B84B20-54A4-8491-CDCB-927FA034AC86}"/>
          </ac:spMkLst>
        </pc:spChg>
      </pc:sldChg>
      <pc:sldChg chg="addSp delSp modSp add mod">
        <pc:chgData name="Victor Aumaitre" userId="379d7840-47ba-428f-9f95-660059feb219" providerId="ADAL" clId="{8E2CC9BA-CB9A-5093-8A9B-190C45947F08}" dt="2026-05-07T01:14:04.928" v="2464" actId="20577"/>
        <pc:sldMkLst>
          <pc:docMk/>
          <pc:sldMk cId="803930999" sldId="2147482949"/>
        </pc:sldMkLst>
        <pc:spChg chg="mod">
          <ac:chgData name="Victor Aumaitre" userId="379d7840-47ba-428f-9f95-660059feb219" providerId="ADAL" clId="{8E2CC9BA-CB9A-5093-8A9B-190C45947F08}" dt="2026-05-07T01:12:22.001" v="2382" actId="208"/>
          <ac:spMkLst>
            <pc:docMk/>
            <pc:sldMk cId="803930999" sldId="2147482949"/>
            <ac:spMk id="3" creationId="{5DC3DBBD-0129-38BE-B77D-2B8C8CF04B50}"/>
          </ac:spMkLst>
        </pc:spChg>
        <pc:spChg chg="mod">
          <ac:chgData name="Victor Aumaitre" userId="379d7840-47ba-428f-9f95-660059feb219" providerId="ADAL" clId="{8E2CC9BA-CB9A-5093-8A9B-190C45947F08}" dt="2026-05-07T01:12:45.434" v="2404" actId="14100"/>
          <ac:spMkLst>
            <pc:docMk/>
            <pc:sldMk cId="803930999" sldId="2147482949"/>
            <ac:spMk id="7" creationId="{110A7AE6-4DF1-7B51-E03B-E9498C6E49A5}"/>
          </ac:spMkLst>
        </pc:spChg>
        <pc:spChg chg="mod">
          <ac:chgData name="Victor Aumaitre" userId="379d7840-47ba-428f-9f95-660059feb219" providerId="ADAL" clId="{8E2CC9BA-CB9A-5093-8A9B-190C45947F08}" dt="2026-05-07T01:14:04.928" v="2464" actId="20577"/>
          <ac:spMkLst>
            <pc:docMk/>
            <pc:sldMk cId="803930999" sldId="2147482949"/>
            <ac:spMk id="27" creationId="{E0D16136-B5EE-FA0F-3AB9-6F93E7FDCA65}"/>
          </ac:spMkLst>
        </pc:spChg>
        <pc:spChg chg="mod">
          <ac:chgData name="Victor Aumaitre" userId="379d7840-47ba-428f-9f95-660059feb219" providerId="ADAL" clId="{8E2CC9BA-CB9A-5093-8A9B-190C45947F08}" dt="2026-05-07T01:12:22.001" v="2382" actId="208"/>
          <ac:spMkLst>
            <pc:docMk/>
            <pc:sldMk cId="803930999" sldId="2147482949"/>
            <ac:spMk id="41" creationId="{3BBC2239-CE34-DE78-BDC5-C4A9A4CE8B6B}"/>
          </ac:spMkLst>
        </pc:spChg>
        <pc:spChg chg="del">
          <ac:chgData name="Victor Aumaitre" userId="379d7840-47ba-428f-9f95-660059feb219" providerId="ADAL" clId="{8E2CC9BA-CB9A-5093-8A9B-190C45947F08}" dt="2026-05-07T01:12:52.901" v="2405" actId="478"/>
          <ac:spMkLst>
            <pc:docMk/>
            <pc:sldMk cId="803930999" sldId="2147482949"/>
            <ac:spMk id="43" creationId="{B1F1D854-5751-8A1B-B338-08B5D52C1452}"/>
          </ac:spMkLst>
        </pc:spChg>
        <pc:spChg chg="add mod">
          <ac:chgData name="Victor Aumaitre" userId="379d7840-47ba-428f-9f95-660059feb219" providerId="ADAL" clId="{8E2CC9BA-CB9A-5093-8A9B-190C45947F08}" dt="2026-05-07T01:12:22.001" v="2382" actId="208"/>
          <ac:spMkLst>
            <pc:docMk/>
            <pc:sldMk cId="803930999" sldId="2147482949"/>
            <ac:spMk id="74" creationId="{E39C5314-72D3-7C3A-8294-A0A9C9084834}"/>
          </ac:spMkLst>
        </pc:spChg>
        <pc:spChg chg="del">
          <ac:chgData name="Victor Aumaitre" userId="379d7840-47ba-428f-9f95-660059feb219" providerId="ADAL" clId="{8E2CC9BA-CB9A-5093-8A9B-190C45947F08}" dt="2026-05-07T01:13:08.116" v="2414" actId="478"/>
          <ac:spMkLst>
            <pc:docMk/>
            <pc:sldMk cId="803930999" sldId="2147482949"/>
            <ac:spMk id="76" creationId="{166461DC-D144-B347-B178-8E2BB0C2E40C}"/>
          </ac:spMkLst>
        </pc:spChg>
        <pc:spChg chg="mod">
          <ac:chgData name="Victor Aumaitre" userId="379d7840-47ba-428f-9f95-660059feb219" providerId="ADAL" clId="{8E2CC9BA-CB9A-5093-8A9B-190C45947F08}" dt="2026-05-07T01:12:22.001" v="2382" actId="208"/>
          <ac:spMkLst>
            <pc:docMk/>
            <pc:sldMk cId="803930999" sldId="2147482949"/>
            <ac:spMk id="83" creationId="{3DEEB969-D317-4978-8A85-76F22C4858ED}"/>
          </ac:spMkLst>
        </pc:spChg>
        <pc:spChg chg="del">
          <ac:chgData name="Victor Aumaitre" userId="379d7840-47ba-428f-9f95-660059feb219" providerId="ADAL" clId="{8E2CC9BA-CB9A-5093-8A9B-190C45947F08}" dt="2026-05-07T01:13:12.039" v="2415" actId="478"/>
          <ac:spMkLst>
            <pc:docMk/>
            <pc:sldMk cId="803930999" sldId="2147482949"/>
            <ac:spMk id="85" creationId="{E460A273-CD61-9070-839C-D1529CEDF6D5}"/>
          </ac:spMkLst>
        </pc:spChg>
        <pc:spChg chg="add mod">
          <ac:chgData name="Victor Aumaitre" userId="379d7840-47ba-428f-9f95-660059feb219" providerId="ADAL" clId="{8E2CC9BA-CB9A-5093-8A9B-190C45947F08}" dt="2026-05-07T01:13:01.840" v="2413" actId="1037"/>
          <ac:spMkLst>
            <pc:docMk/>
            <pc:sldMk cId="803930999" sldId="2147482949"/>
            <ac:spMk id="92" creationId="{E99D9037-776C-098B-47D9-7707ED4877DD}"/>
          </ac:spMkLst>
        </pc:spChg>
        <pc:graphicFrameChg chg="add mod modGraphic">
          <ac:chgData name="Victor Aumaitre" userId="379d7840-47ba-428f-9f95-660059feb219" providerId="ADAL" clId="{8E2CC9BA-CB9A-5093-8A9B-190C45947F08}" dt="2026-05-07T01:13:39.449" v="2419" actId="403"/>
          <ac:graphicFrameMkLst>
            <pc:docMk/>
            <pc:sldMk cId="803930999" sldId="2147482949"/>
            <ac:graphicFrameMk id="88" creationId="{B77208CE-7768-3B61-9BEE-7A173B76DFAF}"/>
          </ac:graphicFrameMkLst>
        </pc:graphicFrameChg>
        <pc:graphicFrameChg chg="add mod">
          <ac:chgData name="Victor Aumaitre" userId="379d7840-47ba-428f-9f95-660059feb219" providerId="ADAL" clId="{8E2CC9BA-CB9A-5093-8A9B-190C45947F08}" dt="2026-05-07T01:11:29.953" v="2376" actId="1076"/>
          <ac:graphicFrameMkLst>
            <pc:docMk/>
            <pc:sldMk cId="803930999" sldId="2147482949"/>
            <ac:graphicFrameMk id="89" creationId="{93B56E89-7F92-3BF7-AAD1-8FC8E1D94415}"/>
          </ac:graphicFrameMkLst>
        </pc:graphicFrameChg>
        <pc:graphicFrameChg chg="add mod">
          <ac:chgData name="Victor Aumaitre" userId="379d7840-47ba-428f-9f95-660059feb219" providerId="ADAL" clId="{8E2CC9BA-CB9A-5093-8A9B-190C45947F08}" dt="2026-05-07T01:11:40.018" v="2378" actId="1076"/>
          <ac:graphicFrameMkLst>
            <pc:docMk/>
            <pc:sldMk cId="803930999" sldId="2147482949"/>
            <ac:graphicFrameMk id="90" creationId="{E3649EAA-4E5F-9490-A746-27C5A24177F7}"/>
          </ac:graphicFrameMkLst>
        </pc:graphicFrameChg>
        <pc:graphicFrameChg chg="add mod">
          <ac:chgData name="Victor Aumaitre" userId="379d7840-47ba-428f-9f95-660059feb219" providerId="ADAL" clId="{8E2CC9BA-CB9A-5093-8A9B-190C45947F08}" dt="2026-05-07T01:11:58.936" v="2380" actId="1076"/>
          <ac:graphicFrameMkLst>
            <pc:docMk/>
            <pc:sldMk cId="803930999" sldId="2147482949"/>
            <ac:graphicFrameMk id="91" creationId="{8C242456-A0C0-6D19-2D4A-692067CD0B52}"/>
          </ac:graphicFrameMkLst>
        </pc:graphicFrameChg>
      </pc:sldChg>
      <pc:sldChg chg="addSp delSp modSp add mod ord">
        <pc:chgData name="Victor Aumaitre" userId="379d7840-47ba-428f-9f95-660059feb219" providerId="ADAL" clId="{8E2CC9BA-CB9A-5093-8A9B-190C45947F08}" dt="2026-05-08T16:32:55.761" v="8170" actId="1076"/>
        <pc:sldMkLst>
          <pc:docMk/>
          <pc:sldMk cId="2874164004" sldId="2147482950"/>
        </pc:sldMkLst>
        <pc:spChg chg="add mod">
          <ac:chgData name="Victor Aumaitre" userId="379d7840-47ba-428f-9f95-660059feb219" providerId="ADAL" clId="{8E2CC9BA-CB9A-5093-8A9B-190C45947F08}" dt="2026-05-07T01:15:52.532" v="2485" actId="14100"/>
          <ac:spMkLst>
            <pc:docMk/>
            <pc:sldMk cId="2874164004" sldId="2147482950"/>
            <ac:spMk id="2" creationId="{13A64D13-8A82-77D5-6977-3FADB4FBBBCC}"/>
          </ac:spMkLst>
        </pc:spChg>
        <pc:spChg chg="mod">
          <ac:chgData name="Victor Aumaitre" userId="379d7840-47ba-428f-9f95-660059feb219" providerId="ADAL" clId="{8E2CC9BA-CB9A-5093-8A9B-190C45947F08}" dt="2026-05-08T02:08:36.059" v="6161" actId="113"/>
          <ac:spMkLst>
            <pc:docMk/>
            <pc:sldMk cId="2874164004" sldId="2147482950"/>
            <ac:spMk id="3" creationId="{595FA158-6961-62AD-1E51-0970151D7B81}"/>
          </ac:spMkLst>
        </pc:spChg>
        <pc:spChg chg="mod">
          <ac:chgData name="Victor Aumaitre" userId="379d7840-47ba-428f-9f95-660059feb219" providerId="ADAL" clId="{8E2CC9BA-CB9A-5093-8A9B-190C45947F08}" dt="2026-05-08T02:08:49.425" v="6164" actId="403"/>
          <ac:spMkLst>
            <pc:docMk/>
            <pc:sldMk cId="2874164004" sldId="2147482950"/>
            <ac:spMk id="4" creationId="{2578A2DC-FB2A-28E9-5EEB-708F804F3C0B}"/>
          </ac:spMkLst>
        </pc:spChg>
        <pc:spChg chg="add mod">
          <ac:chgData name="Victor Aumaitre" userId="379d7840-47ba-428f-9f95-660059feb219" providerId="ADAL" clId="{8E2CC9BA-CB9A-5093-8A9B-190C45947F08}" dt="2026-05-08T16:32:55.761" v="8170" actId="1076"/>
          <ac:spMkLst>
            <pc:docMk/>
            <pc:sldMk cId="2874164004" sldId="2147482950"/>
            <ac:spMk id="7" creationId="{94FEE830-F8B6-9F0C-4C82-A43B2D6FBD42}"/>
          </ac:spMkLst>
        </pc:spChg>
        <pc:spChg chg="del">
          <ac:chgData name="Victor Aumaitre" userId="379d7840-47ba-428f-9f95-660059feb219" providerId="ADAL" clId="{8E2CC9BA-CB9A-5093-8A9B-190C45947F08}" dt="2026-05-08T02:08:53.727" v="6165" actId="478"/>
          <ac:spMkLst>
            <pc:docMk/>
            <pc:sldMk cId="2874164004" sldId="2147482950"/>
            <ac:spMk id="7" creationId="{A3DA8271-A469-9669-8CE8-D7A7DA823DDF}"/>
          </ac:spMkLst>
        </pc:spChg>
        <pc:spChg chg="mod">
          <ac:chgData name="Victor Aumaitre" userId="379d7840-47ba-428f-9f95-660059feb219" providerId="ADAL" clId="{8E2CC9BA-CB9A-5093-8A9B-190C45947F08}" dt="2026-05-08T02:11:04.895" v="6194" actId="403"/>
          <ac:spMkLst>
            <pc:docMk/>
            <pc:sldMk cId="2874164004" sldId="2147482950"/>
            <ac:spMk id="8" creationId="{D783D5B9-1A28-7CF5-42DD-17AE8B3FC76D}"/>
          </ac:spMkLst>
        </pc:spChg>
        <pc:spChg chg="mod">
          <ac:chgData name="Victor Aumaitre" userId="379d7840-47ba-428f-9f95-660059feb219" providerId="ADAL" clId="{8E2CC9BA-CB9A-5093-8A9B-190C45947F08}" dt="2026-05-08T02:11:04.895" v="6194" actId="403"/>
          <ac:spMkLst>
            <pc:docMk/>
            <pc:sldMk cId="2874164004" sldId="2147482950"/>
            <ac:spMk id="9" creationId="{2D9B6FED-4E07-BCD3-0B4E-F01B6D25EDBF}"/>
          </ac:spMkLst>
        </pc:spChg>
        <pc:spChg chg="mod">
          <ac:chgData name="Victor Aumaitre" userId="379d7840-47ba-428f-9f95-660059feb219" providerId="ADAL" clId="{8E2CC9BA-CB9A-5093-8A9B-190C45947F08}" dt="2026-05-08T02:11:04.895" v="6194" actId="403"/>
          <ac:spMkLst>
            <pc:docMk/>
            <pc:sldMk cId="2874164004" sldId="2147482950"/>
            <ac:spMk id="10" creationId="{CBD28229-280F-A44B-6C93-CE622F34036C}"/>
          </ac:spMkLst>
        </pc:spChg>
        <pc:spChg chg="add mod">
          <ac:chgData name="Victor Aumaitre" userId="379d7840-47ba-428f-9f95-660059feb219" providerId="ADAL" clId="{8E2CC9BA-CB9A-5093-8A9B-190C45947F08}" dt="2026-05-08T02:11:04.895" v="6194" actId="403"/>
          <ac:spMkLst>
            <pc:docMk/>
            <pc:sldMk cId="2874164004" sldId="2147482950"/>
            <ac:spMk id="11" creationId="{78E66D8A-7654-02CC-D2BB-F7641CCF1579}"/>
          </ac:spMkLst>
        </pc:spChg>
        <pc:spChg chg="mod">
          <ac:chgData name="Victor Aumaitre" userId="379d7840-47ba-428f-9f95-660059feb219" providerId="ADAL" clId="{8E2CC9BA-CB9A-5093-8A9B-190C45947F08}" dt="2026-05-08T02:11:04.895" v="6194" actId="403"/>
          <ac:spMkLst>
            <pc:docMk/>
            <pc:sldMk cId="2874164004" sldId="2147482950"/>
            <ac:spMk id="12" creationId="{1BF5AF10-3E5A-78ED-5B62-EA15EEE49122}"/>
          </ac:spMkLst>
        </pc:spChg>
        <pc:spChg chg="mod">
          <ac:chgData name="Victor Aumaitre" userId="379d7840-47ba-428f-9f95-660059feb219" providerId="ADAL" clId="{8E2CC9BA-CB9A-5093-8A9B-190C45947F08}" dt="2026-05-08T02:11:04.895" v="6194" actId="403"/>
          <ac:spMkLst>
            <pc:docMk/>
            <pc:sldMk cId="2874164004" sldId="2147482950"/>
            <ac:spMk id="13" creationId="{B95627A0-FE8C-B38C-4D2F-04C98A286F04}"/>
          </ac:spMkLst>
        </pc:spChg>
        <pc:spChg chg="add mod">
          <ac:chgData name="Victor Aumaitre" userId="379d7840-47ba-428f-9f95-660059feb219" providerId="ADAL" clId="{8E2CC9BA-CB9A-5093-8A9B-190C45947F08}" dt="2026-05-08T02:11:04.895" v="6194" actId="403"/>
          <ac:spMkLst>
            <pc:docMk/>
            <pc:sldMk cId="2874164004" sldId="2147482950"/>
            <ac:spMk id="14" creationId="{1B11EB23-A897-0860-258C-FF4586C4C45B}"/>
          </ac:spMkLst>
        </pc:spChg>
        <pc:spChg chg="mod">
          <ac:chgData name="Victor Aumaitre" userId="379d7840-47ba-428f-9f95-660059feb219" providerId="ADAL" clId="{8E2CC9BA-CB9A-5093-8A9B-190C45947F08}" dt="2026-05-08T02:11:04.895" v="6194" actId="403"/>
          <ac:spMkLst>
            <pc:docMk/>
            <pc:sldMk cId="2874164004" sldId="2147482950"/>
            <ac:spMk id="15" creationId="{B65FF0E6-A904-913E-5E1C-A52F5583BCBF}"/>
          </ac:spMkLst>
        </pc:spChg>
        <pc:spChg chg="del">
          <ac:chgData name="Victor Aumaitre" userId="379d7840-47ba-428f-9f95-660059feb219" providerId="ADAL" clId="{8E2CC9BA-CB9A-5093-8A9B-190C45947F08}" dt="2026-05-08T02:09:10.138" v="6168" actId="478"/>
          <ac:spMkLst>
            <pc:docMk/>
            <pc:sldMk cId="2874164004" sldId="2147482950"/>
            <ac:spMk id="16" creationId="{7D584407-6AA9-D64B-DB06-AFAB601BAB86}"/>
          </ac:spMkLst>
        </pc:spChg>
        <pc:spChg chg="del mod">
          <ac:chgData name="Victor Aumaitre" userId="379d7840-47ba-428f-9f95-660059feb219" providerId="ADAL" clId="{8E2CC9BA-CB9A-5093-8A9B-190C45947F08}" dt="2026-05-08T02:09:10.138" v="6168" actId="478"/>
          <ac:spMkLst>
            <pc:docMk/>
            <pc:sldMk cId="2874164004" sldId="2147482950"/>
            <ac:spMk id="17" creationId="{14E9E8EB-D5C8-D8F8-94CE-59E7ACE00F70}"/>
          </ac:spMkLst>
        </pc:spChg>
        <pc:spChg chg="del">
          <ac:chgData name="Victor Aumaitre" userId="379d7840-47ba-428f-9f95-660059feb219" providerId="ADAL" clId="{8E2CC9BA-CB9A-5093-8A9B-190C45947F08}" dt="2026-05-08T02:09:10.138" v="6168" actId="478"/>
          <ac:spMkLst>
            <pc:docMk/>
            <pc:sldMk cId="2874164004" sldId="2147482950"/>
            <ac:spMk id="18" creationId="{5030B854-FDF8-D74D-D9D3-8BF133EAAC93}"/>
          </ac:spMkLst>
        </pc:spChg>
        <pc:spChg chg="del mod">
          <ac:chgData name="Victor Aumaitre" userId="379d7840-47ba-428f-9f95-660059feb219" providerId="ADAL" clId="{8E2CC9BA-CB9A-5093-8A9B-190C45947F08}" dt="2026-05-08T02:09:10.138" v="6168" actId="478"/>
          <ac:spMkLst>
            <pc:docMk/>
            <pc:sldMk cId="2874164004" sldId="2147482950"/>
            <ac:spMk id="19" creationId="{FE231516-E7D0-394D-61DA-2FC21DBF836E}"/>
          </ac:spMkLst>
        </pc:spChg>
        <pc:spChg chg="mod">
          <ac:chgData name="Victor Aumaitre" userId="379d7840-47ba-428f-9f95-660059feb219" providerId="ADAL" clId="{8E2CC9BA-CB9A-5093-8A9B-190C45947F08}" dt="2026-05-07T01:43:45.255" v="2602" actId="208"/>
          <ac:spMkLst>
            <pc:docMk/>
            <pc:sldMk cId="2874164004" sldId="2147482950"/>
            <ac:spMk id="20" creationId="{E54BE0AB-2E9E-B994-29E2-9F59F5E8E016}"/>
          </ac:spMkLst>
        </pc:spChg>
        <pc:spChg chg="mod">
          <ac:chgData name="Victor Aumaitre" userId="379d7840-47ba-428f-9f95-660059feb219" providerId="ADAL" clId="{8E2CC9BA-CB9A-5093-8A9B-190C45947F08}" dt="2026-05-08T02:11:05.637" v="6195" actId="403"/>
          <ac:spMkLst>
            <pc:docMk/>
            <pc:sldMk cId="2874164004" sldId="2147482950"/>
            <ac:spMk id="21" creationId="{D2B16789-AFDB-FFC8-A956-688E41711FE7}"/>
          </ac:spMkLst>
        </pc:spChg>
        <pc:spChg chg="mod">
          <ac:chgData name="Victor Aumaitre" userId="379d7840-47ba-428f-9f95-660059feb219" providerId="ADAL" clId="{8E2CC9BA-CB9A-5093-8A9B-190C45947F08}" dt="2026-05-08T02:09:50.715" v="6180" actId="20577"/>
          <ac:spMkLst>
            <pc:docMk/>
            <pc:sldMk cId="2874164004" sldId="2147482950"/>
            <ac:spMk id="22" creationId="{4B743E60-C07E-4D25-AA5F-7BA5676B7476}"/>
          </ac:spMkLst>
        </pc:spChg>
        <pc:spChg chg="mod">
          <ac:chgData name="Victor Aumaitre" userId="379d7840-47ba-428f-9f95-660059feb219" providerId="ADAL" clId="{8E2CC9BA-CB9A-5093-8A9B-190C45947F08}" dt="2026-05-07T01:16:15.673" v="2491" actId="20577"/>
          <ac:spMkLst>
            <pc:docMk/>
            <pc:sldMk cId="2874164004" sldId="2147482950"/>
            <ac:spMk id="23" creationId="{7600B701-146F-9EA2-E1F4-49E76194FFC5}"/>
          </ac:spMkLst>
        </pc:spChg>
        <pc:spChg chg="add mod">
          <ac:chgData name="Victor Aumaitre" userId="379d7840-47ba-428f-9f95-660059feb219" providerId="ADAL" clId="{8E2CC9BA-CB9A-5093-8A9B-190C45947F08}" dt="2026-05-07T01:15:43.937" v="2483" actId="1076"/>
          <ac:spMkLst>
            <pc:docMk/>
            <pc:sldMk cId="2874164004" sldId="2147482950"/>
            <ac:spMk id="24" creationId="{C11EF64A-0A66-504A-C79F-2F86E6AB3B6E}"/>
          </ac:spMkLst>
        </pc:spChg>
        <pc:spChg chg="mod">
          <ac:chgData name="Victor Aumaitre" userId="379d7840-47ba-428f-9f95-660059feb219" providerId="ADAL" clId="{8E2CC9BA-CB9A-5093-8A9B-190C45947F08}" dt="2026-05-07T01:16:39.566" v="2493" actId="20577"/>
          <ac:spMkLst>
            <pc:docMk/>
            <pc:sldMk cId="2874164004" sldId="2147482950"/>
            <ac:spMk id="27" creationId="{6A5A54AF-2D20-A0C1-F81F-85DDE1A58D50}"/>
          </ac:spMkLst>
        </pc:spChg>
        <pc:spChg chg="mod">
          <ac:chgData name="Victor Aumaitre" userId="379d7840-47ba-428f-9f95-660059feb219" providerId="ADAL" clId="{8E2CC9BA-CB9A-5093-8A9B-190C45947F08}" dt="2026-05-08T02:44:38.227" v="6316"/>
          <ac:spMkLst>
            <pc:docMk/>
            <pc:sldMk cId="2874164004" sldId="2147482950"/>
            <ac:spMk id="28" creationId="{9B8D7EE0-80FE-4FA5-FE49-32459DC3B16C}"/>
          </ac:spMkLst>
        </pc:spChg>
        <pc:spChg chg="add mod">
          <ac:chgData name="Victor Aumaitre" userId="379d7840-47ba-428f-9f95-660059feb219" providerId="ADAL" clId="{8E2CC9BA-CB9A-5093-8A9B-190C45947F08}" dt="2026-05-07T01:15:43.937" v="2483" actId="1076"/>
          <ac:spMkLst>
            <pc:docMk/>
            <pc:sldMk cId="2874164004" sldId="2147482950"/>
            <ac:spMk id="30" creationId="{405566FF-00E3-B612-084F-EF4B269C11A4}"/>
          </ac:spMkLst>
        </pc:spChg>
        <pc:spChg chg="add mod">
          <ac:chgData name="Victor Aumaitre" userId="379d7840-47ba-428f-9f95-660059feb219" providerId="ADAL" clId="{8E2CC9BA-CB9A-5093-8A9B-190C45947F08}" dt="2026-05-07T01:15:43.937" v="2483" actId="1076"/>
          <ac:spMkLst>
            <pc:docMk/>
            <pc:sldMk cId="2874164004" sldId="2147482950"/>
            <ac:spMk id="36" creationId="{7E013E7C-D41D-1ED5-71E2-91C519189871}"/>
          </ac:spMkLst>
        </pc:spChg>
        <pc:spChg chg="add mod">
          <ac:chgData name="Victor Aumaitre" userId="379d7840-47ba-428f-9f95-660059feb219" providerId="ADAL" clId="{8E2CC9BA-CB9A-5093-8A9B-190C45947F08}" dt="2026-05-08T01:58:08.999" v="6079" actId="404"/>
          <ac:spMkLst>
            <pc:docMk/>
            <pc:sldMk cId="2874164004" sldId="2147482950"/>
            <ac:spMk id="42" creationId="{C43C29A6-9425-DE3C-2EE0-8AAC83A7D1D2}"/>
          </ac:spMkLst>
        </pc:spChg>
        <pc:spChg chg="add mod">
          <ac:chgData name="Victor Aumaitre" userId="379d7840-47ba-428f-9f95-660059feb219" providerId="ADAL" clId="{8E2CC9BA-CB9A-5093-8A9B-190C45947F08}" dt="2026-05-07T01:15:43.937" v="2483" actId="1076"/>
          <ac:spMkLst>
            <pc:docMk/>
            <pc:sldMk cId="2874164004" sldId="2147482950"/>
            <ac:spMk id="43" creationId="{DB703037-D688-93C0-CAAD-3DD163BEAF44}"/>
          </ac:spMkLst>
        </pc:spChg>
        <pc:spChg chg="mod">
          <ac:chgData name="Victor Aumaitre" userId="379d7840-47ba-428f-9f95-660059feb219" providerId="ADAL" clId="{8E2CC9BA-CB9A-5093-8A9B-190C45947F08}" dt="2026-05-07T01:43:45.255" v="2602" actId="208"/>
          <ac:spMkLst>
            <pc:docMk/>
            <pc:sldMk cId="2874164004" sldId="2147482950"/>
            <ac:spMk id="47" creationId="{EADEE627-13BB-C1A3-3710-57136101A68A}"/>
          </ac:spMkLst>
        </pc:spChg>
        <pc:spChg chg="mod">
          <ac:chgData name="Victor Aumaitre" userId="379d7840-47ba-428f-9f95-660059feb219" providerId="ADAL" clId="{8E2CC9BA-CB9A-5093-8A9B-190C45947F08}" dt="2026-05-08T02:11:05.637" v="6195" actId="403"/>
          <ac:spMkLst>
            <pc:docMk/>
            <pc:sldMk cId="2874164004" sldId="2147482950"/>
            <ac:spMk id="48" creationId="{1D0E1F7A-6F24-325B-81A9-AC0804263A6C}"/>
          </ac:spMkLst>
        </pc:spChg>
        <pc:spChg chg="add mod">
          <ac:chgData name="Victor Aumaitre" userId="379d7840-47ba-428f-9f95-660059feb219" providerId="ADAL" clId="{8E2CC9BA-CB9A-5093-8A9B-190C45947F08}" dt="2026-05-07T01:15:43.937" v="2483" actId="1076"/>
          <ac:spMkLst>
            <pc:docMk/>
            <pc:sldMk cId="2874164004" sldId="2147482950"/>
            <ac:spMk id="49" creationId="{14CB5497-81A9-74E1-8FFD-9918516D1302}"/>
          </ac:spMkLst>
        </pc:spChg>
        <pc:spChg chg="mod">
          <ac:chgData name="Victor Aumaitre" userId="379d7840-47ba-428f-9f95-660059feb219" providerId="ADAL" clId="{8E2CC9BA-CB9A-5093-8A9B-190C45947F08}" dt="2026-05-08T02:10:04.560" v="6183" actId="403"/>
          <ac:spMkLst>
            <pc:docMk/>
            <pc:sldMk cId="2874164004" sldId="2147482950"/>
            <ac:spMk id="50" creationId="{61D6129F-9314-AE18-E90C-BA54021602B2}"/>
          </ac:spMkLst>
        </pc:spChg>
        <pc:spChg chg="mod">
          <ac:chgData name="Victor Aumaitre" userId="379d7840-47ba-428f-9f95-660059feb219" providerId="ADAL" clId="{8E2CC9BA-CB9A-5093-8A9B-190C45947F08}" dt="2026-05-08T02:10:04.560" v="6183" actId="403"/>
          <ac:spMkLst>
            <pc:docMk/>
            <pc:sldMk cId="2874164004" sldId="2147482950"/>
            <ac:spMk id="51" creationId="{F85CDD05-2E17-FDFB-24CE-F60817275B38}"/>
          </ac:spMkLst>
        </pc:spChg>
        <pc:spChg chg="mod">
          <ac:chgData name="Victor Aumaitre" userId="379d7840-47ba-428f-9f95-660059feb219" providerId="ADAL" clId="{8E2CC9BA-CB9A-5093-8A9B-190C45947F08}" dt="2026-05-08T02:10:04.560" v="6183" actId="403"/>
          <ac:spMkLst>
            <pc:docMk/>
            <pc:sldMk cId="2874164004" sldId="2147482950"/>
            <ac:spMk id="53" creationId="{857DAA00-3115-8A66-A7C5-3540700FCC41}"/>
          </ac:spMkLst>
        </pc:spChg>
        <pc:spChg chg="mod">
          <ac:chgData name="Victor Aumaitre" userId="379d7840-47ba-428f-9f95-660059feb219" providerId="ADAL" clId="{8E2CC9BA-CB9A-5093-8A9B-190C45947F08}" dt="2026-05-08T02:10:04.560" v="6183" actId="403"/>
          <ac:spMkLst>
            <pc:docMk/>
            <pc:sldMk cId="2874164004" sldId="2147482950"/>
            <ac:spMk id="54" creationId="{F5AD84D0-9ED3-DCE5-96A1-084F5B0FE0B0}"/>
          </ac:spMkLst>
        </pc:spChg>
        <pc:spChg chg="add mod">
          <ac:chgData name="Victor Aumaitre" userId="379d7840-47ba-428f-9f95-660059feb219" providerId="ADAL" clId="{8E2CC9BA-CB9A-5093-8A9B-190C45947F08}" dt="2026-05-08T02:10:04.560" v="6183" actId="403"/>
          <ac:spMkLst>
            <pc:docMk/>
            <pc:sldMk cId="2874164004" sldId="2147482950"/>
            <ac:spMk id="55" creationId="{74AE78F1-36D7-A653-7D02-76595C68ACE2}"/>
          </ac:spMkLst>
        </pc:spChg>
        <pc:spChg chg="mod">
          <ac:chgData name="Victor Aumaitre" userId="379d7840-47ba-428f-9f95-660059feb219" providerId="ADAL" clId="{8E2CC9BA-CB9A-5093-8A9B-190C45947F08}" dt="2026-05-08T02:10:04.560" v="6183" actId="403"/>
          <ac:spMkLst>
            <pc:docMk/>
            <pc:sldMk cId="2874164004" sldId="2147482950"/>
            <ac:spMk id="56" creationId="{60564C89-5FBE-EB90-67C6-19637F8C1B58}"/>
          </ac:spMkLst>
        </pc:spChg>
        <pc:spChg chg="mod">
          <ac:chgData name="Victor Aumaitre" userId="379d7840-47ba-428f-9f95-660059feb219" providerId="ADAL" clId="{8E2CC9BA-CB9A-5093-8A9B-190C45947F08}" dt="2026-05-08T02:10:04.560" v="6183" actId="403"/>
          <ac:spMkLst>
            <pc:docMk/>
            <pc:sldMk cId="2874164004" sldId="2147482950"/>
            <ac:spMk id="57" creationId="{09DAEE01-65AA-BBD4-59A5-AB70F2E37049}"/>
          </ac:spMkLst>
        </pc:spChg>
        <pc:spChg chg="mod">
          <ac:chgData name="Victor Aumaitre" userId="379d7840-47ba-428f-9f95-660059feb219" providerId="ADAL" clId="{8E2CC9BA-CB9A-5093-8A9B-190C45947F08}" dt="2026-05-08T02:10:04.560" v="6183" actId="403"/>
          <ac:spMkLst>
            <pc:docMk/>
            <pc:sldMk cId="2874164004" sldId="2147482950"/>
            <ac:spMk id="58" creationId="{4FE3C296-9F24-67B7-7A8E-D40E99CB48D3}"/>
          </ac:spMkLst>
        </pc:spChg>
        <pc:spChg chg="mod">
          <ac:chgData name="Victor Aumaitre" userId="379d7840-47ba-428f-9f95-660059feb219" providerId="ADAL" clId="{8E2CC9BA-CB9A-5093-8A9B-190C45947F08}" dt="2026-05-08T02:10:04.560" v="6183" actId="403"/>
          <ac:spMkLst>
            <pc:docMk/>
            <pc:sldMk cId="2874164004" sldId="2147482950"/>
            <ac:spMk id="59" creationId="{5205E7FF-04DF-3503-D0F6-852E48A611B8}"/>
          </ac:spMkLst>
        </pc:spChg>
        <pc:spChg chg="mod">
          <ac:chgData name="Victor Aumaitre" userId="379d7840-47ba-428f-9f95-660059feb219" providerId="ADAL" clId="{8E2CC9BA-CB9A-5093-8A9B-190C45947F08}" dt="2026-05-08T02:10:04.560" v="6183" actId="403"/>
          <ac:spMkLst>
            <pc:docMk/>
            <pc:sldMk cId="2874164004" sldId="2147482950"/>
            <ac:spMk id="60" creationId="{D70206E4-9120-53BF-A5D2-1CE9A0C2DE72}"/>
          </ac:spMkLst>
        </pc:spChg>
        <pc:spChg chg="add mod">
          <ac:chgData name="Victor Aumaitre" userId="379d7840-47ba-428f-9f95-660059feb219" providerId="ADAL" clId="{8E2CC9BA-CB9A-5093-8A9B-190C45947F08}" dt="2026-05-08T03:06:15.660" v="6546" actId="20577"/>
          <ac:spMkLst>
            <pc:docMk/>
            <pc:sldMk cId="2874164004" sldId="2147482950"/>
            <ac:spMk id="63" creationId="{3AB51D56-33E2-B24A-B745-10C8C17C1EFE}"/>
          </ac:spMkLst>
        </pc:spChg>
      </pc:sldChg>
      <pc:sldChg chg="addSp delSp modSp add del mod modShow">
        <pc:chgData name="Victor Aumaitre" userId="379d7840-47ba-428f-9f95-660059feb219" providerId="ADAL" clId="{8E2CC9BA-CB9A-5093-8A9B-190C45947F08}" dt="2026-05-08T15:49:19.835" v="8105" actId="2696"/>
        <pc:sldMkLst>
          <pc:docMk/>
          <pc:sldMk cId="2181260593" sldId="2147482951"/>
        </pc:sldMkLst>
        <pc:spChg chg="del">
          <ac:chgData name="Victor Aumaitre" userId="379d7840-47ba-428f-9f95-660059feb219" providerId="ADAL" clId="{8E2CC9BA-CB9A-5093-8A9B-190C45947F08}" dt="2026-05-07T21:28:29.659" v="4323" actId="478"/>
          <ac:spMkLst>
            <pc:docMk/>
            <pc:sldMk cId="2181260593" sldId="2147482951"/>
            <ac:spMk id="2" creationId="{025EFA90-16B6-8F3C-8E8F-8B1E61789BF6}"/>
          </ac:spMkLst>
        </pc:spChg>
        <pc:spChg chg="add mod">
          <ac:chgData name="Victor Aumaitre" userId="379d7840-47ba-428f-9f95-660059feb219" providerId="ADAL" clId="{8E2CC9BA-CB9A-5093-8A9B-190C45947F08}" dt="2026-05-07T21:41:33.004" v="4397" actId="1036"/>
          <ac:spMkLst>
            <pc:docMk/>
            <pc:sldMk cId="2181260593" sldId="2147482951"/>
            <ac:spMk id="3" creationId="{772D1EAB-CFE1-4AA7-675D-865E624A92E3}"/>
          </ac:spMkLst>
        </pc:spChg>
        <pc:spChg chg="del">
          <ac:chgData name="Victor Aumaitre" userId="379d7840-47ba-428f-9f95-660059feb219" providerId="ADAL" clId="{8E2CC9BA-CB9A-5093-8A9B-190C45947F08}" dt="2026-05-07T21:08:22.170" v="4308" actId="478"/>
          <ac:spMkLst>
            <pc:docMk/>
            <pc:sldMk cId="2181260593" sldId="2147482951"/>
            <ac:spMk id="4" creationId="{4F4145AB-8226-B714-A0F1-311DB9EECA27}"/>
          </ac:spMkLst>
        </pc:spChg>
        <pc:spChg chg="add del mod">
          <ac:chgData name="Victor Aumaitre" userId="379d7840-47ba-428f-9f95-660059feb219" providerId="ADAL" clId="{8E2CC9BA-CB9A-5093-8A9B-190C45947F08}" dt="2026-05-07T21:36:44.437" v="4346" actId="478"/>
          <ac:spMkLst>
            <pc:docMk/>
            <pc:sldMk cId="2181260593" sldId="2147482951"/>
            <ac:spMk id="7" creationId="{875BEAE9-C68B-25B6-9689-D1E916CD7638}"/>
          </ac:spMkLst>
        </pc:spChg>
        <pc:spChg chg="add del mod">
          <ac:chgData name="Victor Aumaitre" userId="379d7840-47ba-428f-9f95-660059feb219" providerId="ADAL" clId="{8E2CC9BA-CB9A-5093-8A9B-190C45947F08}" dt="2026-05-07T21:36:43.423" v="4345" actId="478"/>
          <ac:spMkLst>
            <pc:docMk/>
            <pc:sldMk cId="2181260593" sldId="2147482951"/>
            <ac:spMk id="8" creationId="{92925A7B-DC8C-5F93-9198-D68142483118}"/>
          </ac:spMkLst>
        </pc:spChg>
        <pc:spChg chg="mod">
          <ac:chgData name="Victor Aumaitre" userId="379d7840-47ba-428f-9f95-660059feb219" providerId="ADAL" clId="{8E2CC9BA-CB9A-5093-8A9B-190C45947F08}" dt="2026-05-07T22:43:45.862" v="4775" actId="20577"/>
          <ac:spMkLst>
            <pc:docMk/>
            <pc:sldMk cId="2181260593" sldId="2147482951"/>
            <ac:spMk id="9" creationId="{4B267FF6-AB49-E266-F605-EA1ACD3F591D}"/>
          </ac:spMkLst>
        </pc:spChg>
        <pc:spChg chg="mod">
          <ac:chgData name="Victor Aumaitre" userId="379d7840-47ba-428f-9f95-660059feb219" providerId="ADAL" clId="{8E2CC9BA-CB9A-5093-8A9B-190C45947F08}" dt="2026-05-07T22:45:59.300" v="4805" actId="14100"/>
          <ac:spMkLst>
            <pc:docMk/>
            <pc:sldMk cId="2181260593" sldId="2147482951"/>
            <ac:spMk id="10" creationId="{B1A98092-2A8C-4636-00E5-F80D0477AFB0}"/>
          </ac:spMkLst>
        </pc:spChg>
        <pc:spChg chg="del mod">
          <ac:chgData name="Victor Aumaitre" userId="379d7840-47ba-428f-9f95-660059feb219" providerId="ADAL" clId="{8E2CC9BA-CB9A-5093-8A9B-190C45947F08}" dt="2026-05-07T21:49:05.561" v="4446" actId="478"/>
          <ac:spMkLst>
            <pc:docMk/>
            <pc:sldMk cId="2181260593" sldId="2147482951"/>
            <ac:spMk id="11" creationId="{31B7E627-ED26-1B94-98A4-2599EDD9199B}"/>
          </ac:spMkLst>
        </pc:spChg>
        <pc:spChg chg="del">
          <ac:chgData name="Victor Aumaitre" userId="379d7840-47ba-428f-9f95-660059feb219" providerId="ADAL" clId="{8E2CC9BA-CB9A-5093-8A9B-190C45947F08}" dt="2026-05-07T21:28:28.159" v="4322" actId="478"/>
          <ac:spMkLst>
            <pc:docMk/>
            <pc:sldMk cId="2181260593" sldId="2147482951"/>
            <ac:spMk id="12" creationId="{0FC5F420-2631-A249-973A-7DBCDE79AB6C}"/>
          </ac:spMkLst>
        </pc:spChg>
        <pc:spChg chg="add del mod">
          <ac:chgData name="Victor Aumaitre" userId="379d7840-47ba-428f-9f95-660059feb219" providerId="ADAL" clId="{8E2CC9BA-CB9A-5093-8A9B-190C45947F08}" dt="2026-05-07T21:36:42.372" v="4344" actId="478"/>
          <ac:spMkLst>
            <pc:docMk/>
            <pc:sldMk cId="2181260593" sldId="2147482951"/>
            <ac:spMk id="13" creationId="{72718E23-0AF7-F331-FEDF-25BCB2BFCCAD}"/>
          </ac:spMkLst>
        </pc:spChg>
        <pc:spChg chg="del">
          <ac:chgData name="Victor Aumaitre" userId="379d7840-47ba-428f-9f95-660059feb219" providerId="ADAL" clId="{8E2CC9BA-CB9A-5093-8A9B-190C45947F08}" dt="2026-05-07T21:08:22.170" v="4308" actId="478"/>
          <ac:spMkLst>
            <pc:docMk/>
            <pc:sldMk cId="2181260593" sldId="2147482951"/>
            <ac:spMk id="14" creationId="{F9F25479-AA6F-83CA-1E6E-637ED987EB74}"/>
          </ac:spMkLst>
        </pc:spChg>
        <pc:spChg chg="add del mod">
          <ac:chgData name="Victor Aumaitre" userId="379d7840-47ba-428f-9f95-660059feb219" providerId="ADAL" clId="{8E2CC9BA-CB9A-5093-8A9B-190C45947F08}" dt="2026-05-07T21:57:00.172" v="4504" actId="478"/>
          <ac:spMkLst>
            <pc:docMk/>
            <pc:sldMk cId="2181260593" sldId="2147482951"/>
            <ac:spMk id="15" creationId="{1A1E2155-FB8A-B57A-39B9-9CC58087D072}"/>
          </ac:spMkLst>
        </pc:spChg>
        <pc:spChg chg="add del mod">
          <ac:chgData name="Victor Aumaitre" userId="379d7840-47ba-428f-9f95-660059feb219" providerId="ADAL" clId="{8E2CC9BA-CB9A-5093-8A9B-190C45947F08}" dt="2026-05-07T21:40:32.273" v="4372" actId="478"/>
          <ac:spMkLst>
            <pc:docMk/>
            <pc:sldMk cId="2181260593" sldId="2147482951"/>
            <ac:spMk id="16" creationId="{D66DE06D-0C2B-6C6F-1E47-DEC63F78CE79}"/>
          </ac:spMkLst>
        </pc:spChg>
        <pc:spChg chg="del mod">
          <ac:chgData name="Victor Aumaitre" userId="379d7840-47ba-428f-9f95-660059feb219" providerId="ADAL" clId="{8E2CC9BA-CB9A-5093-8A9B-190C45947F08}" dt="2026-05-07T21:39:19.645" v="4364" actId="478"/>
          <ac:spMkLst>
            <pc:docMk/>
            <pc:sldMk cId="2181260593" sldId="2147482951"/>
            <ac:spMk id="17" creationId="{F8A48280-7541-EF48-43E6-868DA27D5CBE}"/>
          </ac:spMkLst>
        </pc:spChg>
        <pc:spChg chg="del mod">
          <ac:chgData name="Victor Aumaitre" userId="379d7840-47ba-428f-9f95-660059feb219" providerId="ADAL" clId="{8E2CC9BA-CB9A-5093-8A9B-190C45947F08}" dt="2026-05-07T21:39:19.645" v="4364" actId="478"/>
          <ac:spMkLst>
            <pc:docMk/>
            <pc:sldMk cId="2181260593" sldId="2147482951"/>
            <ac:spMk id="18" creationId="{D126D032-DB55-8D26-5319-47254D9DA9CD}"/>
          </ac:spMkLst>
        </pc:spChg>
        <pc:spChg chg="del mod">
          <ac:chgData name="Victor Aumaitre" userId="379d7840-47ba-428f-9f95-660059feb219" providerId="ADAL" clId="{8E2CC9BA-CB9A-5093-8A9B-190C45947F08}" dt="2026-05-07T21:39:19.645" v="4364" actId="478"/>
          <ac:spMkLst>
            <pc:docMk/>
            <pc:sldMk cId="2181260593" sldId="2147482951"/>
            <ac:spMk id="19" creationId="{071AA529-C36D-DEBD-AFCC-EEAE70C785A8}"/>
          </ac:spMkLst>
        </pc:spChg>
        <pc:spChg chg="del">
          <ac:chgData name="Victor Aumaitre" userId="379d7840-47ba-428f-9f95-660059feb219" providerId="ADAL" clId="{8E2CC9BA-CB9A-5093-8A9B-190C45947F08}" dt="2026-05-07T21:28:26.795" v="4321" actId="478"/>
          <ac:spMkLst>
            <pc:docMk/>
            <pc:sldMk cId="2181260593" sldId="2147482951"/>
            <ac:spMk id="20" creationId="{E0F2A191-D8FE-CFC8-E028-37F4C545A064}"/>
          </ac:spMkLst>
        </pc:spChg>
        <pc:spChg chg="add del mod">
          <ac:chgData name="Victor Aumaitre" userId="379d7840-47ba-428f-9f95-660059feb219" providerId="ADAL" clId="{8E2CC9BA-CB9A-5093-8A9B-190C45947F08}" dt="2026-05-07T21:40:32.273" v="4372" actId="478"/>
          <ac:spMkLst>
            <pc:docMk/>
            <pc:sldMk cId="2181260593" sldId="2147482951"/>
            <ac:spMk id="21" creationId="{6F40D337-BD80-8B50-4F5B-21E82814595B}"/>
          </ac:spMkLst>
        </pc:spChg>
        <pc:spChg chg="del">
          <ac:chgData name="Victor Aumaitre" userId="379d7840-47ba-428f-9f95-660059feb219" providerId="ADAL" clId="{8E2CC9BA-CB9A-5093-8A9B-190C45947F08}" dt="2026-05-07T21:08:22.170" v="4308" actId="478"/>
          <ac:spMkLst>
            <pc:docMk/>
            <pc:sldMk cId="2181260593" sldId="2147482951"/>
            <ac:spMk id="22" creationId="{8FA6515F-A298-63AB-2B67-81447B444AA4}"/>
          </ac:spMkLst>
        </pc:spChg>
        <pc:spChg chg="add del mod">
          <ac:chgData name="Victor Aumaitre" userId="379d7840-47ba-428f-9f95-660059feb219" providerId="ADAL" clId="{8E2CC9BA-CB9A-5093-8A9B-190C45947F08}" dt="2026-05-07T21:40:52.371" v="4375" actId="478"/>
          <ac:spMkLst>
            <pc:docMk/>
            <pc:sldMk cId="2181260593" sldId="2147482951"/>
            <ac:spMk id="23" creationId="{F36E805B-173F-915F-81A6-7035AA5853CA}"/>
          </ac:spMkLst>
        </pc:spChg>
        <pc:spChg chg="add del mod">
          <ac:chgData name="Victor Aumaitre" userId="379d7840-47ba-428f-9f95-660059feb219" providerId="ADAL" clId="{8E2CC9BA-CB9A-5093-8A9B-190C45947F08}" dt="2026-05-07T21:40:52.371" v="4375" actId="478"/>
          <ac:spMkLst>
            <pc:docMk/>
            <pc:sldMk cId="2181260593" sldId="2147482951"/>
            <ac:spMk id="24" creationId="{51213E00-BE34-30EC-6AD4-45FBDF7C36D9}"/>
          </ac:spMkLst>
        </pc:spChg>
        <pc:spChg chg="del mod">
          <ac:chgData name="Victor Aumaitre" userId="379d7840-47ba-428f-9f95-660059feb219" providerId="ADAL" clId="{8E2CC9BA-CB9A-5093-8A9B-190C45947F08}" dt="2026-05-07T21:38:53.146" v="4359" actId="478"/>
          <ac:spMkLst>
            <pc:docMk/>
            <pc:sldMk cId="2181260593" sldId="2147482951"/>
            <ac:spMk id="25" creationId="{B2B75710-6A72-6184-8340-0F25ABB48D91}"/>
          </ac:spMkLst>
        </pc:spChg>
        <pc:spChg chg="mod">
          <ac:chgData name="Victor Aumaitre" userId="379d7840-47ba-428f-9f95-660059feb219" providerId="ADAL" clId="{8E2CC9BA-CB9A-5093-8A9B-190C45947F08}" dt="2026-05-07T21:42:12.186" v="4409" actId="1076"/>
          <ac:spMkLst>
            <pc:docMk/>
            <pc:sldMk cId="2181260593" sldId="2147482951"/>
            <ac:spMk id="26" creationId="{335354F2-DA07-0029-AE71-8D3DA78B60A4}"/>
          </ac:spMkLst>
        </pc:spChg>
        <pc:spChg chg="mod">
          <ac:chgData name="Victor Aumaitre" userId="379d7840-47ba-428f-9f95-660059feb219" providerId="ADAL" clId="{8E2CC9BA-CB9A-5093-8A9B-190C45947F08}" dt="2026-05-08T02:24:22.489" v="6198"/>
          <ac:spMkLst>
            <pc:docMk/>
            <pc:sldMk cId="2181260593" sldId="2147482951"/>
            <ac:spMk id="27" creationId="{219BF011-6838-CAF5-19A5-0068ED99F258}"/>
          </ac:spMkLst>
        </pc:spChg>
        <pc:spChg chg="mod">
          <ac:chgData name="Victor Aumaitre" userId="379d7840-47ba-428f-9f95-660059feb219" providerId="ADAL" clId="{8E2CC9BA-CB9A-5093-8A9B-190C45947F08}" dt="2026-05-08T02:24:40.887" v="6199" actId="20577"/>
          <ac:spMkLst>
            <pc:docMk/>
            <pc:sldMk cId="2181260593" sldId="2147482951"/>
            <ac:spMk id="28" creationId="{03680B35-52E6-1443-2A76-E2FE5847C5B8}"/>
          </ac:spMkLst>
        </pc:spChg>
        <pc:spChg chg="del">
          <ac:chgData name="Victor Aumaitre" userId="379d7840-47ba-428f-9f95-660059feb219" providerId="ADAL" clId="{8E2CC9BA-CB9A-5093-8A9B-190C45947F08}" dt="2026-05-07T21:38:53.146" v="4359" actId="478"/>
          <ac:spMkLst>
            <pc:docMk/>
            <pc:sldMk cId="2181260593" sldId="2147482951"/>
            <ac:spMk id="29" creationId="{0CD347F1-AC9F-4C47-74B9-ACEC550B929C}"/>
          </ac:spMkLst>
        </pc:spChg>
        <pc:spChg chg="del mod">
          <ac:chgData name="Victor Aumaitre" userId="379d7840-47ba-428f-9f95-660059feb219" providerId="ADAL" clId="{8E2CC9BA-CB9A-5093-8A9B-190C45947F08}" dt="2026-05-07T21:38:53.146" v="4359" actId="478"/>
          <ac:spMkLst>
            <pc:docMk/>
            <pc:sldMk cId="2181260593" sldId="2147482951"/>
            <ac:spMk id="30" creationId="{BC483C85-4B0C-67BC-CBF9-3059A72F3EC1}"/>
          </ac:spMkLst>
        </pc:spChg>
        <pc:spChg chg="del">
          <ac:chgData name="Victor Aumaitre" userId="379d7840-47ba-428f-9f95-660059feb219" providerId="ADAL" clId="{8E2CC9BA-CB9A-5093-8A9B-190C45947F08}" dt="2026-05-07T21:28:24.625" v="4320" actId="478"/>
          <ac:spMkLst>
            <pc:docMk/>
            <pc:sldMk cId="2181260593" sldId="2147482951"/>
            <ac:spMk id="31" creationId="{8F912DD4-61E6-41A4-5FEA-2D602018473D}"/>
          </ac:spMkLst>
        </pc:spChg>
        <pc:spChg chg="add mod">
          <ac:chgData name="Victor Aumaitre" userId="379d7840-47ba-428f-9f95-660059feb219" providerId="ADAL" clId="{8E2CC9BA-CB9A-5093-8A9B-190C45947F08}" dt="2026-05-07T21:41:33.004" v="4397" actId="1036"/>
          <ac:spMkLst>
            <pc:docMk/>
            <pc:sldMk cId="2181260593" sldId="2147482951"/>
            <ac:spMk id="32" creationId="{B18C2953-3F63-E852-C5EF-0A2AAB1876E9}"/>
          </ac:spMkLst>
        </pc:spChg>
        <pc:spChg chg="del">
          <ac:chgData name="Victor Aumaitre" userId="379d7840-47ba-428f-9f95-660059feb219" providerId="ADAL" clId="{8E2CC9BA-CB9A-5093-8A9B-190C45947F08}" dt="2026-05-07T21:08:22.170" v="4308" actId="478"/>
          <ac:spMkLst>
            <pc:docMk/>
            <pc:sldMk cId="2181260593" sldId="2147482951"/>
            <ac:spMk id="33" creationId="{44020F3E-8A44-4ECA-7A6C-CD6DCDD0E333}"/>
          </ac:spMkLst>
        </pc:spChg>
        <pc:spChg chg="add del mod">
          <ac:chgData name="Victor Aumaitre" userId="379d7840-47ba-428f-9f95-660059feb219" providerId="ADAL" clId="{8E2CC9BA-CB9A-5093-8A9B-190C45947F08}" dt="2026-05-07T21:57:00.172" v="4504" actId="478"/>
          <ac:spMkLst>
            <pc:docMk/>
            <pc:sldMk cId="2181260593" sldId="2147482951"/>
            <ac:spMk id="34" creationId="{5035D8AE-884A-60AE-C71B-0CDC00349C8F}"/>
          </ac:spMkLst>
        </pc:spChg>
        <pc:spChg chg="add mod">
          <ac:chgData name="Victor Aumaitre" userId="379d7840-47ba-428f-9f95-660059feb219" providerId="ADAL" clId="{8E2CC9BA-CB9A-5093-8A9B-190C45947F08}" dt="2026-05-07T21:41:33.004" v="4397" actId="1036"/>
          <ac:spMkLst>
            <pc:docMk/>
            <pc:sldMk cId="2181260593" sldId="2147482951"/>
            <ac:spMk id="35" creationId="{191BBCD4-DF63-20D2-5C8F-267C71809214}"/>
          </ac:spMkLst>
        </pc:spChg>
        <pc:spChg chg="del mod">
          <ac:chgData name="Victor Aumaitre" userId="379d7840-47ba-428f-9f95-660059feb219" providerId="ADAL" clId="{8E2CC9BA-CB9A-5093-8A9B-190C45947F08}" dt="2026-05-07T21:38:19.335" v="4348" actId="478"/>
          <ac:spMkLst>
            <pc:docMk/>
            <pc:sldMk cId="2181260593" sldId="2147482951"/>
            <ac:spMk id="36" creationId="{4B290DED-A224-E06E-DCDA-D5FE715AFEE6}"/>
          </ac:spMkLst>
        </pc:spChg>
        <pc:spChg chg="del mod">
          <ac:chgData name="Victor Aumaitre" userId="379d7840-47ba-428f-9f95-660059feb219" providerId="ADAL" clId="{8E2CC9BA-CB9A-5093-8A9B-190C45947F08}" dt="2026-05-07T21:38:19.335" v="4348" actId="478"/>
          <ac:spMkLst>
            <pc:docMk/>
            <pc:sldMk cId="2181260593" sldId="2147482951"/>
            <ac:spMk id="37" creationId="{2B09B443-0CAD-5E95-AF46-E5940A9100FE}"/>
          </ac:spMkLst>
        </pc:spChg>
        <pc:spChg chg="del mod">
          <ac:chgData name="Victor Aumaitre" userId="379d7840-47ba-428f-9f95-660059feb219" providerId="ADAL" clId="{8E2CC9BA-CB9A-5093-8A9B-190C45947F08}" dt="2026-05-07T21:38:19.335" v="4348" actId="478"/>
          <ac:spMkLst>
            <pc:docMk/>
            <pc:sldMk cId="2181260593" sldId="2147482951"/>
            <ac:spMk id="38" creationId="{AF5D7B04-29CC-D528-A900-2FD655F91B5E}"/>
          </ac:spMkLst>
        </pc:spChg>
        <pc:spChg chg="add del mod">
          <ac:chgData name="Victor Aumaitre" userId="379d7840-47ba-428f-9f95-660059feb219" providerId="ADAL" clId="{8E2CC9BA-CB9A-5093-8A9B-190C45947F08}" dt="2026-05-07T21:57:00.172" v="4504" actId="478"/>
          <ac:spMkLst>
            <pc:docMk/>
            <pc:sldMk cId="2181260593" sldId="2147482951"/>
            <ac:spMk id="39" creationId="{0A27668E-349E-6CCA-FC70-21A2A91931BD}"/>
          </ac:spMkLst>
        </pc:spChg>
        <pc:spChg chg="add mod">
          <ac:chgData name="Victor Aumaitre" userId="379d7840-47ba-428f-9f95-660059feb219" providerId="ADAL" clId="{8E2CC9BA-CB9A-5093-8A9B-190C45947F08}" dt="2026-05-07T22:01:09.616" v="4582" actId="20577"/>
          <ac:spMkLst>
            <pc:docMk/>
            <pc:sldMk cId="2181260593" sldId="2147482951"/>
            <ac:spMk id="40" creationId="{43A691C5-6E1E-B59E-EFE4-4EEA0E72AE00}"/>
          </ac:spMkLst>
        </pc:spChg>
        <pc:spChg chg="add mod">
          <ac:chgData name="Victor Aumaitre" userId="379d7840-47ba-428f-9f95-660059feb219" providerId="ADAL" clId="{8E2CC9BA-CB9A-5093-8A9B-190C45947F08}" dt="2026-05-07T21:43:38.690" v="4423" actId="207"/>
          <ac:spMkLst>
            <pc:docMk/>
            <pc:sldMk cId="2181260593" sldId="2147482951"/>
            <ac:spMk id="41" creationId="{61CB43D5-E3C5-EB6A-FCD4-F109C0B32C9C}"/>
          </ac:spMkLst>
        </pc:spChg>
        <pc:spChg chg="add mod">
          <ac:chgData name="Victor Aumaitre" userId="379d7840-47ba-428f-9f95-660059feb219" providerId="ADAL" clId="{8E2CC9BA-CB9A-5093-8A9B-190C45947F08}" dt="2026-05-07T22:01:02.522" v="4571" actId="20577"/>
          <ac:spMkLst>
            <pc:docMk/>
            <pc:sldMk cId="2181260593" sldId="2147482951"/>
            <ac:spMk id="42" creationId="{BAFFAF99-0840-5941-24C5-2562E07CFA6B}"/>
          </ac:spMkLst>
        </pc:spChg>
        <pc:spChg chg="add mod">
          <ac:chgData name="Victor Aumaitre" userId="379d7840-47ba-428f-9f95-660059feb219" providerId="ADAL" clId="{8E2CC9BA-CB9A-5093-8A9B-190C45947F08}" dt="2026-05-07T21:52:03.095" v="4483" actId="1076"/>
          <ac:spMkLst>
            <pc:docMk/>
            <pc:sldMk cId="2181260593" sldId="2147482951"/>
            <ac:spMk id="43" creationId="{D3AF1ED1-20DE-9080-2016-2FF5D90D3183}"/>
          </ac:spMkLst>
        </pc:spChg>
        <pc:spChg chg="mod">
          <ac:chgData name="Victor Aumaitre" userId="379d7840-47ba-428f-9f95-660059feb219" providerId="ADAL" clId="{8E2CC9BA-CB9A-5093-8A9B-190C45947F08}" dt="2026-05-07T22:20:54.320" v="4626" actId="33524"/>
          <ac:spMkLst>
            <pc:docMk/>
            <pc:sldMk cId="2181260593" sldId="2147482951"/>
            <ac:spMk id="44" creationId="{B5CAF01C-1B80-906E-6DBC-7B0EB6C7983E}"/>
          </ac:spMkLst>
        </pc:spChg>
        <pc:spChg chg="add mod">
          <ac:chgData name="Victor Aumaitre" userId="379d7840-47ba-428f-9f95-660059feb219" providerId="ADAL" clId="{8E2CC9BA-CB9A-5093-8A9B-190C45947F08}" dt="2026-05-07T22:43:25.984" v="4770" actId="14100"/>
          <ac:spMkLst>
            <pc:docMk/>
            <pc:sldMk cId="2181260593" sldId="2147482951"/>
            <ac:spMk id="45" creationId="{F121BEA2-F056-406F-460D-14E9BBED2066}"/>
          </ac:spMkLst>
        </pc:spChg>
        <pc:spChg chg="add mod">
          <ac:chgData name="Victor Aumaitre" userId="379d7840-47ba-428f-9f95-660059feb219" providerId="ADAL" clId="{8E2CC9BA-CB9A-5093-8A9B-190C45947F08}" dt="2026-05-07T22:46:07.296" v="4807" actId="14100"/>
          <ac:spMkLst>
            <pc:docMk/>
            <pc:sldMk cId="2181260593" sldId="2147482951"/>
            <ac:spMk id="46" creationId="{02DD1577-38A1-013A-50DB-CC8035F9D149}"/>
          </ac:spMkLst>
        </pc:spChg>
        <pc:spChg chg="add mod">
          <ac:chgData name="Victor Aumaitre" userId="379d7840-47ba-428f-9f95-660059feb219" providerId="ADAL" clId="{8E2CC9BA-CB9A-5093-8A9B-190C45947F08}" dt="2026-05-07T22:01:18.361" v="4593" actId="20577"/>
          <ac:spMkLst>
            <pc:docMk/>
            <pc:sldMk cId="2181260593" sldId="2147482951"/>
            <ac:spMk id="47" creationId="{657F57FA-EFD2-FB87-3CFA-30329D14CACE}"/>
          </ac:spMkLst>
        </pc:spChg>
        <pc:spChg chg="add mod">
          <ac:chgData name="Victor Aumaitre" userId="379d7840-47ba-428f-9f95-660059feb219" providerId="ADAL" clId="{8E2CC9BA-CB9A-5093-8A9B-190C45947F08}" dt="2026-05-07T21:54:53.138" v="4494" actId="1076"/>
          <ac:spMkLst>
            <pc:docMk/>
            <pc:sldMk cId="2181260593" sldId="2147482951"/>
            <ac:spMk id="48" creationId="{53C88C49-5564-4F0A-5E10-63A404928D2F}"/>
          </ac:spMkLst>
        </pc:spChg>
        <pc:spChg chg="del mod">
          <ac:chgData name="Victor Aumaitre" userId="379d7840-47ba-428f-9f95-660059feb219" providerId="ADAL" clId="{8E2CC9BA-CB9A-5093-8A9B-190C45947F08}" dt="2026-05-07T22:03:57.633" v="4610" actId="478"/>
          <ac:spMkLst>
            <pc:docMk/>
            <pc:sldMk cId="2181260593" sldId="2147482951"/>
            <ac:spMk id="49" creationId="{9DD0FBB4-3CD3-F3A6-A5DD-6BBD768C115C}"/>
          </ac:spMkLst>
        </pc:spChg>
        <pc:spChg chg="del">
          <ac:chgData name="Victor Aumaitre" userId="379d7840-47ba-428f-9f95-660059feb219" providerId="ADAL" clId="{8E2CC9BA-CB9A-5093-8A9B-190C45947F08}" dt="2026-05-07T21:38:34.223" v="4354" actId="478"/>
          <ac:spMkLst>
            <pc:docMk/>
            <pc:sldMk cId="2181260593" sldId="2147482951"/>
            <ac:spMk id="50" creationId="{8404311F-C2D3-7837-60C6-D570110E1321}"/>
          </ac:spMkLst>
        </pc:spChg>
        <pc:spChg chg="del mod">
          <ac:chgData name="Victor Aumaitre" userId="379d7840-47ba-428f-9f95-660059feb219" providerId="ADAL" clId="{8E2CC9BA-CB9A-5093-8A9B-190C45947F08}" dt="2026-05-07T21:41:40.167" v="4399" actId="478"/>
          <ac:spMkLst>
            <pc:docMk/>
            <pc:sldMk cId="2181260593" sldId="2147482951"/>
            <ac:spMk id="51" creationId="{18B64C89-1799-03F1-238F-E6D358AE803F}"/>
          </ac:spMkLst>
        </pc:spChg>
        <pc:spChg chg="add mod">
          <ac:chgData name="Victor Aumaitre" userId="379d7840-47ba-428f-9f95-660059feb219" providerId="ADAL" clId="{8E2CC9BA-CB9A-5093-8A9B-190C45947F08}" dt="2026-05-07T22:43:21.523" v="4769" actId="27636"/>
          <ac:spMkLst>
            <pc:docMk/>
            <pc:sldMk cId="2181260593" sldId="2147482951"/>
            <ac:spMk id="52" creationId="{FB421609-6196-E758-24FC-AA2BCAEBF73B}"/>
          </ac:spMkLst>
        </pc:spChg>
        <pc:spChg chg="add mod">
          <ac:chgData name="Victor Aumaitre" userId="379d7840-47ba-428f-9f95-660059feb219" providerId="ADAL" clId="{8E2CC9BA-CB9A-5093-8A9B-190C45947F08}" dt="2026-05-07T22:46:18.548" v="4809" actId="14100"/>
          <ac:spMkLst>
            <pc:docMk/>
            <pc:sldMk cId="2181260593" sldId="2147482951"/>
            <ac:spMk id="53" creationId="{5640851A-1223-7416-2041-0EE96E24E3F7}"/>
          </ac:spMkLst>
        </pc:spChg>
        <pc:spChg chg="add mod">
          <ac:chgData name="Victor Aumaitre" userId="379d7840-47ba-428f-9f95-660059feb219" providerId="ADAL" clId="{8E2CC9BA-CB9A-5093-8A9B-190C45947F08}" dt="2026-05-07T21:57:17.707" v="4506" actId="1076"/>
          <ac:spMkLst>
            <pc:docMk/>
            <pc:sldMk cId="2181260593" sldId="2147482951"/>
            <ac:spMk id="55" creationId="{8B618806-0125-4957-8EE1-D169399B0339}"/>
          </ac:spMkLst>
        </pc:spChg>
        <pc:spChg chg="add mod">
          <ac:chgData name="Victor Aumaitre" userId="379d7840-47ba-428f-9f95-660059feb219" providerId="ADAL" clId="{8E2CC9BA-CB9A-5093-8A9B-190C45947F08}" dt="2026-05-07T21:57:17.707" v="4506" actId="1076"/>
          <ac:spMkLst>
            <pc:docMk/>
            <pc:sldMk cId="2181260593" sldId="2147482951"/>
            <ac:spMk id="56" creationId="{81729538-B3AF-AF77-65B6-07089155681E}"/>
          </ac:spMkLst>
        </pc:spChg>
        <pc:spChg chg="add mod">
          <ac:chgData name="Victor Aumaitre" userId="379d7840-47ba-428f-9f95-660059feb219" providerId="ADAL" clId="{8E2CC9BA-CB9A-5093-8A9B-190C45947F08}" dt="2026-05-07T22:00:35.642" v="4549" actId="20577"/>
          <ac:spMkLst>
            <pc:docMk/>
            <pc:sldMk cId="2181260593" sldId="2147482951"/>
            <ac:spMk id="57" creationId="{F3798350-D72B-1D35-489C-AA18ABD933DC}"/>
          </ac:spMkLst>
        </pc:spChg>
        <pc:spChg chg="add mod">
          <ac:chgData name="Victor Aumaitre" userId="379d7840-47ba-428f-9f95-660059feb219" providerId="ADAL" clId="{8E2CC9BA-CB9A-5093-8A9B-190C45947F08}" dt="2026-05-07T21:57:17.707" v="4506" actId="1076"/>
          <ac:spMkLst>
            <pc:docMk/>
            <pc:sldMk cId="2181260593" sldId="2147482951"/>
            <ac:spMk id="58" creationId="{343367B1-7B3F-D1F0-7ADD-C9CEFA9C497D}"/>
          </ac:spMkLst>
        </pc:spChg>
        <pc:spChg chg="add mod">
          <ac:chgData name="Victor Aumaitre" userId="379d7840-47ba-428f-9f95-660059feb219" providerId="ADAL" clId="{8E2CC9BA-CB9A-5093-8A9B-190C45947F08}" dt="2026-05-07T22:44:11.917" v="4782" actId="1076"/>
          <ac:spMkLst>
            <pc:docMk/>
            <pc:sldMk cId="2181260593" sldId="2147482951"/>
            <ac:spMk id="59" creationId="{949EF34B-38C7-BBA5-6CD0-4DA1F64D6B28}"/>
          </ac:spMkLst>
        </pc:spChg>
        <pc:spChg chg="add mod">
          <ac:chgData name="Victor Aumaitre" userId="379d7840-47ba-428f-9f95-660059feb219" providerId="ADAL" clId="{8E2CC9BA-CB9A-5093-8A9B-190C45947F08}" dt="2026-05-07T22:45:46.816" v="4803" actId="14100"/>
          <ac:spMkLst>
            <pc:docMk/>
            <pc:sldMk cId="2181260593" sldId="2147482951"/>
            <ac:spMk id="60" creationId="{1BBDEFF9-6937-9A2E-F012-DF0B1DCDDEC7}"/>
          </ac:spMkLst>
        </pc:spChg>
        <pc:spChg chg="mod">
          <ac:chgData name="Victor Aumaitre" userId="379d7840-47ba-428f-9f95-660059feb219" providerId="ADAL" clId="{8E2CC9BA-CB9A-5093-8A9B-190C45947F08}" dt="2026-05-07T22:00:46.648" v="4560" actId="20577"/>
          <ac:spMkLst>
            <pc:docMk/>
            <pc:sldMk cId="2181260593" sldId="2147482951"/>
            <ac:spMk id="61" creationId="{D4ECF746-9C80-4A11-D882-7783876A86A6}"/>
          </ac:spMkLst>
        </pc:spChg>
        <pc:spChg chg="add mod">
          <ac:chgData name="Victor Aumaitre" userId="379d7840-47ba-428f-9f95-660059feb219" providerId="ADAL" clId="{8E2CC9BA-CB9A-5093-8A9B-190C45947F08}" dt="2026-05-07T21:57:17.707" v="4506" actId="1076"/>
          <ac:spMkLst>
            <pc:docMk/>
            <pc:sldMk cId="2181260593" sldId="2147482951"/>
            <ac:spMk id="62" creationId="{857B7A73-0269-EC70-AE47-E69A65BB9610}"/>
          </ac:spMkLst>
        </pc:spChg>
        <pc:spChg chg="mod">
          <ac:chgData name="Victor Aumaitre" userId="379d7840-47ba-428f-9f95-660059feb219" providerId="ADAL" clId="{8E2CC9BA-CB9A-5093-8A9B-190C45947F08}" dt="2026-05-07T22:44:37.699" v="4788" actId="113"/>
          <ac:spMkLst>
            <pc:docMk/>
            <pc:sldMk cId="2181260593" sldId="2147482951"/>
            <ac:spMk id="64" creationId="{5C06CD6F-2514-21D3-7559-30D2DC9B2B89}"/>
          </ac:spMkLst>
        </pc:spChg>
        <pc:spChg chg="mod">
          <ac:chgData name="Victor Aumaitre" userId="379d7840-47ba-428f-9f95-660059feb219" providerId="ADAL" clId="{8E2CC9BA-CB9A-5093-8A9B-190C45947F08}" dt="2026-05-07T22:45:37.965" v="4801" actId="14100"/>
          <ac:spMkLst>
            <pc:docMk/>
            <pc:sldMk cId="2181260593" sldId="2147482951"/>
            <ac:spMk id="65" creationId="{7E73C200-AD3D-C94E-B27F-662E9492E4B9}"/>
          </ac:spMkLst>
        </pc:spChg>
        <pc:spChg chg="add mod">
          <ac:chgData name="Victor Aumaitre" userId="379d7840-47ba-428f-9f95-660059feb219" providerId="ADAL" clId="{8E2CC9BA-CB9A-5093-8A9B-190C45947F08}" dt="2026-05-08T12:32:37.132" v="6942" actId="1076"/>
          <ac:spMkLst>
            <pc:docMk/>
            <pc:sldMk cId="2181260593" sldId="2147482951"/>
            <ac:spMk id="66" creationId="{8819488B-76B2-6B22-1B2F-47C4C325A7AF}"/>
          </ac:spMkLst>
        </pc:spChg>
        <pc:spChg chg="add mod">
          <ac:chgData name="Victor Aumaitre" userId="379d7840-47ba-428f-9f95-660059feb219" providerId="ADAL" clId="{8E2CC9BA-CB9A-5093-8A9B-190C45947F08}" dt="2026-05-07T22:45:25.815" v="4799" actId="1076"/>
          <ac:spMkLst>
            <pc:docMk/>
            <pc:sldMk cId="2181260593" sldId="2147482951"/>
            <ac:spMk id="68" creationId="{86F316D0-B448-7668-A772-5D5B8ADE9277}"/>
          </ac:spMkLst>
        </pc:spChg>
        <pc:spChg chg="add mod">
          <ac:chgData name="Victor Aumaitre" userId="379d7840-47ba-428f-9f95-660059feb219" providerId="ADAL" clId="{8E2CC9BA-CB9A-5093-8A9B-190C45947F08}" dt="2026-05-07T22:45:21.250" v="4798" actId="1076"/>
          <ac:spMkLst>
            <pc:docMk/>
            <pc:sldMk cId="2181260593" sldId="2147482951"/>
            <ac:spMk id="69" creationId="{7221C8AE-12C7-2DD0-8E1C-C2B4FB678626}"/>
          </ac:spMkLst>
        </pc:spChg>
      </pc:sldChg>
      <pc:sldChg chg="addSp delSp modSp add mod">
        <pc:chgData name="Victor Aumaitre" userId="379d7840-47ba-428f-9f95-660059feb219" providerId="ADAL" clId="{8E2CC9BA-CB9A-5093-8A9B-190C45947F08}" dt="2026-05-07T00:58:21.793" v="2357" actId="20577"/>
        <pc:sldMkLst>
          <pc:docMk/>
          <pc:sldMk cId="171429725" sldId="2147482952"/>
        </pc:sldMkLst>
        <pc:spChg chg="mod">
          <ac:chgData name="Victor Aumaitre" userId="379d7840-47ba-428f-9f95-660059feb219" providerId="ADAL" clId="{8E2CC9BA-CB9A-5093-8A9B-190C45947F08}" dt="2026-05-07T00:57:13.761" v="2325" actId="1037"/>
          <ac:spMkLst>
            <pc:docMk/>
            <pc:sldMk cId="171429725" sldId="2147482952"/>
            <ac:spMk id="56" creationId="{51A4B6E8-A5A9-8FC6-5A4A-85C38EA6DDAF}"/>
          </ac:spMkLst>
        </pc:spChg>
        <pc:spChg chg="del mod">
          <ac:chgData name="Victor Aumaitre" userId="379d7840-47ba-428f-9f95-660059feb219" providerId="ADAL" clId="{8E2CC9BA-CB9A-5093-8A9B-190C45947F08}" dt="2026-05-07T00:56:17.639" v="2292" actId="478"/>
          <ac:spMkLst>
            <pc:docMk/>
            <pc:sldMk cId="171429725" sldId="2147482952"/>
            <ac:spMk id="57" creationId="{723D49A7-D70D-09DE-500F-D4C3C258E568}"/>
          </ac:spMkLst>
        </pc:spChg>
        <pc:spChg chg="del">
          <ac:chgData name="Victor Aumaitre" userId="379d7840-47ba-428f-9f95-660059feb219" providerId="ADAL" clId="{8E2CC9BA-CB9A-5093-8A9B-190C45947F08}" dt="2026-05-07T00:56:15.449" v="2291" actId="478"/>
          <ac:spMkLst>
            <pc:docMk/>
            <pc:sldMk cId="171429725" sldId="2147482952"/>
            <ac:spMk id="58" creationId="{AB935148-14C5-D973-53AE-29B3FF5A1C47}"/>
          </ac:spMkLst>
        </pc:spChg>
        <pc:spChg chg="del">
          <ac:chgData name="Victor Aumaitre" userId="379d7840-47ba-428f-9f95-660059feb219" providerId="ADAL" clId="{8E2CC9BA-CB9A-5093-8A9B-190C45947F08}" dt="2026-05-07T00:56:15.449" v="2291" actId="478"/>
          <ac:spMkLst>
            <pc:docMk/>
            <pc:sldMk cId="171429725" sldId="2147482952"/>
            <ac:spMk id="59" creationId="{664C06F0-D724-A417-B287-1BE4FDE25E8A}"/>
          </ac:spMkLst>
        </pc:spChg>
        <pc:spChg chg="del">
          <ac:chgData name="Victor Aumaitre" userId="379d7840-47ba-428f-9f95-660059feb219" providerId="ADAL" clId="{8E2CC9BA-CB9A-5093-8A9B-190C45947F08}" dt="2026-05-07T00:56:15.449" v="2291" actId="478"/>
          <ac:spMkLst>
            <pc:docMk/>
            <pc:sldMk cId="171429725" sldId="2147482952"/>
            <ac:spMk id="60" creationId="{018F198B-D005-3B23-9234-A91E649EC5D7}"/>
          </ac:spMkLst>
        </pc:spChg>
        <pc:spChg chg="del">
          <ac:chgData name="Victor Aumaitre" userId="379d7840-47ba-428f-9f95-660059feb219" providerId="ADAL" clId="{8E2CC9BA-CB9A-5093-8A9B-190C45947F08}" dt="2026-05-07T00:56:15.449" v="2291" actId="478"/>
          <ac:spMkLst>
            <pc:docMk/>
            <pc:sldMk cId="171429725" sldId="2147482952"/>
            <ac:spMk id="61" creationId="{BD7CC024-3249-6D97-21A9-96C0E051CFBD}"/>
          </ac:spMkLst>
        </pc:spChg>
        <pc:spChg chg="mod">
          <ac:chgData name="Victor Aumaitre" userId="379d7840-47ba-428f-9f95-660059feb219" providerId="ADAL" clId="{8E2CC9BA-CB9A-5093-8A9B-190C45947F08}" dt="2026-05-07T00:57:59.236" v="2347" actId="20577"/>
          <ac:spMkLst>
            <pc:docMk/>
            <pc:sldMk cId="171429725" sldId="2147482952"/>
            <ac:spMk id="68" creationId="{631DCF03-1F1A-6B6C-41FF-C1869AFC8B32}"/>
          </ac:spMkLst>
        </pc:spChg>
        <pc:spChg chg="add del mod">
          <ac:chgData name="Victor Aumaitre" userId="379d7840-47ba-428f-9f95-660059feb219" providerId="ADAL" clId="{8E2CC9BA-CB9A-5093-8A9B-190C45947F08}" dt="2026-05-07T00:53:46.572" v="2278" actId="478"/>
          <ac:spMkLst>
            <pc:docMk/>
            <pc:sldMk cId="171429725" sldId="2147482952"/>
            <ac:spMk id="69" creationId="{CD8781BE-417F-EEA4-9E9B-A8B63D5470C5}"/>
          </ac:spMkLst>
        </pc:spChg>
        <pc:spChg chg="mod">
          <ac:chgData name="Victor Aumaitre" userId="379d7840-47ba-428f-9f95-660059feb219" providerId="ADAL" clId="{8E2CC9BA-CB9A-5093-8A9B-190C45947F08}" dt="2026-05-07T00:57:36.079" v="2336" actId="20577"/>
          <ac:spMkLst>
            <pc:docMk/>
            <pc:sldMk cId="171429725" sldId="2147482952"/>
            <ac:spMk id="70" creationId="{ACD0441E-C85E-C54F-34D2-AB77AE4B9F8D}"/>
          </ac:spMkLst>
        </pc:spChg>
        <pc:spChg chg="mod">
          <ac:chgData name="Victor Aumaitre" userId="379d7840-47ba-428f-9f95-660059feb219" providerId="ADAL" clId="{8E2CC9BA-CB9A-5093-8A9B-190C45947F08}" dt="2026-05-07T00:57:13.761" v="2325" actId="1037"/>
          <ac:spMkLst>
            <pc:docMk/>
            <pc:sldMk cId="171429725" sldId="2147482952"/>
            <ac:spMk id="104" creationId="{042E3376-CEC6-14E1-E5E4-8B19A2784522}"/>
          </ac:spMkLst>
        </pc:spChg>
        <pc:spChg chg="add del mod">
          <ac:chgData name="Victor Aumaitre" userId="379d7840-47ba-428f-9f95-660059feb219" providerId="ADAL" clId="{8E2CC9BA-CB9A-5093-8A9B-190C45947F08}" dt="2026-05-07T00:56:15.449" v="2291" actId="478"/>
          <ac:spMkLst>
            <pc:docMk/>
            <pc:sldMk cId="171429725" sldId="2147482952"/>
            <ac:spMk id="105" creationId="{7698443F-1501-1951-3A20-66B5B9CB21FB}"/>
          </ac:spMkLst>
        </pc:spChg>
        <pc:spChg chg="mod">
          <ac:chgData name="Victor Aumaitre" userId="379d7840-47ba-428f-9f95-660059feb219" providerId="ADAL" clId="{8E2CC9BA-CB9A-5093-8A9B-190C45947F08}" dt="2026-05-07T00:52:10.213" v="2253" actId="207"/>
          <ac:spMkLst>
            <pc:docMk/>
            <pc:sldMk cId="171429725" sldId="2147482952"/>
            <ac:spMk id="107" creationId="{46241031-A4EF-7886-FE8F-13A5714C2CC0}"/>
          </ac:spMkLst>
        </pc:spChg>
        <pc:spChg chg="mod">
          <ac:chgData name="Victor Aumaitre" userId="379d7840-47ba-428f-9f95-660059feb219" providerId="ADAL" clId="{8E2CC9BA-CB9A-5093-8A9B-190C45947F08}" dt="2026-05-07T00:52:10.213" v="2253" actId="207"/>
          <ac:spMkLst>
            <pc:docMk/>
            <pc:sldMk cId="171429725" sldId="2147482952"/>
            <ac:spMk id="108" creationId="{4EFB9A19-8209-5DB9-46F4-2DCC4A3D12E8}"/>
          </ac:spMkLst>
        </pc:spChg>
        <pc:spChg chg="mod">
          <ac:chgData name="Victor Aumaitre" userId="379d7840-47ba-428f-9f95-660059feb219" providerId="ADAL" clId="{8E2CC9BA-CB9A-5093-8A9B-190C45947F08}" dt="2026-05-07T00:52:10.213" v="2253" actId="207"/>
          <ac:spMkLst>
            <pc:docMk/>
            <pc:sldMk cId="171429725" sldId="2147482952"/>
            <ac:spMk id="109" creationId="{0DB12A74-DC4F-8A45-3DDF-21CEFD63CA27}"/>
          </ac:spMkLst>
        </pc:spChg>
        <pc:spChg chg="del mod">
          <ac:chgData name="Victor Aumaitre" userId="379d7840-47ba-428f-9f95-660059feb219" providerId="ADAL" clId="{8E2CC9BA-CB9A-5093-8A9B-190C45947F08}" dt="2026-05-07T00:48:22.737" v="2169" actId="478"/>
          <ac:spMkLst>
            <pc:docMk/>
            <pc:sldMk cId="171429725" sldId="2147482952"/>
            <ac:spMk id="110" creationId="{15C18FF8-9234-E7CF-150C-2D326C5D8BB0}"/>
          </ac:spMkLst>
        </pc:spChg>
        <pc:spChg chg="del mod">
          <ac:chgData name="Victor Aumaitre" userId="379d7840-47ba-428f-9f95-660059feb219" providerId="ADAL" clId="{8E2CC9BA-CB9A-5093-8A9B-190C45947F08}" dt="2026-05-07T00:48:17.340" v="2168" actId="478"/>
          <ac:spMkLst>
            <pc:docMk/>
            <pc:sldMk cId="171429725" sldId="2147482952"/>
            <ac:spMk id="111" creationId="{3F0578B3-25B8-5548-2968-B401CA332805}"/>
          </ac:spMkLst>
        </pc:spChg>
        <pc:spChg chg="mod">
          <ac:chgData name="Victor Aumaitre" userId="379d7840-47ba-428f-9f95-660059feb219" providerId="ADAL" clId="{8E2CC9BA-CB9A-5093-8A9B-190C45947F08}" dt="2026-05-07T00:52:18.376" v="2254" actId="207"/>
          <ac:spMkLst>
            <pc:docMk/>
            <pc:sldMk cId="171429725" sldId="2147482952"/>
            <ac:spMk id="113" creationId="{6E50704C-91F3-49DE-964D-B94FE76F2114}"/>
          </ac:spMkLst>
        </pc:spChg>
        <pc:spChg chg="mod">
          <ac:chgData name="Victor Aumaitre" userId="379d7840-47ba-428f-9f95-660059feb219" providerId="ADAL" clId="{8E2CC9BA-CB9A-5093-8A9B-190C45947F08}" dt="2026-05-07T00:52:28.209" v="2256" actId="207"/>
          <ac:spMkLst>
            <pc:docMk/>
            <pc:sldMk cId="171429725" sldId="2147482952"/>
            <ac:spMk id="114" creationId="{CACEFF44-7B64-2101-CEBE-F9F066D0457F}"/>
          </ac:spMkLst>
        </pc:spChg>
        <pc:spChg chg="mod">
          <ac:chgData name="Victor Aumaitre" userId="379d7840-47ba-428f-9f95-660059feb219" providerId="ADAL" clId="{8E2CC9BA-CB9A-5093-8A9B-190C45947F08}" dt="2026-05-07T00:52:22.427" v="2255" actId="207"/>
          <ac:spMkLst>
            <pc:docMk/>
            <pc:sldMk cId="171429725" sldId="2147482952"/>
            <ac:spMk id="115" creationId="{ADEFCEFB-406A-C743-54E4-6FCEC4A0318F}"/>
          </ac:spMkLst>
        </pc:spChg>
        <pc:spChg chg="mod">
          <ac:chgData name="Victor Aumaitre" userId="379d7840-47ba-428f-9f95-660059feb219" providerId="ADAL" clId="{8E2CC9BA-CB9A-5093-8A9B-190C45947F08}" dt="2026-05-07T00:52:10.213" v="2253" actId="207"/>
          <ac:spMkLst>
            <pc:docMk/>
            <pc:sldMk cId="171429725" sldId="2147482952"/>
            <ac:spMk id="116" creationId="{BE8F308D-5971-3C09-3B65-DA11B99CDCE6}"/>
          </ac:spMkLst>
        </pc:spChg>
        <pc:spChg chg="mod">
          <ac:chgData name="Victor Aumaitre" userId="379d7840-47ba-428f-9f95-660059feb219" providerId="ADAL" clId="{8E2CC9BA-CB9A-5093-8A9B-190C45947F08}" dt="2026-05-07T00:52:10.213" v="2253" actId="207"/>
          <ac:spMkLst>
            <pc:docMk/>
            <pc:sldMk cId="171429725" sldId="2147482952"/>
            <ac:spMk id="117" creationId="{A15C7374-0D6E-8AC6-66C3-99D25925BF95}"/>
          </ac:spMkLst>
        </pc:spChg>
        <pc:spChg chg="add mod">
          <ac:chgData name="Victor Aumaitre" userId="379d7840-47ba-428f-9f95-660059feb219" providerId="ADAL" clId="{8E2CC9BA-CB9A-5093-8A9B-190C45947F08}" dt="2026-05-07T00:57:13.761" v="2325" actId="1037"/>
          <ac:spMkLst>
            <pc:docMk/>
            <pc:sldMk cId="171429725" sldId="2147482952"/>
            <ac:spMk id="119" creationId="{7E3FA285-60C4-46C2-D2C6-CB35F506C30D}"/>
          </ac:spMkLst>
        </pc:spChg>
        <pc:spChg chg="add mod">
          <ac:chgData name="Victor Aumaitre" userId="379d7840-47ba-428f-9f95-660059feb219" providerId="ADAL" clId="{8E2CC9BA-CB9A-5093-8A9B-190C45947F08}" dt="2026-05-07T00:58:06.030" v="2349" actId="20577"/>
          <ac:spMkLst>
            <pc:docMk/>
            <pc:sldMk cId="171429725" sldId="2147482952"/>
            <ac:spMk id="120" creationId="{AD111BC3-1BCA-B9FD-C087-49BFEC5465F5}"/>
          </ac:spMkLst>
        </pc:spChg>
        <pc:spChg chg="add mod">
          <ac:chgData name="Victor Aumaitre" userId="379d7840-47ba-428f-9f95-660059feb219" providerId="ADAL" clId="{8E2CC9BA-CB9A-5093-8A9B-190C45947F08}" dt="2026-05-07T00:58:09.449" v="2351" actId="20577"/>
          <ac:spMkLst>
            <pc:docMk/>
            <pc:sldMk cId="171429725" sldId="2147482952"/>
            <ac:spMk id="121" creationId="{30C6C38F-241A-6E83-3F8B-F7B13C7800E3}"/>
          </ac:spMkLst>
        </pc:spChg>
        <pc:spChg chg="add mod">
          <ac:chgData name="Victor Aumaitre" userId="379d7840-47ba-428f-9f95-660059feb219" providerId="ADAL" clId="{8E2CC9BA-CB9A-5093-8A9B-190C45947F08}" dt="2026-05-07T00:58:13.141" v="2353" actId="20577"/>
          <ac:spMkLst>
            <pc:docMk/>
            <pc:sldMk cId="171429725" sldId="2147482952"/>
            <ac:spMk id="122" creationId="{FDC43E54-A2C3-FC43-87FF-7BC106B7F91F}"/>
          </ac:spMkLst>
        </pc:spChg>
        <pc:spChg chg="add mod">
          <ac:chgData name="Victor Aumaitre" userId="379d7840-47ba-428f-9f95-660059feb219" providerId="ADAL" clId="{8E2CC9BA-CB9A-5093-8A9B-190C45947F08}" dt="2026-05-07T00:58:17.548" v="2355" actId="20577"/>
          <ac:spMkLst>
            <pc:docMk/>
            <pc:sldMk cId="171429725" sldId="2147482952"/>
            <ac:spMk id="123" creationId="{B2CEC438-0E05-8ECE-6DD6-722E19343069}"/>
          </ac:spMkLst>
        </pc:spChg>
        <pc:spChg chg="add mod">
          <ac:chgData name="Victor Aumaitre" userId="379d7840-47ba-428f-9f95-660059feb219" providerId="ADAL" clId="{8E2CC9BA-CB9A-5093-8A9B-190C45947F08}" dt="2026-05-07T00:58:21.793" v="2357" actId="20577"/>
          <ac:spMkLst>
            <pc:docMk/>
            <pc:sldMk cId="171429725" sldId="2147482952"/>
            <ac:spMk id="124" creationId="{34D89C48-5BAE-21AD-CA77-AAA0BC0180DE}"/>
          </ac:spMkLst>
        </pc:spChg>
        <pc:spChg chg="add mod">
          <ac:chgData name="Victor Aumaitre" userId="379d7840-47ba-428f-9f95-660059feb219" providerId="ADAL" clId="{8E2CC9BA-CB9A-5093-8A9B-190C45947F08}" dt="2026-05-07T00:57:13.761" v="2325" actId="1037"/>
          <ac:spMkLst>
            <pc:docMk/>
            <pc:sldMk cId="171429725" sldId="2147482952"/>
            <ac:spMk id="125" creationId="{55079F0E-AEA6-90C5-00E7-9B00F5E5AE32}"/>
          </ac:spMkLst>
        </pc:spChg>
        <pc:spChg chg="add mod">
          <ac:chgData name="Victor Aumaitre" userId="379d7840-47ba-428f-9f95-660059feb219" providerId="ADAL" clId="{8E2CC9BA-CB9A-5093-8A9B-190C45947F08}" dt="2026-05-07T00:57:13.761" v="2325" actId="1037"/>
          <ac:spMkLst>
            <pc:docMk/>
            <pc:sldMk cId="171429725" sldId="2147482952"/>
            <ac:spMk id="126" creationId="{1182E94D-95DF-3AC1-3C58-5240A4042899}"/>
          </ac:spMkLst>
        </pc:spChg>
        <pc:grpChg chg="add mod">
          <ac:chgData name="Victor Aumaitre" userId="379d7840-47ba-428f-9f95-660059feb219" providerId="ADAL" clId="{8E2CC9BA-CB9A-5093-8A9B-190C45947F08}" dt="2026-05-07T00:48:35.095" v="2170" actId="1076"/>
          <ac:grpSpMkLst>
            <pc:docMk/>
            <pc:sldMk cId="171429725" sldId="2147482952"/>
            <ac:grpSpMk id="112" creationId="{471808BE-D539-7D1C-BC29-D129F8B7D35E}"/>
          </ac:grpSpMkLst>
        </pc:grpChg>
        <pc:grpChg chg="add mod">
          <ac:chgData name="Victor Aumaitre" userId="379d7840-47ba-428f-9f95-660059feb219" providerId="ADAL" clId="{8E2CC9BA-CB9A-5093-8A9B-190C45947F08}" dt="2026-05-07T00:48:49.194" v="2172" actId="1076"/>
          <ac:grpSpMkLst>
            <pc:docMk/>
            <pc:sldMk cId="171429725" sldId="2147482952"/>
            <ac:grpSpMk id="118" creationId="{F4A06D6C-2D5C-931C-6A41-192EA1008BCC}"/>
          </ac:grpSpMkLst>
        </pc:grpChg>
        <pc:picChg chg="mod">
          <ac:chgData name="Victor Aumaitre" userId="379d7840-47ba-428f-9f95-660059feb219" providerId="ADAL" clId="{8E2CC9BA-CB9A-5093-8A9B-190C45947F08}" dt="2026-05-07T00:57:22.590" v="2334" actId="1037"/>
          <ac:picMkLst>
            <pc:docMk/>
            <pc:sldMk cId="171429725" sldId="2147482952"/>
            <ac:picMk id="67" creationId="{66F87180-0D98-A5D8-8021-6194F01722A0}"/>
          </ac:picMkLst>
        </pc:picChg>
        <pc:picChg chg="del">
          <ac:chgData name="Victor Aumaitre" userId="379d7840-47ba-428f-9f95-660059feb219" providerId="ADAL" clId="{8E2CC9BA-CB9A-5093-8A9B-190C45947F08}" dt="2026-05-07T00:53:43.662" v="2277" actId="478"/>
          <ac:picMkLst>
            <pc:docMk/>
            <pc:sldMk cId="171429725" sldId="2147482952"/>
            <ac:picMk id="71" creationId="{CD02F5B9-894D-0F95-CBED-F04220907972}"/>
          </ac:picMkLst>
        </pc:picChg>
        <pc:picChg chg="mod">
          <ac:chgData name="Victor Aumaitre" userId="379d7840-47ba-428f-9f95-660059feb219" providerId="ADAL" clId="{8E2CC9BA-CB9A-5093-8A9B-190C45947F08}" dt="2026-05-07T00:57:31.375" v="2335" actId="1076"/>
          <ac:picMkLst>
            <pc:docMk/>
            <pc:sldMk cId="171429725" sldId="2147482952"/>
            <ac:picMk id="72" creationId="{3AB053E2-A722-6328-F296-1FF074A97FA7}"/>
          </ac:picMkLst>
        </pc:picChg>
        <pc:cxnChg chg="del">
          <ac:chgData name="Victor Aumaitre" userId="379d7840-47ba-428f-9f95-660059feb219" providerId="ADAL" clId="{8E2CC9BA-CB9A-5093-8A9B-190C45947F08}" dt="2026-05-07T00:53:49.303" v="2279" actId="478"/>
          <ac:cxnSpMkLst>
            <pc:docMk/>
            <pc:sldMk cId="171429725" sldId="2147482952"/>
            <ac:cxnSpMk id="66" creationId="{606F8233-2C80-F8C0-409F-1F66373B3267}"/>
          </ac:cxnSpMkLst>
        </pc:cxnChg>
      </pc:sldChg>
      <pc:sldChg chg="addSp delSp modSp add del mod">
        <pc:chgData name="Victor Aumaitre" userId="379d7840-47ba-428f-9f95-660059feb219" providerId="ADAL" clId="{8E2CC9BA-CB9A-5093-8A9B-190C45947F08}" dt="2026-05-08T02:28:51.456" v="6219" actId="2696"/>
        <pc:sldMkLst>
          <pc:docMk/>
          <pc:sldMk cId="35011497" sldId="2147482953"/>
        </pc:sldMkLst>
        <pc:spChg chg="add mod">
          <ac:chgData name="Victor Aumaitre" userId="379d7840-47ba-428f-9f95-660059feb219" providerId="ADAL" clId="{8E2CC9BA-CB9A-5093-8A9B-190C45947F08}" dt="2026-05-07T16:03:36.517" v="3428" actId="20577"/>
          <ac:spMkLst>
            <pc:docMk/>
            <pc:sldMk cId="35011497" sldId="2147482953"/>
            <ac:spMk id="2" creationId="{252A10D0-0607-CA3F-1771-E16804436C38}"/>
          </ac:spMkLst>
        </pc:spChg>
        <pc:spChg chg="add mod">
          <ac:chgData name="Victor Aumaitre" userId="379d7840-47ba-428f-9f95-660059feb219" providerId="ADAL" clId="{8E2CC9BA-CB9A-5093-8A9B-190C45947F08}" dt="2026-05-07T16:03:55.214" v="3446" actId="20577"/>
          <ac:spMkLst>
            <pc:docMk/>
            <pc:sldMk cId="35011497" sldId="2147482953"/>
            <ac:spMk id="3" creationId="{C4FED011-A4A7-FE2E-0D8E-3CC5AC23FCD4}"/>
          </ac:spMkLst>
        </pc:spChg>
        <pc:spChg chg="add mod">
          <ac:chgData name="Victor Aumaitre" userId="379d7840-47ba-428f-9f95-660059feb219" providerId="ADAL" clId="{8E2CC9BA-CB9A-5093-8A9B-190C45947F08}" dt="2026-05-07T16:04:12.748" v="3465" actId="20577"/>
          <ac:spMkLst>
            <pc:docMk/>
            <pc:sldMk cId="35011497" sldId="2147482953"/>
            <ac:spMk id="4" creationId="{FBFEA25A-B0AD-2B1F-5CF0-F9D9CE7997BE}"/>
          </ac:spMkLst>
        </pc:spChg>
        <pc:spChg chg="add mod">
          <ac:chgData name="Victor Aumaitre" userId="379d7840-47ba-428f-9f95-660059feb219" providerId="ADAL" clId="{8E2CC9BA-CB9A-5093-8A9B-190C45947F08}" dt="2026-05-07T16:04:30.703" v="3477" actId="20577"/>
          <ac:spMkLst>
            <pc:docMk/>
            <pc:sldMk cId="35011497" sldId="2147482953"/>
            <ac:spMk id="7" creationId="{FE9E2E8C-9CE9-96E8-42C3-A6CF3AB1416C}"/>
          </ac:spMkLst>
        </pc:spChg>
        <pc:spChg chg="mod">
          <ac:chgData name="Victor Aumaitre" userId="379d7840-47ba-428f-9f95-660059feb219" providerId="ADAL" clId="{8E2CC9BA-CB9A-5093-8A9B-190C45947F08}" dt="2026-05-07T01:18:28.281" v="2501" actId="1076"/>
          <ac:spMkLst>
            <pc:docMk/>
            <pc:sldMk cId="35011497" sldId="2147482953"/>
            <ac:spMk id="105" creationId="{23295518-E8FD-B5A9-9FDC-5E18B24046BF}"/>
          </ac:spMkLst>
        </pc:spChg>
        <pc:spChg chg="mod">
          <ac:chgData name="Victor Aumaitre" userId="379d7840-47ba-428f-9f95-660059feb219" providerId="ADAL" clId="{8E2CC9BA-CB9A-5093-8A9B-190C45947F08}" dt="2026-05-07T01:17:31.530" v="2496" actId="1076"/>
          <ac:spMkLst>
            <pc:docMk/>
            <pc:sldMk cId="35011497" sldId="2147482953"/>
            <ac:spMk id="108" creationId="{7535951B-D90F-2FBF-5E71-9EF21E2ABC89}"/>
          </ac:spMkLst>
        </pc:spChg>
        <pc:spChg chg="add mod">
          <ac:chgData name="Victor Aumaitre" userId="379d7840-47ba-428f-9f95-660059feb219" providerId="ADAL" clId="{8E2CC9BA-CB9A-5093-8A9B-190C45947F08}" dt="2026-05-07T01:17:46.465" v="2497" actId="1076"/>
          <ac:spMkLst>
            <pc:docMk/>
            <pc:sldMk cId="35011497" sldId="2147482953"/>
            <ac:spMk id="114" creationId="{36B4C5E8-BB45-517C-0BC7-5E683B3DC96A}"/>
          </ac:spMkLst>
        </pc:spChg>
        <pc:spChg chg="del">
          <ac:chgData name="Victor Aumaitre" userId="379d7840-47ba-428f-9f95-660059feb219" providerId="ADAL" clId="{8E2CC9BA-CB9A-5093-8A9B-190C45947F08}" dt="2026-05-07T01:17:59.086" v="2498" actId="478"/>
          <ac:spMkLst>
            <pc:docMk/>
            <pc:sldMk cId="35011497" sldId="2147482953"/>
            <ac:spMk id="123" creationId="{25FA03E1-9F5F-CCA7-C2B7-7E73AFB7AF43}"/>
          </ac:spMkLst>
        </pc:spChg>
        <pc:spChg chg="del">
          <ac:chgData name="Victor Aumaitre" userId="379d7840-47ba-428f-9f95-660059feb219" providerId="ADAL" clId="{8E2CC9BA-CB9A-5093-8A9B-190C45947F08}" dt="2026-05-07T01:18:17.999" v="2500" actId="478"/>
          <ac:spMkLst>
            <pc:docMk/>
            <pc:sldMk cId="35011497" sldId="2147482953"/>
            <ac:spMk id="124" creationId="{FA7F12BC-05D3-D636-90FD-C8D460CB9000}"/>
          </ac:spMkLst>
        </pc:spChg>
        <pc:spChg chg="del mod">
          <ac:chgData name="Victor Aumaitre" userId="379d7840-47ba-428f-9f95-660059feb219" providerId="ADAL" clId="{8E2CC9BA-CB9A-5093-8A9B-190C45947F08}" dt="2026-05-07T01:18:15.496" v="2499" actId="478"/>
          <ac:spMkLst>
            <pc:docMk/>
            <pc:sldMk cId="35011497" sldId="2147482953"/>
            <ac:spMk id="125" creationId="{17F1BFD1-8CE5-DF81-B175-B9A7888594C9}"/>
          </ac:spMkLst>
        </pc:spChg>
      </pc:sldChg>
      <pc:sldChg chg="addSp delSp modSp add mod modNotesTx">
        <pc:chgData name="Victor Aumaitre" userId="379d7840-47ba-428f-9f95-660059feb219" providerId="ADAL" clId="{8E2CC9BA-CB9A-5093-8A9B-190C45947F08}" dt="2026-05-08T12:34:54.200" v="6982" actId="20577"/>
        <pc:sldMkLst>
          <pc:docMk/>
          <pc:sldMk cId="2295856123" sldId="2147483566"/>
        </pc:sldMkLst>
        <pc:spChg chg="mod">
          <ac:chgData name="Victor Aumaitre" userId="379d7840-47ba-428f-9f95-660059feb219" providerId="ADAL" clId="{8E2CC9BA-CB9A-5093-8A9B-190C45947F08}" dt="2026-05-06T22:29:22.962" v="1817" actId="208"/>
          <ac:spMkLst>
            <pc:docMk/>
            <pc:sldMk cId="2295856123" sldId="2147483566"/>
            <ac:spMk id="2" creationId="{63DFFB9A-BC7A-51E0-02E3-CD9B0BA29FFD}"/>
          </ac:spMkLst>
        </pc:spChg>
        <pc:spChg chg="mod">
          <ac:chgData name="Victor Aumaitre" userId="379d7840-47ba-428f-9f95-660059feb219" providerId="ADAL" clId="{8E2CC9BA-CB9A-5093-8A9B-190C45947F08}" dt="2026-05-06T22:38:12.271" v="1923" actId="1036"/>
          <ac:spMkLst>
            <pc:docMk/>
            <pc:sldMk cId="2295856123" sldId="2147483566"/>
            <ac:spMk id="3" creationId="{C8C41E00-9975-5D2D-D056-CE7FBFE901A0}"/>
          </ac:spMkLst>
        </pc:spChg>
        <pc:spChg chg="mod">
          <ac:chgData name="Victor Aumaitre" userId="379d7840-47ba-428f-9f95-660059feb219" providerId="ADAL" clId="{8E2CC9BA-CB9A-5093-8A9B-190C45947F08}" dt="2026-05-06T22:38:12.271" v="1923" actId="1036"/>
          <ac:spMkLst>
            <pc:docMk/>
            <pc:sldMk cId="2295856123" sldId="2147483566"/>
            <ac:spMk id="9" creationId="{E6028658-9045-0B43-4B0E-A75F0DD00A4D}"/>
          </ac:spMkLst>
        </pc:spChg>
        <pc:spChg chg="add mod">
          <ac:chgData name="Victor Aumaitre" userId="379d7840-47ba-428f-9f95-660059feb219" providerId="ADAL" clId="{8E2CC9BA-CB9A-5093-8A9B-190C45947F08}" dt="2026-05-06T22:26:42.177" v="1718" actId="403"/>
          <ac:spMkLst>
            <pc:docMk/>
            <pc:sldMk cId="2295856123" sldId="2147483566"/>
            <ac:spMk id="10" creationId="{6386A046-F29D-2066-9DEA-674A2F83EF2C}"/>
          </ac:spMkLst>
        </pc:spChg>
        <pc:spChg chg="mod">
          <ac:chgData name="Victor Aumaitre" userId="379d7840-47ba-428f-9f95-660059feb219" providerId="ADAL" clId="{8E2CC9BA-CB9A-5093-8A9B-190C45947F08}" dt="2026-05-06T22:39:22.925" v="1966" actId="208"/>
          <ac:spMkLst>
            <pc:docMk/>
            <pc:sldMk cId="2295856123" sldId="2147483566"/>
            <ac:spMk id="14" creationId="{FAB2E13C-AC95-2D14-A172-5CA3CB5207CD}"/>
          </ac:spMkLst>
        </pc:spChg>
        <pc:spChg chg="mod">
          <ac:chgData name="Victor Aumaitre" userId="379d7840-47ba-428f-9f95-660059feb219" providerId="ADAL" clId="{8E2CC9BA-CB9A-5093-8A9B-190C45947F08}" dt="2026-05-06T23:12:35.392" v="2042" actId="14100"/>
          <ac:spMkLst>
            <pc:docMk/>
            <pc:sldMk cId="2295856123" sldId="2147483566"/>
            <ac:spMk id="16" creationId="{59ED524E-C867-4B1F-1657-24F95FE5B18E}"/>
          </ac:spMkLst>
        </pc:spChg>
        <pc:spChg chg="mod">
          <ac:chgData name="Victor Aumaitre" userId="379d7840-47ba-428f-9f95-660059feb219" providerId="ADAL" clId="{8E2CC9BA-CB9A-5093-8A9B-190C45947F08}" dt="2026-05-06T22:39:22.925" v="1966" actId="208"/>
          <ac:spMkLst>
            <pc:docMk/>
            <pc:sldMk cId="2295856123" sldId="2147483566"/>
            <ac:spMk id="17" creationId="{DBBD8E78-A95C-141A-3ED2-A2BAC42FD929}"/>
          </ac:spMkLst>
        </pc:spChg>
        <pc:spChg chg="mod">
          <ac:chgData name="Victor Aumaitre" userId="379d7840-47ba-428f-9f95-660059feb219" providerId="ADAL" clId="{8E2CC9BA-CB9A-5093-8A9B-190C45947F08}" dt="2026-05-06T23:12:03.910" v="2039" actId="403"/>
          <ac:spMkLst>
            <pc:docMk/>
            <pc:sldMk cId="2295856123" sldId="2147483566"/>
            <ac:spMk id="18" creationId="{88203851-1452-AF1E-4713-EEDCD82B0EFB}"/>
          </ac:spMkLst>
        </pc:spChg>
        <pc:spChg chg="mod">
          <ac:chgData name="Victor Aumaitre" userId="379d7840-47ba-428f-9f95-660059feb219" providerId="ADAL" clId="{8E2CC9BA-CB9A-5093-8A9B-190C45947F08}" dt="2026-05-06T22:30:21.185" v="1830" actId="20577"/>
          <ac:spMkLst>
            <pc:docMk/>
            <pc:sldMk cId="2295856123" sldId="2147483566"/>
            <ac:spMk id="19" creationId="{6A74C5E4-0181-E616-A695-0985111F71DC}"/>
          </ac:spMkLst>
        </pc:spChg>
        <pc:spChg chg="add mod">
          <ac:chgData name="Victor Aumaitre" userId="379d7840-47ba-428f-9f95-660059feb219" providerId="ADAL" clId="{8E2CC9BA-CB9A-5093-8A9B-190C45947F08}" dt="2026-05-06T23:12:03.910" v="2039" actId="403"/>
          <ac:spMkLst>
            <pc:docMk/>
            <pc:sldMk cId="2295856123" sldId="2147483566"/>
            <ac:spMk id="20" creationId="{23413695-D16A-1AF4-AF3D-ECA5CDE39321}"/>
          </ac:spMkLst>
        </pc:spChg>
        <pc:spChg chg="mod">
          <ac:chgData name="Victor Aumaitre" userId="379d7840-47ba-428f-9f95-660059feb219" providerId="ADAL" clId="{8E2CC9BA-CB9A-5093-8A9B-190C45947F08}" dt="2026-05-06T22:38:12.271" v="1923" actId="1036"/>
          <ac:spMkLst>
            <pc:docMk/>
            <pc:sldMk cId="2295856123" sldId="2147483566"/>
            <ac:spMk id="21" creationId="{FFD1B086-41C0-9E5B-6D9A-B2E87B342302}"/>
          </ac:spMkLst>
        </pc:spChg>
        <pc:spChg chg="add mod">
          <ac:chgData name="Victor Aumaitre" userId="379d7840-47ba-428f-9f95-660059feb219" providerId="ADAL" clId="{8E2CC9BA-CB9A-5093-8A9B-190C45947F08}" dt="2026-05-06T22:30:44.040" v="1835" actId="20577"/>
          <ac:spMkLst>
            <pc:docMk/>
            <pc:sldMk cId="2295856123" sldId="2147483566"/>
            <ac:spMk id="22" creationId="{9A4A62BB-5AC6-447D-3BA8-9AEA0D9B3727}"/>
          </ac:spMkLst>
        </pc:spChg>
        <pc:spChg chg="mod">
          <ac:chgData name="Victor Aumaitre" userId="379d7840-47ba-428f-9f95-660059feb219" providerId="ADAL" clId="{8E2CC9BA-CB9A-5093-8A9B-190C45947F08}" dt="2026-05-06T22:31:11.429" v="1840" actId="208"/>
          <ac:spMkLst>
            <pc:docMk/>
            <pc:sldMk cId="2295856123" sldId="2147483566"/>
            <ac:spMk id="23" creationId="{67443E25-874E-8D18-8FAF-DC96FEEA9895}"/>
          </ac:spMkLst>
        </pc:spChg>
        <pc:spChg chg="mod">
          <ac:chgData name="Victor Aumaitre" userId="379d7840-47ba-428f-9f95-660059feb219" providerId="ADAL" clId="{8E2CC9BA-CB9A-5093-8A9B-190C45947F08}" dt="2026-05-06T23:23:13.297" v="2089" actId="20577"/>
          <ac:spMkLst>
            <pc:docMk/>
            <pc:sldMk cId="2295856123" sldId="2147483566"/>
            <ac:spMk id="27" creationId="{C83837B4-B2FE-E108-BCE6-16CD9C7031D8}"/>
          </ac:spMkLst>
        </pc:spChg>
        <pc:spChg chg="mod">
          <ac:chgData name="Victor Aumaitre" userId="379d7840-47ba-428f-9f95-660059feb219" providerId="ADAL" clId="{8E2CC9BA-CB9A-5093-8A9B-190C45947F08}" dt="2026-05-08T02:43:58.178" v="6315" actId="20577"/>
          <ac:spMkLst>
            <pc:docMk/>
            <pc:sldMk cId="2295856123" sldId="2147483566"/>
            <ac:spMk id="28" creationId="{A67A7707-2B57-BE3C-F0F5-3C0ECB6FBAF6}"/>
          </ac:spMkLst>
        </pc:spChg>
        <pc:spChg chg="add mod">
          <ac:chgData name="Victor Aumaitre" userId="379d7840-47ba-428f-9f95-660059feb219" providerId="ADAL" clId="{8E2CC9BA-CB9A-5093-8A9B-190C45947F08}" dt="2026-05-06T22:26:42.177" v="1718" actId="403"/>
          <ac:spMkLst>
            <pc:docMk/>
            <pc:sldMk cId="2295856123" sldId="2147483566"/>
            <ac:spMk id="30" creationId="{3D07F866-01AA-9EFB-7861-FA906809E5EF}"/>
          </ac:spMkLst>
        </pc:spChg>
        <pc:spChg chg="add mod">
          <ac:chgData name="Victor Aumaitre" userId="379d7840-47ba-428f-9f95-660059feb219" providerId="ADAL" clId="{8E2CC9BA-CB9A-5093-8A9B-190C45947F08}" dt="2026-05-06T22:26:42.177" v="1718" actId="403"/>
          <ac:spMkLst>
            <pc:docMk/>
            <pc:sldMk cId="2295856123" sldId="2147483566"/>
            <ac:spMk id="35" creationId="{1B5CD84B-12F4-A1A0-495C-72123D7763A6}"/>
          </ac:spMkLst>
        </pc:spChg>
        <pc:spChg chg="mod">
          <ac:chgData name="Victor Aumaitre" userId="379d7840-47ba-428f-9f95-660059feb219" providerId="ADAL" clId="{8E2CC9BA-CB9A-5093-8A9B-190C45947F08}" dt="2026-05-06T22:31:31.828" v="1842" actId="208"/>
          <ac:spMkLst>
            <pc:docMk/>
            <pc:sldMk cId="2295856123" sldId="2147483566"/>
            <ac:spMk id="38" creationId="{6E88AC0A-F411-AAB8-2047-A532B9C19D0E}"/>
          </ac:spMkLst>
        </pc:spChg>
        <pc:spChg chg="mod">
          <ac:chgData name="Victor Aumaitre" userId="379d7840-47ba-428f-9f95-660059feb219" providerId="ADAL" clId="{8E2CC9BA-CB9A-5093-8A9B-190C45947F08}" dt="2026-05-06T22:38:12.271" v="1923" actId="1036"/>
          <ac:spMkLst>
            <pc:docMk/>
            <pc:sldMk cId="2295856123" sldId="2147483566"/>
            <ac:spMk id="39" creationId="{577F2098-6B00-AECB-4F80-9F9A780E1A33}"/>
          </ac:spMkLst>
        </pc:spChg>
        <pc:spChg chg="mod">
          <ac:chgData name="Victor Aumaitre" userId="379d7840-47ba-428f-9f95-660059feb219" providerId="ADAL" clId="{8E2CC9BA-CB9A-5093-8A9B-190C45947F08}" dt="2026-05-06T22:32:19.593" v="1851" actId="20577"/>
          <ac:spMkLst>
            <pc:docMk/>
            <pc:sldMk cId="2295856123" sldId="2147483566"/>
            <ac:spMk id="40" creationId="{9B9996F3-D15A-D6DE-0387-0D3D6E870A35}"/>
          </ac:spMkLst>
        </pc:spChg>
        <pc:spChg chg="mod">
          <ac:chgData name="Victor Aumaitre" userId="379d7840-47ba-428f-9f95-660059feb219" providerId="ADAL" clId="{8E2CC9BA-CB9A-5093-8A9B-190C45947F08}" dt="2026-05-06T22:38:12.271" v="1923" actId="1036"/>
          <ac:spMkLst>
            <pc:docMk/>
            <pc:sldMk cId="2295856123" sldId="2147483566"/>
            <ac:spMk id="41" creationId="{917FE0FF-9DFB-A4ED-047F-F3AA9DCCDEF8}"/>
          </ac:spMkLst>
        </pc:spChg>
        <pc:spChg chg="mod">
          <ac:chgData name="Victor Aumaitre" userId="379d7840-47ba-428f-9f95-660059feb219" providerId="ADAL" clId="{8E2CC9BA-CB9A-5093-8A9B-190C45947F08}" dt="2026-05-06T22:33:00.617" v="1854" actId="20577"/>
          <ac:spMkLst>
            <pc:docMk/>
            <pc:sldMk cId="2295856123" sldId="2147483566"/>
            <ac:spMk id="43" creationId="{B78FADE2-6084-3449-D436-C4D15D7E3854}"/>
          </ac:spMkLst>
        </pc:spChg>
        <pc:spChg chg="mod">
          <ac:chgData name="Victor Aumaitre" userId="379d7840-47ba-428f-9f95-660059feb219" providerId="ADAL" clId="{8E2CC9BA-CB9A-5093-8A9B-190C45947F08}" dt="2026-05-06T22:31:31.828" v="1842" actId="208"/>
          <ac:spMkLst>
            <pc:docMk/>
            <pc:sldMk cId="2295856123" sldId="2147483566"/>
            <ac:spMk id="44" creationId="{E7802674-5A69-0A93-3DE3-3A1E655AD002}"/>
          </ac:spMkLst>
        </pc:spChg>
        <pc:spChg chg="mod">
          <ac:chgData name="Victor Aumaitre" userId="379d7840-47ba-428f-9f95-660059feb219" providerId="ADAL" clId="{8E2CC9BA-CB9A-5093-8A9B-190C45947F08}" dt="2026-05-06T22:33:32.867" v="1859" actId="20577"/>
          <ac:spMkLst>
            <pc:docMk/>
            <pc:sldMk cId="2295856123" sldId="2147483566"/>
            <ac:spMk id="46" creationId="{E7569C25-C279-1964-C2FC-8CEC0B3168DE}"/>
          </ac:spMkLst>
        </pc:spChg>
        <pc:spChg chg="mod">
          <ac:chgData name="Victor Aumaitre" userId="379d7840-47ba-428f-9f95-660059feb219" providerId="ADAL" clId="{8E2CC9BA-CB9A-5093-8A9B-190C45947F08}" dt="2026-05-06T22:31:11.429" v="1840" actId="208"/>
          <ac:spMkLst>
            <pc:docMk/>
            <pc:sldMk cId="2295856123" sldId="2147483566"/>
            <ac:spMk id="47" creationId="{768CE2D1-A92D-5E9E-B161-75BA018B9E1F}"/>
          </ac:spMkLst>
        </pc:spChg>
        <pc:spChg chg="mod">
          <ac:chgData name="Victor Aumaitre" userId="379d7840-47ba-428f-9f95-660059feb219" providerId="ADAL" clId="{8E2CC9BA-CB9A-5093-8A9B-190C45947F08}" dt="2026-05-06T22:31:31.828" v="1842" actId="208"/>
          <ac:spMkLst>
            <pc:docMk/>
            <pc:sldMk cId="2295856123" sldId="2147483566"/>
            <ac:spMk id="55" creationId="{4990A421-F533-4FC9-F6E5-51B42EEE23F5}"/>
          </ac:spMkLst>
        </pc:spChg>
        <pc:spChg chg="add mod">
          <ac:chgData name="Victor Aumaitre" userId="379d7840-47ba-428f-9f95-660059feb219" providerId="ADAL" clId="{8E2CC9BA-CB9A-5093-8A9B-190C45947F08}" dt="2026-05-06T22:38:12.271" v="1923" actId="1036"/>
          <ac:spMkLst>
            <pc:docMk/>
            <pc:sldMk cId="2295856123" sldId="2147483566"/>
            <ac:spMk id="57" creationId="{672AA691-EB51-5250-AD79-501B05574C61}"/>
          </ac:spMkLst>
        </pc:spChg>
        <pc:spChg chg="mod">
          <ac:chgData name="Victor Aumaitre" userId="379d7840-47ba-428f-9f95-660059feb219" providerId="ADAL" clId="{8E2CC9BA-CB9A-5093-8A9B-190C45947F08}" dt="2026-05-06T22:31:31.828" v="1842" actId="208"/>
          <ac:spMkLst>
            <pc:docMk/>
            <pc:sldMk cId="2295856123" sldId="2147483566"/>
            <ac:spMk id="58" creationId="{C5DC6713-0E3A-C197-4DD0-5C718DD2557F}"/>
          </ac:spMkLst>
        </pc:spChg>
        <pc:spChg chg="mod">
          <ac:chgData name="Victor Aumaitre" userId="379d7840-47ba-428f-9f95-660059feb219" providerId="ADAL" clId="{8E2CC9BA-CB9A-5093-8A9B-190C45947F08}" dt="2026-05-06T23:12:03.910" v="2039" actId="403"/>
          <ac:spMkLst>
            <pc:docMk/>
            <pc:sldMk cId="2295856123" sldId="2147483566"/>
            <ac:spMk id="59" creationId="{CF0F73E4-5FA3-D526-5B46-F57B1F80CBFF}"/>
          </ac:spMkLst>
        </pc:spChg>
        <pc:spChg chg="mod">
          <ac:chgData name="Victor Aumaitre" userId="379d7840-47ba-428f-9f95-660059feb219" providerId="ADAL" clId="{8E2CC9BA-CB9A-5093-8A9B-190C45947F08}" dt="2026-05-06T22:34:31.172" v="1868" actId="20577"/>
          <ac:spMkLst>
            <pc:docMk/>
            <pc:sldMk cId="2295856123" sldId="2147483566"/>
            <ac:spMk id="60" creationId="{4594936A-D6A5-2242-0AA9-557BC3765E13}"/>
          </ac:spMkLst>
        </pc:spChg>
        <pc:spChg chg="mod">
          <ac:chgData name="Victor Aumaitre" userId="379d7840-47ba-428f-9f95-660059feb219" providerId="ADAL" clId="{8E2CC9BA-CB9A-5093-8A9B-190C45947F08}" dt="2026-05-06T23:12:03.910" v="2039" actId="403"/>
          <ac:spMkLst>
            <pc:docMk/>
            <pc:sldMk cId="2295856123" sldId="2147483566"/>
            <ac:spMk id="61" creationId="{96AE288A-C46E-7792-416F-F407CFE47123}"/>
          </ac:spMkLst>
        </pc:spChg>
        <pc:spChg chg="mod">
          <ac:chgData name="Victor Aumaitre" userId="379d7840-47ba-428f-9f95-660059feb219" providerId="ADAL" clId="{8E2CC9BA-CB9A-5093-8A9B-190C45947F08}" dt="2026-05-06T23:12:03.910" v="2039" actId="403"/>
          <ac:spMkLst>
            <pc:docMk/>
            <pc:sldMk cId="2295856123" sldId="2147483566"/>
            <ac:spMk id="64" creationId="{65628F12-B6CE-91BA-5E97-0606A04E214D}"/>
          </ac:spMkLst>
        </pc:spChg>
        <pc:spChg chg="mod">
          <ac:chgData name="Victor Aumaitre" userId="379d7840-47ba-428f-9f95-660059feb219" providerId="ADAL" clId="{8E2CC9BA-CB9A-5093-8A9B-190C45947F08}" dt="2026-05-06T22:31:11.429" v="1840" actId="208"/>
          <ac:spMkLst>
            <pc:docMk/>
            <pc:sldMk cId="2295856123" sldId="2147483566"/>
            <ac:spMk id="65" creationId="{AA559836-E3E1-3713-3CD3-17155B79FDC0}"/>
          </ac:spMkLst>
        </pc:spChg>
        <pc:spChg chg="mod">
          <ac:chgData name="Victor Aumaitre" userId="379d7840-47ba-428f-9f95-660059feb219" providerId="ADAL" clId="{8E2CC9BA-CB9A-5093-8A9B-190C45947F08}" dt="2026-05-06T22:31:31.828" v="1842" actId="208"/>
          <ac:spMkLst>
            <pc:docMk/>
            <pc:sldMk cId="2295856123" sldId="2147483566"/>
            <ac:spMk id="71" creationId="{92E9A888-49F8-FF33-AF31-E86041A13A06}"/>
          </ac:spMkLst>
        </pc:spChg>
        <pc:spChg chg="mod">
          <ac:chgData name="Victor Aumaitre" userId="379d7840-47ba-428f-9f95-660059feb219" providerId="ADAL" clId="{8E2CC9BA-CB9A-5093-8A9B-190C45947F08}" dt="2026-05-06T23:22:35.629" v="2069" actId="20577"/>
          <ac:spMkLst>
            <pc:docMk/>
            <pc:sldMk cId="2295856123" sldId="2147483566"/>
            <ac:spMk id="73" creationId="{64889EEC-FFEE-EC3F-BBFA-8EAD878DAAC4}"/>
          </ac:spMkLst>
        </pc:spChg>
        <pc:spChg chg="mod">
          <ac:chgData name="Victor Aumaitre" userId="379d7840-47ba-428f-9f95-660059feb219" providerId="ADAL" clId="{8E2CC9BA-CB9A-5093-8A9B-190C45947F08}" dt="2026-05-06T23:12:03.910" v="2039" actId="403"/>
          <ac:spMkLst>
            <pc:docMk/>
            <pc:sldMk cId="2295856123" sldId="2147483566"/>
            <ac:spMk id="74" creationId="{1346A7C9-FA8F-6B9A-2D9C-1CC1CB8FEB65}"/>
          </ac:spMkLst>
        </pc:spChg>
        <pc:spChg chg="mod">
          <ac:chgData name="Victor Aumaitre" userId="379d7840-47ba-428f-9f95-660059feb219" providerId="ADAL" clId="{8E2CC9BA-CB9A-5093-8A9B-190C45947F08}" dt="2026-05-06T23:22:46.554" v="2070"/>
          <ac:spMkLst>
            <pc:docMk/>
            <pc:sldMk cId="2295856123" sldId="2147483566"/>
            <ac:spMk id="76" creationId="{982EA1CC-2AFF-7A8E-8EC7-930E949EA6C2}"/>
          </ac:spMkLst>
        </pc:spChg>
        <pc:spChg chg="mod">
          <ac:chgData name="Victor Aumaitre" userId="379d7840-47ba-428f-9f95-660059feb219" providerId="ADAL" clId="{8E2CC9BA-CB9A-5093-8A9B-190C45947F08}" dt="2026-05-06T23:12:03.910" v="2039" actId="403"/>
          <ac:spMkLst>
            <pc:docMk/>
            <pc:sldMk cId="2295856123" sldId="2147483566"/>
            <ac:spMk id="77" creationId="{050C15E8-4440-5530-8BF5-C14333DD812A}"/>
          </ac:spMkLst>
        </pc:spChg>
        <pc:spChg chg="mod">
          <ac:chgData name="Victor Aumaitre" userId="379d7840-47ba-428f-9f95-660059feb219" providerId="ADAL" clId="{8E2CC9BA-CB9A-5093-8A9B-190C45947F08}" dt="2026-05-06T23:12:03.910" v="2039" actId="403"/>
          <ac:spMkLst>
            <pc:docMk/>
            <pc:sldMk cId="2295856123" sldId="2147483566"/>
            <ac:spMk id="78" creationId="{66074423-9420-5DB9-8F0E-D58794C6613A}"/>
          </ac:spMkLst>
        </pc:spChg>
        <pc:spChg chg="mod">
          <ac:chgData name="Victor Aumaitre" userId="379d7840-47ba-428f-9f95-660059feb219" providerId="ADAL" clId="{8E2CC9BA-CB9A-5093-8A9B-190C45947F08}" dt="2026-05-06T23:23:02.764" v="2073" actId="20577"/>
          <ac:spMkLst>
            <pc:docMk/>
            <pc:sldMk cId="2295856123" sldId="2147483566"/>
            <ac:spMk id="79" creationId="{86EE4A9F-E961-AA4B-6015-2AB38479AA1A}"/>
          </ac:spMkLst>
        </pc:spChg>
        <pc:spChg chg="mod">
          <ac:chgData name="Victor Aumaitre" userId="379d7840-47ba-428f-9f95-660059feb219" providerId="ADAL" clId="{8E2CC9BA-CB9A-5093-8A9B-190C45947F08}" dt="2026-05-06T22:38:04.707" v="1916" actId="14100"/>
          <ac:spMkLst>
            <pc:docMk/>
            <pc:sldMk cId="2295856123" sldId="2147483566"/>
            <ac:spMk id="80" creationId="{CFA109F4-444A-D14F-5602-BD805332FEA0}"/>
          </ac:spMkLst>
        </pc:spChg>
        <pc:spChg chg="add mod">
          <ac:chgData name="Victor Aumaitre" userId="379d7840-47ba-428f-9f95-660059feb219" providerId="ADAL" clId="{8E2CC9BA-CB9A-5093-8A9B-190C45947F08}" dt="2026-05-06T22:26:42.177" v="1718" actId="403"/>
          <ac:spMkLst>
            <pc:docMk/>
            <pc:sldMk cId="2295856123" sldId="2147483566"/>
            <ac:spMk id="85" creationId="{0A78147A-2675-F03C-C2D4-543E40B3CB9A}"/>
          </ac:spMkLst>
        </pc:spChg>
        <pc:spChg chg="mod">
          <ac:chgData name="Victor Aumaitre" userId="379d7840-47ba-428f-9f95-660059feb219" providerId="ADAL" clId="{8E2CC9BA-CB9A-5093-8A9B-190C45947F08}" dt="2026-05-06T23:12:16.395" v="2040" actId="403"/>
          <ac:spMkLst>
            <pc:docMk/>
            <pc:sldMk cId="2295856123" sldId="2147483566"/>
            <ac:spMk id="86" creationId="{8FD29FFD-8115-07F4-40A5-CF8C2A082C90}"/>
          </ac:spMkLst>
        </pc:spChg>
        <pc:spChg chg="mod">
          <ac:chgData name="Victor Aumaitre" userId="379d7840-47ba-428f-9f95-660059feb219" providerId="ADAL" clId="{8E2CC9BA-CB9A-5093-8A9B-190C45947F08}" dt="2026-05-06T23:12:16.395" v="2040" actId="403"/>
          <ac:spMkLst>
            <pc:docMk/>
            <pc:sldMk cId="2295856123" sldId="2147483566"/>
            <ac:spMk id="87" creationId="{23C34FCE-BFAF-7599-E51E-7A730BFF31EE}"/>
          </ac:spMkLst>
        </pc:spChg>
        <pc:spChg chg="mod">
          <ac:chgData name="Victor Aumaitre" userId="379d7840-47ba-428f-9f95-660059feb219" providerId="ADAL" clId="{8E2CC9BA-CB9A-5093-8A9B-190C45947F08}" dt="2026-05-06T22:40:14.812" v="1971" actId="20577"/>
          <ac:spMkLst>
            <pc:docMk/>
            <pc:sldMk cId="2295856123" sldId="2147483566"/>
            <ac:spMk id="88" creationId="{430DC2BE-9DF7-69DF-3589-AB073EC99157}"/>
          </ac:spMkLst>
        </pc:spChg>
        <pc:spChg chg="mod">
          <ac:chgData name="Victor Aumaitre" userId="379d7840-47ba-428f-9f95-660059feb219" providerId="ADAL" clId="{8E2CC9BA-CB9A-5093-8A9B-190C45947F08}" dt="2026-05-06T22:39:47.654" v="1968" actId="208"/>
          <ac:spMkLst>
            <pc:docMk/>
            <pc:sldMk cId="2295856123" sldId="2147483566"/>
            <ac:spMk id="89" creationId="{72C03AD4-5D2C-DED8-84C7-78C728EC7C3C}"/>
          </ac:spMkLst>
        </pc:spChg>
        <pc:spChg chg="mod">
          <ac:chgData name="Victor Aumaitre" userId="379d7840-47ba-428f-9f95-660059feb219" providerId="ADAL" clId="{8E2CC9BA-CB9A-5093-8A9B-190C45947F08}" dt="2026-05-06T22:40:32.105" v="1974"/>
          <ac:spMkLst>
            <pc:docMk/>
            <pc:sldMk cId="2295856123" sldId="2147483566"/>
            <ac:spMk id="91" creationId="{9CE881EF-8867-9028-D669-01D6BAF891C0}"/>
          </ac:spMkLst>
        </pc:spChg>
        <pc:spChg chg="mod">
          <ac:chgData name="Victor Aumaitre" userId="379d7840-47ba-428f-9f95-660059feb219" providerId="ADAL" clId="{8E2CC9BA-CB9A-5093-8A9B-190C45947F08}" dt="2026-05-06T22:39:47.654" v="1968" actId="208"/>
          <ac:spMkLst>
            <pc:docMk/>
            <pc:sldMk cId="2295856123" sldId="2147483566"/>
            <ac:spMk id="92" creationId="{3EB2E737-4B39-028C-4F0E-AE53343A97F3}"/>
          </ac:spMkLst>
        </pc:spChg>
        <pc:spChg chg="add mod">
          <ac:chgData name="Victor Aumaitre" userId="379d7840-47ba-428f-9f95-660059feb219" providerId="ADAL" clId="{8E2CC9BA-CB9A-5093-8A9B-190C45947F08}" dt="2026-05-06T23:12:16.395" v="2040" actId="403"/>
          <ac:spMkLst>
            <pc:docMk/>
            <pc:sldMk cId="2295856123" sldId="2147483566"/>
            <ac:spMk id="93" creationId="{6B40BBB5-2AFE-1CE4-160B-C836F2C1B295}"/>
          </ac:spMkLst>
        </pc:spChg>
        <pc:spChg chg="mod">
          <ac:chgData name="Victor Aumaitre" userId="379d7840-47ba-428f-9f95-660059feb219" providerId="ADAL" clId="{8E2CC9BA-CB9A-5093-8A9B-190C45947F08}" dt="2026-05-06T23:12:16.395" v="2040" actId="403"/>
          <ac:spMkLst>
            <pc:docMk/>
            <pc:sldMk cId="2295856123" sldId="2147483566"/>
            <ac:spMk id="94" creationId="{B768A6C6-EF90-8473-DA46-C9511233E9CA}"/>
          </ac:spMkLst>
        </pc:spChg>
        <pc:spChg chg="mod">
          <ac:chgData name="Victor Aumaitre" userId="379d7840-47ba-428f-9f95-660059feb219" providerId="ADAL" clId="{8E2CC9BA-CB9A-5093-8A9B-190C45947F08}" dt="2026-05-06T22:38:04.707" v="1916" actId="14100"/>
          <ac:spMkLst>
            <pc:docMk/>
            <pc:sldMk cId="2295856123" sldId="2147483566"/>
            <ac:spMk id="95" creationId="{39FE99A9-EBE0-569E-09F3-3DC7B026298D}"/>
          </ac:spMkLst>
        </pc:spChg>
        <pc:spChg chg="mod">
          <ac:chgData name="Victor Aumaitre" userId="379d7840-47ba-428f-9f95-660059feb219" providerId="ADAL" clId="{8E2CC9BA-CB9A-5093-8A9B-190C45947F08}" dt="2026-05-06T22:38:26.784" v="1931" actId="1035"/>
          <ac:spMkLst>
            <pc:docMk/>
            <pc:sldMk cId="2295856123" sldId="2147483566"/>
            <ac:spMk id="101" creationId="{C2F891F5-8741-8508-CEF0-39EB7F82507B}"/>
          </ac:spMkLst>
        </pc:spChg>
        <pc:spChg chg="mod">
          <ac:chgData name="Victor Aumaitre" userId="379d7840-47ba-428f-9f95-660059feb219" providerId="ADAL" clId="{8E2CC9BA-CB9A-5093-8A9B-190C45947F08}" dt="2026-05-06T22:39:47.654" v="1968" actId="208"/>
          <ac:spMkLst>
            <pc:docMk/>
            <pc:sldMk cId="2295856123" sldId="2147483566"/>
            <ac:spMk id="103" creationId="{7D860C8C-207E-4C72-7F36-F112E1C569BE}"/>
          </ac:spMkLst>
        </pc:spChg>
        <pc:spChg chg="mod">
          <ac:chgData name="Victor Aumaitre" userId="379d7840-47ba-428f-9f95-660059feb219" providerId="ADAL" clId="{8E2CC9BA-CB9A-5093-8A9B-190C45947F08}" dt="2026-05-06T22:41:59.267" v="1986" actId="20577"/>
          <ac:spMkLst>
            <pc:docMk/>
            <pc:sldMk cId="2295856123" sldId="2147483566"/>
            <ac:spMk id="105" creationId="{37E678E5-3CAF-C6B8-C215-0EFA97BE21F0}"/>
          </ac:spMkLst>
        </pc:spChg>
        <pc:spChg chg="mod">
          <ac:chgData name="Victor Aumaitre" userId="379d7840-47ba-428f-9f95-660059feb219" providerId="ADAL" clId="{8E2CC9BA-CB9A-5093-8A9B-190C45947F08}" dt="2026-05-06T23:12:16.395" v="2040" actId="403"/>
          <ac:spMkLst>
            <pc:docMk/>
            <pc:sldMk cId="2295856123" sldId="2147483566"/>
            <ac:spMk id="106" creationId="{B69501F4-AEE9-8E8F-5801-22F137C83B5B}"/>
          </ac:spMkLst>
        </pc:spChg>
        <pc:spChg chg="mod">
          <ac:chgData name="Victor Aumaitre" userId="379d7840-47ba-428f-9f95-660059feb219" providerId="ADAL" clId="{8E2CC9BA-CB9A-5093-8A9B-190C45947F08}" dt="2026-05-06T22:42:22.541" v="1989" actId="20577"/>
          <ac:spMkLst>
            <pc:docMk/>
            <pc:sldMk cId="2295856123" sldId="2147483566"/>
            <ac:spMk id="108" creationId="{33590152-1533-E42C-D16C-A6C973D2FC7A}"/>
          </ac:spMkLst>
        </pc:spChg>
        <pc:spChg chg="mod">
          <ac:chgData name="Victor Aumaitre" userId="379d7840-47ba-428f-9f95-660059feb219" providerId="ADAL" clId="{8E2CC9BA-CB9A-5093-8A9B-190C45947F08}" dt="2026-05-06T22:39:47.654" v="1968" actId="208"/>
          <ac:spMkLst>
            <pc:docMk/>
            <pc:sldMk cId="2295856123" sldId="2147483566"/>
            <ac:spMk id="109" creationId="{35DE3D02-9CD0-A3E2-45EA-E1751ECAB70F}"/>
          </ac:spMkLst>
        </pc:spChg>
        <pc:spChg chg="mod">
          <ac:chgData name="Victor Aumaitre" userId="379d7840-47ba-428f-9f95-660059feb219" providerId="ADAL" clId="{8E2CC9BA-CB9A-5093-8A9B-190C45947F08}" dt="2026-05-06T23:12:16.395" v="2040" actId="403"/>
          <ac:spMkLst>
            <pc:docMk/>
            <pc:sldMk cId="2295856123" sldId="2147483566"/>
            <ac:spMk id="111" creationId="{7DFA83A0-860D-90F5-8856-F49047701582}"/>
          </ac:spMkLst>
        </pc:spChg>
        <pc:spChg chg="mod">
          <ac:chgData name="Victor Aumaitre" userId="379d7840-47ba-428f-9f95-660059feb219" providerId="ADAL" clId="{8E2CC9BA-CB9A-5093-8A9B-190C45947F08}" dt="2026-05-06T22:38:04.707" v="1916" actId="14100"/>
          <ac:spMkLst>
            <pc:docMk/>
            <pc:sldMk cId="2295856123" sldId="2147483566"/>
            <ac:spMk id="112" creationId="{CCCDC790-DE67-D9F2-1A3B-1AC2C4446D6C}"/>
          </ac:spMkLst>
        </pc:spChg>
        <pc:spChg chg="add mod">
          <ac:chgData name="Victor Aumaitre" userId="379d7840-47ba-428f-9f95-660059feb219" providerId="ADAL" clId="{8E2CC9BA-CB9A-5093-8A9B-190C45947F08}" dt="2026-05-06T22:26:42.177" v="1718" actId="403"/>
          <ac:spMkLst>
            <pc:docMk/>
            <pc:sldMk cId="2295856123" sldId="2147483566"/>
            <ac:spMk id="118" creationId="{423BEF0F-51A3-2206-FA8F-0010F4C04D6B}"/>
          </ac:spMkLst>
        </pc:spChg>
        <pc:spChg chg="mod">
          <ac:chgData name="Victor Aumaitre" userId="379d7840-47ba-428f-9f95-660059feb219" providerId="ADAL" clId="{8E2CC9BA-CB9A-5093-8A9B-190C45947F08}" dt="2026-05-06T23:12:16.395" v="2040" actId="403"/>
          <ac:spMkLst>
            <pc:docMk/>
            <pc:sldMk cId="2295856123" sldId="2147483566"/>
            <ac:spMk id="120" creationId="{0B71D1F4-F2BA-820A-452A-E65CB86B5740}"/>
          </ac:spMkLst>
        </pc:spChg>
        <pc:spChg chg="mod">
          <ac:chgData name="Victor Aumaitre" userId="379d7840-47ba-428f-9f95-660059feb219" providerId="ADAL" clId="{8E2CC9BA-CB9A-5093-8A9B-190C45947F08}" dt="2026-05-06T23:12:16.395" v="2040" actId="403"/>
          <ac:spMkLst>
            <pc:docMk/>
            <pc:sldMk cId="2295856123" sldId="2147483566"/>
            <ac:spMk id="121" creationId="{FCEED763-F1E6-1306-4A3C-22E20258AA0C}"/>
          </ac:spMkLst>
        </pc:spChg>
        <pc:spChg chg="mod">
          <ac:chgData name="Victor Aumaitre" userId="379d7840-47ba-428f-9f95-660059feb219" providerId="ADAL" clId="{8E2CC9BA-CB9A-5093-8A9B-190C45947F08}" dt="2026-05-06T23:12:16.395" v="2040" actId="403"/>
          <ac:spMkLst>
            <pc:docMk/>
            <pc:sldMk cId="2295856123" sldId="2147483566"/>
            <ac:spMk id="122" creationId="{8C91926F-E0E7-8B31-3DB6-C7E6776D51A7}"/>
          </ac:spMkLst>
        </pc:spChg>
        <pc:spChg chg="mod">
          <ac:chgData name="Victor Aumaitre" userId="379d7840-47ba-428f-9f95-660059feb219" providerId="ADAL" clId="{8E2CC9BA-CB9A-5093-8A9B-190C45947F08}" dt="2026-05-06T22:39:47.654" v="1968" actId="208"/>
          <ac:spMkLst>
            <pc:docMk/>
            <pc:sldMk cId="2295856123" sldId="2147483566"/>
            <ac:spMk id="123" creationId="{4B7A1FDE-B10E-E09C-9D2C-616321BCC201}"/>
          </ac:spMkLst>
        </pc:spChg>
        <pc:spChg chg="add mod">
          <ac:chgData name="Victor Aumaitre" userId="379d7840-47ba-428f-9f95-660059feb219" providerId="ADAL" clId="{8E2CC9BA-CB9A-5093-8A9B-190C45947F08}" dt="2026-05-06T22:26:42.177" v="1718" actId="403"/>
          <ac:spMkLst>
            <pc:docMk/>
            <pc:sldMk cId="2295856123" sldId="2147483566"/>
            <ac:spMk id="124" creationId="{9CE5B7E0-2968-2B82-34E2-7CE720F9741D}"/>
          </ac:spMkLst>
        </pc:spChg>
        <pc:spChg chg="mod">
          <ac:chgData name="Victor Aumaitre" userId="379d7840-47ba-428f-9f95-660059feb219" providerId="ADAL" clId="{8E2CC9BA-CB9A-5093-8A9B-190C45947F08}" dt="2026-05-06T22:46:38.234" v="2001" actId="20577"/>
          <ac:spMkLst>
            <pc:docMk/>
            <pc:sldMk cId="2295856123" sldId="2147483566"/>
            <ac:spMk id="125" creationId="{C00070EB-1152-7775-FC2A-07D55F3B9697}"/>
          </ac:spMkLst>
        </pc:spChg>
        <pc:spChg chg="mod">
          <ac:chgData name="Victor Aumaitre" userId="379d7840-47ba-428f-9f95-660059feb219" providerId="ADAL" clId="{8E2CC9BA-CB9A-5093-8A9B-190C45947F08}" dt="2026-05-06T22:39:47.654" v="1968" actId="208"/>
          <ac:spMkLst>
            <pc:docMk/>
            <pc:sldMk cId="2295856123" sldId="2147483566"/>
            <ac:spMk id="126" creationId="{D9F2AAD7-9AD7-261D-F682-947BF8A879CD}"/>
          </ac:spMkLst>
        </pc:spChg>
        <pc:spChg chg="mod">
          <ac:chgData name="Victor Aumaitre" userId="379d7840-47ba-428f-9f95-660059feb219" providerId="ADAL" clId="{8E2CC9BA-CB9A-5093-8A9B-190C45947F08}" dt="2026-05-06T23:12:16.395" v="2040" actId="403"/>
          <ac:spMkLst>
            <pc:docMk/>
            <pc:sldMk cId="2295856123" sldId="2147483566"/>
            <ac:spMk id="127" creationId="{504596AC-1805-6F16-1B1F-651FF22161F3}"/>
          </ac:spMkLst>
        </pc:spChg>
        <pc:spChg chg="mod">
          <ac:chgData name="Victor Aumaitre" userId="379d7840-47ba-428f-9f95-660059feb219" providerId="ADAL" clId="{8E2CC9BA-CB9A-5093-8A9B-190C45947F08}" dt="2026-05-06T22:55:48.289" v="2005" actId="20577"/>
          <ac:spMkLst>
            <pc:docMk/>
            <pc:sldMk cId="2295856123" sldId="2147483566"/>
            <ac:spMk id="128" creationId="{8B6416C8-9628-181D-261C-11223777348C}"/>
          </ac:spMkLst>
        </pc:spChg>
        <pc:spChg chg="mod">
          <ac:chgData name="Victor Aumaitre" userId="379d7840-47ba-428f-9f95-660059feb219" providerId="ADAL" clId="{8E2CC9BA-CB9A-5093-8A9B-190C45947F08}" dt="2026-05-06T23:01:33.329" v="2007" actId="14100"/>
          <ac:spMkLst>
            <pc:docMk/>
            <pc:sldMk cId="2295856123" sldId="2147483566"/>
            <ac:spMk id="129" creationId="{C3CB6639-8648-9249-AE42-956DD42F9552}"/>
          </ac:spMkLst>
        </pc:spChg>
        <pc:spChg chg="mod">
          <ac:chgData name="Victor Aumaitre" userId="379d7840-47ba-428f-9f95-660059feb219" providerId="ADAL" clId="{8E2CC9BA-CB9A-5093-8A9B-190C45947F08}" dt="2026-05-06T23:16:20.884" v="2059" actId="20577"/>
          <ac:spMkLst>
            <pc:docMk/>
            <pc:sldMk cId="2295856123" sldId="2147483566"/>
            <ac:spMk id="130" creationId="{E7BC287B-E11A-8EF3-1A7F-67653904F15F}"/>
          </ac:spMkLst>
        </pc:spChg>
        <pc:spChg chg="mod">
          <ac:chgData name="Victor Aumaitre" userId="379d7840-47ba-428f-9f95-660059feb219" providerId="ADAL" clId="{8E2CC9BA-CB9A-5093-8A9B-190C45947F08}" dt="2026-05-06T23:01:41.314" v="2009" actId="404"/>
          <ac:spMkLst>
            <pc:docMk/>
            <pc:sldMk cId="2295856123" sldId="2147483566"/>
            <ac:spMk id="131" creationId="{B6762FEC-FDE0-7E78-50C2-DC2D3A78369C}"/>
          </ac:spMkLst>
        </pc:spChg>
        <pc:spChg chg="mod">
          <ac:chgData name="Victor Aumaitre" userId="379d7840-47ba-428f-9f95-660059feb219" providerId="ADAL" clId="{8E2CC9BA-CB9A-5093-8A9B-190C45947F08}" dt="2026-05-06T23:16:42.236" v="2062" actId="403"/>
          <ac:spMkLst>
            <pc:docMk/>
            <pc:sldMk cId="2295856123" sldId="2147483566"/>
            <ac:spMk id="133" creationId="{9A2C0A2D-0CFA-8A16-0DDD-5A5ABC2D10FA}"/>
          </ac:spMkLst>
        </pc:spChg>
        <pc:spChg chg="mod">
          <ac:chgData name="Victor Aumaitre" userId="379d7840-47ba-428f-9f95-660059feb219" providerId="ADAL" clId="{8E2CC9BA-CB9A-5093-8A9B-190C45947F08}" dt="2026-05-06T23:16:42.236" v="2062" actId="403"/>
          <ac:spMkLst>
            <pc:docMk/>
            <pc:sldMk cId="2295856123" sldId="2147483566"/>
            <ac:spMk id="134" creationId="{9F84CD3A-11C1-CD4E-F153-10AC9C2E5946}"/>
          </ac:spMkLst>
        </pc:spChg>
        <pc:spChg chg="mod">
          <ac:chgData name="Victor Aumaitre" userId="379d7840-47ba-428f-9f95-660059feb219" providerId="ADAL" clId="{8E2CC9BA-CB9A-5093-8A9B-190C45947F08}" dt="2026-05-06T23:16:42.236" v="2062" actId="403"/>
          <ac:spMkLst>
            <pc:docMk/>
            <pc:sldMk cId="2295856123" sldId="2147483566"/>
            <ac:spMk id="135" creationId="{D932BA08-14D3-3D58-A643-7A9CDF7ED7EC}"/>
          </ac:spMkLst>
        </pc:spChg>
        <pc:spChg chg="mod">
          <ac:chgData name="Victor Aumaitre" userId="379d7840-47ba-428f-9f95-660059feb219" providerId="ADAL" clId="{8E2CC9BA-CB9A-5093-8A9B-190C45947F08}" dt="2026-05-06T23:16:42.236" v="2062" actId="403"/>
          <ac:spMkLst>
            <pc:docMk/>
            <pc:sldMk cId="2295856123" sldId="2147483566"/>
            <ac:spMk id="136" creationId="{91A318AC-BA8D-275B-D4A8-EB560F93193F}"/>
          </ac:spMkLst>
        </pc:spChg>
        <pc:spChg chg="mod">
          <ac:chgData name="Victor Aumaitre" userId="379d7840-47ba-428f-9f95-660059feb219" providerId="ADAL" clId="{8E2CC9BA-CB9A-5093-8A9B-190C45947F08}" dt="2026-05-06T23:16:42.236" v="2062" actId="403"/>
          <ac:spMkLst>
            <pc:docMk/>
            <pc:sldMk cId="2295856123" sldId="2147483566"/>
            <ac:spMk id="137" creationId="{405EF273-D6CE-B125-2987-6F869D430201}"/>
          </ac:spMkLst>
        </pc:spChg>
        <pc:spChg chg="mod">
          <ac:chgData name="Victor Aumaitre" userId="379d7840-47ba-428f-9f95-660059feb219" providerId="ADAL" clId="{8E2CC9BA-CB9A-5093-8A9B-190C45947F08}" dt="2026-05-06T23:19:41.076" v="2066" actId="20577"/>
          <ac:spMkLst>
            <pc:docMk/>
            <pc:sldMk cId="2295856123" sldId="2147483566"/>
            <ac:spMk id="138" creationId="{C69BC98E-3CFB-1D0C-1755-D43868691A4E}"/>
          </ac:spMkLst>
        </pc:spChg>
        <pc:spChg chg="mod">
          <ac:chgData name="Victor Aumaitre" userId="379d7840-47ba-428f-9f95-660059feb219" providerId="ADAL" clId="{8E2CC9BA-CB9A-5093-8A9B-190C45947F08}" dt="2026-05-06T23:16:42.236" v="2062" actId="403"/>
          <ac:spMkLst>
            <pc:docMk/>
            <pc:sldMk cId="2295856123" sldId="2147483566"/>
            <ac:spMk id="139" creationId="{A3E1B201-4046-E07E-8357-FE66A4D1A7C7}"/>
          </ac:spMkLst>
        </pc:spChg>
        <pc:spChg chg="mod">
          <ac:chgData name="Victor Aumaitre" userId="379d7840-47ba-428f-9f95-660059feb219" providerId="ADAL" clId="{8E2CC9BA-CB9A-5093-8A9B-190C45947F08}" dt="2026-05-06T23:16:42.236" v="2062" actId="403"/>
          <ac:spMkLst>
            <pc:docMk/>
            <pc:sldMk cId="2295856123" sldId="2147483566"/>
            <ac:spMk id="140" creationId="{12A1C8EF-2164-9049-8AD6-CB65B0845DCB}"/>
          </ac:spMkLst>
        </pc:spChg>
        <pc:spChg chg="add mod">
          <ac:chgData name="Victor Aumaitre" userId="379d7840-47ba-428f-9f95-660059feb219" providerId="ADAL" clId="{8E2CC9BA-CB9A-5093-8A9B-190C45947F08}" dt="2026-05-06T22:36:46.468" v="1889" actId="20577"/>
          <ac:spMkLst>
            <pc:docMk/>
            <pc:sldMk cId="2295856123" sldId="2147483566"/>
            <ac:spMk id="141" creationId="{6EB01DF7-2BBB-8A09-76CD-0FAEA6295FEB}"/>
          </ac:spMkLst>
        </pc:spChg>
        <pc:spChg chg="add mod">
          <ac:chgData name="Victor Aumaitre" userId="379d7840-47ba-428f-9f95-660059feb219" providerId="ADAL" clId="{8E2CC9BA-CB9A-5093-8A9B-190C45947F08}" dt="2026-05-06T22:37:06.295" v="1905" actId="20577"/>
          <ac:spMkLst>
            <pc:docMk/>
            <pc:sldMk cId="2295856123" sldId="2147483566"/>
            <ac:spMk id="142" creationId="{57B55C33-2104-78FD-2F83-023DF29BF78A}"/>
          </ac:spMkLst>
        </pc:spChg>
        <pc:spChg chg="add mod">
          <ac:chgData name="Victor Aumaitre" userId="379d7840-47ba-428f-9f95-660059feb219" providerId="ADAL" clId="{8E2CC9BA-CB9A-5093-8A9B-190C45947F08}" dt="2026-05-06T22:37:11.805" v="1911" actId="20577"/>
          <ac:spMkLst>
            <pc:docMk/>
            <pc:sldMk cId="2295856123" sldId="2147483566"/>
            <ac:spMk id="143" creationId="{A9D7A620-0D20-6C15-8367-1E5051A685A1}"/>
          </ac:spMkLst>
        </pc:spChg>
        <pc:spChg chg="add mod">
          <ac:chgData name="Victor Aumaitre" userId="379d7840-47ba-428f-9f95-660059feb219" providerId="ADAL" clId="{8E2CC9BA-CB9A-5093-8A9B-190C45947F08}" dt="2026-05-06T23:32:16.958" v="2159" actId="1035"/>
          <ac:spMkLst>
            <pc:docMk/>
            <pc:sldMk cId="2295856123" sldId="2147483566"/>
            <ac:spMk id="144" creationId="{14AA222B-047B-50EA-CEB3-14030E7D09D3}"/>
          </ac:spMkLst>
        </pc:spChg>
        <pc:spChg chg="add mod">
          <ac:chgData name="Victor Aumaitre" userId="379d7840-47ba-428f-9f95-660059feb219" providerId="ADAL" clId="{8E2CC9BA-CB9A-5093-8A9B-190C45947F08}" dt="2026-05-06T23:32:16.958" v="2159" actId="1035"/>
          <ac:spMkLst>
            <pc:docMk/>
            <pc:sldMk cId="2295856123" sldId="2147483566"/>
            <ac:spMk id="145" creationId="{926C3B32-5B89-F39B-01CC-F72016EC6118}"/>
          </ac:spMkLst>
        </pc:spChg>
        <pc:spChg chg="add mod">
          <ac:chgData name="Victor Aumaitre" userId="379d7840-47ba-428f-9f95-660059feb219" providerId="ADAL" clId="{8E2CC9BA-CB9A-5093-8A9B-190C45947F08}" dt="2026-05-06T23:32:16.958" v="2159" actId="1035"/>
          <ac:spMkLst>
            <pc:docMk/>
            <pc:sldMk cId="2295856123" sldId="2147483566"/>
            <ac:spMk id="146" creationId="{50983D8C-FAA9-6C6B-1FDB-90E4CF2876D9}"/>
          </ac:spMkLst>
        </pc:spChg>
      </pc:sldChg>
      <pc:sldChg chg="add del">
        <pc:chgData name="Victor Aumaitre" userId="379d7840-47ba-428f-9f95-660059feb219" providerId="ADAL" clId="{8E2CC9BA-CB9A-5093-8A9B-190C45947F08}" dt="2026-05-08T15:14:57.630" v="7862"/>
        <pc:sldMkLst>
          <pc:docMk/>
          <pc:sldMk cId="2119311376" sldId="2147483567"/>
        </pc:sldMkLst>
      </pc:sldChg>
      <pc:sldChg chg="addSp modSp add mod">
        <pc:chgData name="Victor Aumaitre" userId="379d7840-47ba-428f-9f95-660059feb219" providerId="ADAL" clId="{8E2CC9BA-CB9A-5093-8A9B-190C45947F08}" dt="2026-05-08T15:16:13.993" v="7877" actId="20577"/>
        <pc:sldMkLst>
          <pc:docMk/>
          <pc:sldMk cId="3032919944" sldId="2147483567"/>
        </pc:sldMkLst>
        <pc:spChg chg="add mod">
          <ac:chgData name="Victor Aumaitre" userId="379d7840-47ba-428f-9f95-660059feb219" providerId="ADAL" clId="{8E2CC9BA-CB9A-5093-8A9B-190C45947F08}" dt="2026-05-08T15:16:13.993" v="7877" actId="20577"/>
          <ac:spMkLst>
            <pc:docMk/>
            <pc:sldMk cId="3032919944" sldId="2147483567"/>
            <ac:spMk id="7" creationId="{201CABEB-C1ED-D2BC-5E30-20D1F7CA36E7}"/>
          </ac:spMkLst>
        </pc:spChg>
      </pc:sldChg>
      <pc:sldChg chg="modSp add del mod modNotesTx">
        <pc:chgData name="Victor Aumaitre" userId="379d7840-47ba-428f-9f95-660059feb219" providerId="ADAL" clId="{8E2CC9BA-CB9A-5093-8A9B-190C45947F08}" dt="2026-05-08T15:14:47.143" v="7860" actId="2696"/>
        <pc:sldMkLst>
          <pc:docMk/>
          <pc:sldMk cId="3565309767" sldId="2147483567"/>
        </pc:sldMkLst>
        <pc:spChg chg="mod">
          <ac:chgData name="Victor Aumaitre" userId="379d7840-47ba-428f-9f95-660059feb219" providerId="ADAL" clId="{8E2CC9BA-CB9A-5093-8A9B-190C45947F08}" dt="2026-05-08T02:41:15.976" v="6303" actId="403"/>
          <ac:spMkLst>
            <pc:docMk/>
            <pc:sldMk cId="3565309767" sldId="2147483567"/>
            <ac:spMk id="4" creationId="{212DC823-9C0C-4A6C-7AA7-F69C13C97A2A}"/>
          </ac:spMkLst>
        </pc:spChg>
        <pc:spChg chg="mod">
          <ac:chgData name="Victor Aumaitre" userId="379d7840-47ba-428f-9f95-660059feb219" providerId="ADAL" clId="{8E2CC9BA-CB9A-5093-8A9B-190C45947F08}" dt="2026-05-08T02:41:07.588" v="6298" actId="20577"/>
          <ac:spMkLst>
            <pc:docMk/>
            <pc:sldMk cId="3565309767" sldId="2147483567"/>
            <ac:spMk id="27" creationId="{201DEA9B-9A4E-981D-12EB-131B5ACE3F41}"/>
          </ac:spMkLst>
        </pc:spChg>
        <pc:spChg chg="mod">
          <ac:chgData name="Victor Aumaitre" userId="379d7840-47ba-428f-9f95-660059feb219" providerId="ADAL" clId="{8E2CC9BA-CB9A-5093-8A9B-190C45947F08}" dt="2026-05-08T02:41:00.604" v="6297" actId="20577"/>
          <ac:spMkLst>
            <pc:docMk/>
            <pc:sldMk cId="3565309767" sldId="2147483567"/>
            <ac:spMk id="28" creationId="{22C88F7C-6F50-E61F-092B-B5CC661CF398}"/>
          </ac:spMkLst>
        </pc:spChg>
      </pc:sldChg>
      <pc:sldChg chg="add">
        <pc:chgData name="Victor Aumaitre" userId="379d7840-47ba-428f-9f95-660059feb219" providerId="ADAL" clId="{8E2CC9BA-CB9A-5093-8A9B-190C45947F08}" dt="2026-05-07T01:08:26.564" v="2360"/>
        <pc:sldMkLst>
          <pc:docMk/>
          <pc:sldMk cId="1003618310" sldId="2147483568"/>
        </pc:sldMkLst>
      </pc:sldChg>
      <pc:sldChg chg="modSp add mod">
        <pc:chgData name="Victor Aumaitre" userId="379d7840-47ba-428f-9f95-660059feb219" providerId="ADAL" clId="{8E2CC9BA-CB9A-5093-8A9B-190C45947F08}" dt="2026-05-08T15:51:03.934" v="8121" actId="20577"/>
        <pc:sldMkLst>
          <pc:docMk/>
          <pc:sldMk cId="2077901435" sldId="2147483568"/>
        </pc:sldMkLst>
        <pc:spChg chg="mod">
          <ac:chgData name="Victor Aumaitre" userId="379d7840-47ba-428f-9f95-660059feb219" providerId="ADAL" clId="{8E2CC9BA-CB9A-5093-8A9B-190C45947F08}" dt="2026-05-08T15:51:03.934" v="8121" actId="20577"/>
          <ac:spMkLst>
            <pc:docMk/>
            <pc:sldMk cId="2077901435" sldId="2147483568"/>
            <ac:spMk id="7" creationId="{8CFD0379-4C87-D811-7241-FD51ED09C14F}"/>
          </ac:spMkLst>
        </pc:spChg>
      </pc:sldChg>
      <pc:sldChg chg="add del">
        <pc:chgData name="Victor Aumaitre" userId="379d7840-47ba-428f-9f95-660059feb219" providerId="ADAL" clId="{8E2CC9BA-CB9A-5093-8A9B-190C45947F08}" dt="2026-05-07T01:08:26.490" v="2359"/>
        <pc:sldMkLst>
          <pc:docMk/>
          <pc:sldMk cId="3095374229" sldId="2147483568"/>
        </pc:sldMkLst>
      </pc:sldChg>
      <pc:sldChg chg="add">
        <pc:chgData name="Victor Aumaitre" userId="379d7840-47ba-428f-9f95-660059feb219" providerId="ADAL" clId="{8E2CC9BA-CB9A-5093-8A9B-190C45947F08}" dt="2026-05-07T01:15:21.033" v="2480"/>
        <pc:sldMkLst>
          <pc:docMk/>
          <pc:sldMk cId="1805830659" sldId="2147483569"/>
        </pc:sldMkLst>
      </pc:sldChg>
      <pc:sldChg chg="new">
        <pc:chgData name="Victor Aumaitre" userId="379d7840-47ba-428f-9f95-660059feb219" providerId="ADAL" clId="{8E2CC9BA-CB9A-5093-8A9B-190C45947F08}" dt="2026-05-08T16:20:35.458" v="8144" actId="680"/>
        <pc:sldMkLst>
          <pc:docMk/>
          <pc:sldMk cId="2368021439" sldId="2147483569"/>
        </pc:sldMkLst>
      </pc:sldChg>
      <pc:sldChg chg="addSp modSp add mod">
        <pc:chgData name="Victor Aumaitre" userId="379d7840-47ba-428f-9f95-660059feb219" providerId="ADAL" clId="{8E2CC9BA-CB9A-5093-8A9B-190C45947F08}" dt="2026-05-08T16:23:26.484" v="8168" actId="14100"/>
        <pc:sldMkLst>
          <pc:docMk/>
          <pc:sldMk cId="739538119" sldId="2147483570"/>
        </pc:sldMkLst>
        <pc:spChg chg="add mod">
          <ac:chgData name="Victor Aumaitre" userId="379d7840-47ba-428f-9f95-660059feb219" providerId="ADAL" clId="{8E2CC9BA-CB9A-5093-8A9B-190C45947F08}" dt="2026-05-08T16:23:04.917" v="8157" actId="1076"/>
          <ac:spMkLst>
            <pc:docMk/>
            <pc:sldMk cId="739538119" sldId="2147483570"/>
            <ac:spMk id="3" creationId="{A1A6750D-0FF5-498B-CC58-5977411DA663}"/>
          </ac:spMkLst>
        </pc:spChg>
        <pc:spChg chg="mod">
          <ac:chgData name="Victor Aumaitre" userId="379d7840-47ba-428f-9f95-660059feb219" providerId="ADAL" clId="{8E2CC9BA-CB9A-5093-8A9B-190C45947F08}" dt="2026-05-08T16:20:51.772" v="8147" actId="14100"/>
          <ac:spMkLst>
            <pc:docMk/>
            <pc:sldMk cId="739538119" sldId="2147483570"/>
            <ac:spMk id="8" creationId="{35791E06-2ED6-382E-1A54-3178469E368F}"/>
          </ac:spMkLst>
        </pc:spChg>
        <pc:spChg chg="add mod">
          <ac:chgData name="Victor Aumaitre" userId="379d7840-47ba-428f-9f95-660059feb219" providerId="ADAL" clId="{8E2CC9BA-CB9A-5093-8A9B-190C45947F08}" dt="2026-05-08T16:23:04.917" v="8157" actId="1076"/>
          <ac:spMkLst>
            <pc:docMk/>
            <pc:sldMk cId="739538119" sldId="2147483570"/>
            <ac:spMk id="9" creationId="{6C4B460D-ED6D-BE68-4C6E-3C663C7E762E}"/>
          </ac:spMkLst>
        </pc:spChg>
        <pc:spChg chg="mod">
          <ac:chgData name="Victor Aumaitre" userId="379d7840-47ba-428f-9f95-660059feb219" providerId="ADAL" clId="{8E2CC9BA-CB9A-5093-8A9B-190C45947F08}" dt="2026-05-08T16:22:49.069" v="8156" actId="1076"/>
          <ac:spMkLst>
            <pc:docMk/>
            <pc:sldMk cId="739538119" sldId="2147483570"/>
            <ac:spMk id="10" creationId="{65C39E5A-4D47-BED7-7135-C98C7B8BEC5F}"/>
          </ac:spMkLst>
        </pc:spChg>
        <pc:spChg chg="add mod">
          <ac:chgData name="Victor Aumaitre" userId="379d7840-47ba-428f-9f95-660059feb219" providerId="ADAL" clId="{8E2CC9BA-CB9A-5093-8A9B-190C45947F08}" dt="2026-05-08T16:23:26.484" v="8168" actId="14100"/>
          <ac:spMkLst>
            <pc:docMk/>
            <pc:sldMk cId="739538119" sldId="2147483570"/>
            <ac:spMk id="11" creationId="{A008D959-6A8C-E12D-66F2-6B6205CB3E6D}"/>
          </ac:spMkLst>
        </pc:spChg>
        <pc:spChg chg="add mod">
          <ac:chgData name="Victor Aumaitre" userId="379d7840-47ba-428f-9f95-660059feb219" providerId="ADAL" clId="{8E2CC9BA-CB9A-5093-8A9B-190C45947F08}" dt="2026-05-08T16:23:20.492" v="8166" actId="14100"/>
          <ac:spMkLst>
            <pc:docMk/>
            <pc:sldMk cId="739538119" sldId="2147483570"/>
            <ac:spMk id="14" creationId="{FF4F3F9F-5918-A046-7618-390AFB1A9BC8}"/>
          </ac:spMkLst>
        </pc:spChg>
        <pc:spChg chg="add mod">
          <ac:chgData name="Victor Aumaitre" userId="379d7840-47ba-428f-9f95-660059feb219" providerId="ADAL" clId="{8E2CC9BA-CB9A-5093-8A9B-190C45947F08}" dt="2026-05-08T16:23:04.917" v="8157" actId="1076"/>
          <ac:spMkLst>
            <pc:docMk/>
            <pc:sldMk cId="739538119" sldId="2147483570"/>
            <ac:spMk id="15" creationId="{696FBEBB-6492-D814-4C02-E2B83290386C}"/>
          </ac:spMkLst>
        </pc:spChg>
        <pc:spChg chg="add mod">
          <ac:chgData name="Victor Aumaitre" userId="379d7840-47ba-428f-9f95-660059feb219" providerId="ADAL" clId="{8E2CC9BA-CB9A-5093-8A9B-190C45947F08}" dt="2026-05-08T16:23:04.917" v="8157" actId="1076"/>
          <ac:spMkLst>
            <pc:docMk/>
            <pc:sldMk cId="739538119" sldId="2147483570"/>
            <ac:spMk id="16" creationId="{A4B758F7-CFB3-BE69-F656-8E3633BB5302}"/>
          </ac:spMkLst>
        </pc:spChg>
        <pc:spChg chg="add mod">
          <ac:chgData name="Victor Aumaitre" userId="379d7840-47ba-428f-9f95-660059feb219" providerId="ADAL" clId="{8E2CC9BA-CB9A-5093-8A9B-190C45947F08}" dt="2026-05-08T16:23:04.917" v="8157" actId="1076"/>
          <ac:spMkLst>
            <pc:docMk/>
            <pc:sldMk cId="739538119" sldId="2147483570"/>
            <ac:spMk id="17" creationId="{F506E8FE-F581-2C32-86C1-1BE324FEA7FA}"/>
          </ac:spMkLst>
        </pc:spChg>
        <pc:spChg chg="add mod">
          <ac:chgData name="Victor Aumaitre" userId="379d7840-47ba-428f-9f95-660059feb219" providerId="ADAL" clId="{8E2CC9BA-CB9A-5093-8A9B-190C45947F08}" dt="2026-05-08T16:23:04.917" v="8157" actId="1076"/>
          <ac:spMkLst>
            <pc:docMk/>
            <pc:sldMk cId="739538119" sldId="2147483570"/>
            <ac:spMk id="18" creationId="{92304554-0915-A10D-2D26-9CCD6FE59833}"/>
          </ac:spMkLst>
        </pc:spChg>
      </pc:sldChg>
      <pc:sldChg chg="addSp delSp modSp add del mod">
        <pc:chgData name="Victor Aumaitre" userId="379d7840-47ba-428f-9f95-660059feb219" providerId="ADAL" clId="{8E2CC9BA-CB9A-5093-8A9B-190C45947F08}" dt="2026-05-08T01:07:19.433" v="5403" actId="2696"/>
        <pc:sldMkLst>
          <pc:docMk/>
          <pc:sldMk cId="2748001692" sldId="2147483570"/>
        </pc:sldMkLst>
        <pc:spChg chg="add mod">
          <ac:chgData name="Victor Aumaitre" userId="379d7840-47ba-428f-9f95-660059feb219" providerId="ADAL" clId="{8E2CC9BA-CB9A-5093-8A9B-190C45947F08}" dt="2026-05-07T01:44:17.237" v="2603" actId="113"/>
          <ac:spMkLst>
            <pc:docMk/>
            <pc:sldMk cId="2748001692" sldId="2147483570"/>
            <ac:spMk id="2" creationId="{3C4FA6FD-F3A8-872D-EF74-B1BFB3741C0A}"/>
          </ac:spMkLst>
        </pc:spChg>
        <pc:spChg chg="del mod">
          <ac:chgData name="Victor Aumaitre" userId="379d7840-47ba-428f-9f95-660059feb219" providerId="ADAL" clId="{8E2CC9BA-CB9A-5093-8A9B-190C45947F08}" dt="2026-05-07T13:34:55.118" v="3175" actId="478"/>
          <ac:spMkLst>
            <pc:docMk/>
            <pc:sldMk cId="2748001692" sldId="2147483570"/>
            <ac:spMk id="3" creationId="{85C8C9CC-1645-9057-7FAE-397B1B3E0B5F}"/>
          </ac:spMkLst>
        </pc:spChg>
        <pc:spChg chg="del mod">
          <ac:chgData name="Victor Aumaitre" userId="379d7840-47ba-428f-9f95-660059feb219" providerId="ADAL" clId="{8E2CC9BA-CB9A-5093-8A9B-190C45947F08}" dt="2026-05-07T13:34:55.118" v="3175" actId="478"/>
          <ac:spMkLst>
            <pc:docMk/>
            <pc:sldMk cId="2748001692" sldId="2147483570"/>
            <ac:spMk id="4" creationId="{21DB4882-275A-1E7E-8499-E4D9516FACF6}"/>
          </ac:spMkLst>
        </pc:spChg>
        <pc:spChg chg="mod">
          <ac:chgData name="Victor Aumaitre" userId="379d7840-47ba-428f-9f95-660059feb219" providerId="ADAL" clId="{8E2CC9BA-CB9A-5093-8A9B-190C45947F08}" dt="2026-05-07T02:09:20.668" v="2753" actId="20577"/>
          <ac:spMkLst>
            <pc:docMk/>
            <pc:sldMk cId="2748001692" sldId="2147483570"/>
            <ac:spMk id="7" creationId="{1696BB8F-29C9-0A8E-A5D5-FE720F085E62}"/>
          </ac:spMkLst>
        </pc:spChg>
        <pc:spChg chg="add mod">
          <ac:chgData name="Victor Aumaitre" userId="379d7840-47ba-428f-9f95-660059feb219" providerId="ADAL" clId="{8E2CC9BA-CB9A-5093-8A9B-190C45947F08}" dt="2026-05-07T02:08:05.828" v="2732" actId="20577"/>
          <ac:spMkLst>
            <pc:docMk/>
            <pc:sldMk cId="2748001692" sldId="2147483570"/>
            <ac:spMk id="8" creationId="{707CFEE6-9641-8069-A7C0-2CC46324986F}"/>
          </ac:spMkLst>
        </pc:spChg>
        <pc:spChg chg="del mod">
          <ac:chgData name="Victor Aumaitre" userId="379d7840-47ba-428f-9f95-660059feb219" providerId="ADAL" clId="{8E2CC9BA-CB9A-5093-8A9B-190C45947F08}" dt="2026-05-07T13:34:55.118" v="3175" actId="478"/>
          <ac:spMkLst>
            <pc:docMk/>
            <pc:sldMk cId="2748001692" sldId="2147483570"/>
            <ac:spMk id="9" creationId="{B7CCF93C-84DA-6041-F872-9F8C94D6FE4A}"/>
          </ac:spMkLst>
        </pc:spChg>
        <pc:spChg chg="del mod">
          <ac:chgData name="Victor Aumaitre" userId="379d7840-47ba-428f-9f95-660059feb219" providerId="ADAL" clId="{8E2CC9BA-CB9A-5093-8A9B-190C45947F08}" dt="2026-05-07T13:34:55.118" v="3175" actId="478"/>
          <ac:spMkLst>
            <pc:docMk/>
            <pc:sldMk cId="2748001692" sldId="2147483570"/>
            <ac:spMk id="10" creationId="{6A3F5393-4796-1FA3-0E27-F3CE7D377E30}"/>
          </ac:spMkLst>
        </pc:spChg>
        <pc:spChg chg="add mod">
          <ac:chgData name="Victor Aumaitre" userId="379d7840-47ba-428f-9f95-660059feb219" providerId="ADAL" clId="{8E2CC9BA-CB9A-5093-8A9B-190C45947F08}" dt="2026-05-07T02:08:59.891" v="2745" actId="404"/>
          <ac:spMkLst>
            <pc:docMk/>
            <pc:sldMk cId="2748001692" sldId="2147483570"/>
            <ac:spMk id="11" creationId="{7C941B51-78FE-A68E-A28B-D3C0016CB022}"/>
          </ac:spMkLst>
        </pc:spChg>
        <pc:spChg chg="mod">
          <ac:chgData name="Victor Aumaitre" userId="379d7840-47ba-428f-9f95-660059feb219" providerId="ADAL" clId="{8E2CC9BA-CB9A-5093-8A9B-190C45947F08}" dt="2026-05-07T02:08:38.448" v="2735" actId="20577"/>
          <ac:spMkLst>
            <pc:docMk/>
            <pc:sldMk cId="2748001692" sldId="2147483570"/>
            <ac:spMk id="12" creationId="{8097237B-A998-EDEA-14CB-6391C0865B41}"/>
          </ac:spMkLst>
        </pc:spChg>
        <pc:spChg chg="add del mod">
          <ac:chgData name="Victor Aumaitre" userId="379d7840-47ba-428f-9f95-660059feb219" providerId="ADAL" clId="{8E2CC9BA-CB9A-5093-8A9B-190C45947F08}" dt="2026-05-07T02:09:30.967" v="2754" actId="478"/>
          <ac:spMkLst>
            <pc:docMk/>
            <pc:sldMk cId="2748001692" sldId="2147483570"/>
            <ac:spMk id="13" creationId="{F98F6BEA-1ED6-1B25-44E6-D65893D2CE24}"/>
          </ac:spMkLst>
        </pc:spChg>
        <pc:spChg chg="mod">
          <ac:chgData name="Victor Aumaitre" userId="379d7840-47ba-428f-9f95-660059feb219" providerId="ADAL" clId="{8E2CC9BA-CB9A-5093-8A9B-190C45947F08}" dt="2026-05-07T13:34:42.824" v="3171"/>
          <ac:spMkLst>
            <pc:docMk/>
            <pc:sldMk cId="2748001692" sldId="2147483570"/>
            <ac:spMk id="14" creationId="{387CEC70-F808-3A07-2D66-3CC0E36C4AD5}"/>
          </ac:spMkLst>
        </pc:spChg>
        <pc:spChg chg="del mod">
          <ac:chgData name="Victor Aumaitre" userId="379d7840-47ba-428f-9f95-660059feb219" providerId="ADAL" clId="{8E2CC9BA-CB9A-5093-8A9B-190C45947F08}" dt="2026-05-07T02:09:30.967" v="2754" actId="478"/>
          <ac:spMkLst>
            <pc:docMk/>
            <pc:sldMk cId="2748001692" sldId="2147483570"/>
            <ac:spMk id="14" creationId="{A5B74103-6BFD-D8AE-4311-55F7F0A8290A}"/>
          </ac:spMkLst>
        </pc:spChg>
        <pc:spChg chg="mod">
          <ac:chgData name="Victor Aumaitre" userId="379d7840-47ba-428f-9f95-660059feb219" providerId="ADAL" clId="{8E2CC9BA-CB9A-5093-8A9B-190C45947F08}" dt="2026-05-07T13:34:42.824" v="3171"/>
          <ac:spMkLst>
            <pc:docMk/>
            <pc:sldMk cId="2748001692" sldId="2147483570"/>
            <ac:spMk id="15" creationId="{2EC0A5F6-84AC-31FF-45EE-8C96023A2A00}"/>
          </ac:spMkLst>
        </pc:spChg>
        <pc:spChg chg="del mod">
          <ac:chgData name="Victor Aumaitre" userId="379d7840-47ba-428f-9f95-660059feb219" providerId="ADAL" clId="{8E2CC9BA-CB9A-5093-8A9B-190C45947F08}" dt="2026-05-07T02:09:30.967" v="2754" actId="478"/>
          <ac:spMkLst>
            <pc:docMk/>
            <pc:sldMk cId="2748001692" sldId="2147483570"/>
            <ac:spMk id="15" creationId="{8D43FB9A-EDA3-D460-E54B-6102B26BCE46}"/>
          </ac:spMkLst>
        </pc:spChg>
        <pc:spChg chg="add del mod">
          <ac:chgData name="Victor Aumaitre" userId="379d7840-47ba-428f-9f95-660059feb219" providerId="ADAL" clId="{8E2CC9BA-CB9A-5093-8A9B-190C45947F08}" dt="2026-05-07T02:09:30.967" v="2754" actId="478"/>
          <ac:spMkLst>
            <pc:docMk/>
            <pc:sldMk cId="2748001692" sldId="2147483570"/>
            <ac:spMk id="16" creationId="{E70E181A-BFF8-4E89-65A9-18E7552EB62E}"/>
          </ac:spMkLst>
        </pc:spChg>
        <pc:spChg chg="mod">
          <ac:chgData name="Victor Aumaitre" userId="379d7840-47ba-428f-9f95-660059feb219" providerId="ADAL" clId="{8E2CC9BA-CB9A-5093-8A9B-190C45947F08}" dt="2026-05-07T01:44:17.237" v="2603" actId="113"/>
          <ac:spMkLst>
            <pc:docMk/>
            <pc:sldMk cId="2748001692" sldId="2147483570"/>
            <ac:spMk id="17" creationId="{1FE4023B-97AF-BF2F-FC25-8DC1B840EB41}"/>
          </ac:spMkLst>
        </pc:spChg>
        <pc:spChg chg="mod">
          <ac:chgData name="Victor Aumaitre" userId="379d7840-47ba-428f-9f95-660059feb219" providerId="ADAL" clId="{8E2CC9BA-CB9A-5093-8A9B-190C45947F08}" dt="2026-05-07T02:04:00.267" v="2665" actId="403"/>
          <ac:spMkLst>
            <pc:docMk/>
            <pc:sldMk cId="2748001692" sldId="2147483570"/>
            <ac:spMk id="18" creationId="{0872BC66-48D7-2F80-FBE5-A98466B64807}"/>
          </ac:spMkLst>
        </pc:spChg>
        <pc:spChg chg="mod">
          <ac:chgData name="Victor Aumaitre" userId="379d7840-47ba-428f-9f95-660059feb219" providerId="ADAL" clId="{8E2CC9BA-CB9A-5093-8A9B-190C45947F08}" dt="2026-05-07T02:05:23.124" v="2672" actId="1036"/>
          <ac:spMkLst>
            <pc:docMk/>
            <pc:sldMk cId="2748001692" sldId="2147483570"/>
            <ac:spMk id="19" creationId="{2E8F5A27-A3BF-64DD-8241-805B79D6C98F}"/>
          </ac:spMkLst>
        </pc:spChg>
        <pc:spChg chg="add mod">
          <ac:chgData name="Victor Aumaitre" userId="379d7840-47ba-428f-9f95-660059feb219" providerId="ADAL" clId="{8E2CC9BA-CB9A-5093-8A9B-190C45947F08}" dt="2026-05-07T02:13:01.428" v="2776" actId="1036"/>
          <ac:spMkLst>
            <pc:docMk/>
            <pc:sldMk cId="2748001692" sldId="2147483570"/>
            <ac:spMk id="20" creationId="{A1DEBCB7-F9F0-8596-04D1-5B6ABC8D9210}"/>
          </ac:spMkLst>
        </pc:spChg>
        <pc:spChg chg="mod">
          <ac:chgData name="Victor Aumaitre" userId="379d7840-47ba-428f-9f95-660059feb219" providerId="ADAL" clId="{8E2CC9BA-CB9A-5093-8A9B-190C45947F08}" dt="2026-05-07T13:34:42.824" v="3171"/>
          <ac:spMkLst>
            <pc:docMk/>
            <pc:sldMk cId="2748001692" sldId="2147483570"/>
            <ac:spMk id="21" creationId="{30764380-131D-A07D-DE53-7314F66CC489}"/>
          </ac:spMkLst>
        </pc:spChg>
        <pc:spChg chg="add del mod">
          <ac:chgData name="Victor Aumaitre" userId="379d7840-47ba-428f-9f95-660059feb219" providerId="ADAL" clId="{8E2CC9BA-CB9A-5093-8A9B-190C45947F08}" dt="2026-05-07T02:11:49.146" v="2764" actId="478"/>
          <ac:spMkLst>
            <pc:docMk/>
            <pc:sldMk cId="2748001692" sldId="2147483570"/>
            <ac:spMk id="21" creationId="{A26FA363-6C6C-2168-95BA-034002BCD9BC}"/>
          </ac:spMkLst>
        </pc:spChg>
        <pc:spChg chg="mod">
          <ac:chgData name="Victor Aumaitre" userId="379d7840-47ba-428f-9f95-660059feb219" providerId="ADAL" clId="{8E2CC9BA-CB9A-5093-8A9B-190C45947F08}" dt="2026-05-07T02:13:01.428" v="2776" actId="1036"/>
          <ac:spMkLst>
            <pc:docMk/>
            <pc:sldMk cId="2748001692" sldId="2147483570"/>
            <ac:spMk id="22" creationId="{C6E0AB51-B466-EC4B-2C61-8EED28F4AA58}"/>
          </ac:spMkLst>
        </pc:spChg>
        <pc:spChg chg="mod">
          <ac:chgData name="Victor Aumaitre" userId="379d7840-47ba-428f-9f95-660059feb219" providerId="ADAL" clId="{8E2CC9BA-CB9A-5093-8A9B-190C45947F08}" dt="2026-05-07T02:13:01.428" v="2776" actId="1036"/>
          <ac:spMkLst>
            <pc:docMk/>
            <pc:sldMk cId="2748001692" sldId="2147483570"/>
            <ac:spMk id="23" creationId="{6C29BEC7-0ABD-3314-F689-BD06ACE416E8}"/>
          </ac:spMkLst>
        </pc:spChg>
        <pc:spChg chg="mod">
          <ac:chgData name="Victor Aumaitre" userId="379d7840-47ba-428f-9f95-660059feb219" providerId="ADAL" clId="{8E2CC9BA-CB9A-5093-8A9B-190C45947F08}" dt="2026-05-07T13:34:42.824" v="3171"/>
          <ac:spMkLst>
            <pc:docMk/>
            <pc:sldMk cId="2748001692" sldId="2147483570"/>
            <ac:spMk id="24" creationId="{80381367-6C6D-B53A-A0C5-211B3718BC9D}"/>
          </ac:spMkLst>
        </pc:spChg>
        <pc:spChg chg="add del mod">
          <ac:chgData name="Victor Aumaitre" userId="379d7840-47ba-428f-9f95-660059feb219" providerId="ADAL" clId="{8E2CC9BA-CB9A-5093-8A9B-190C45947F08}" dt="2026-05-07T02:11:35.043" v="2762" actId="478"/>
          <ac:spMkLst>
            <pc:docMk/>
            <pc:sldMk cId="2748001692" sldId="2147483570"/>
            <ac:spMk id="24" creationId="{BBE56B10-EC1D-DF27-96DD-FCE5A7A8C328}"/>
          </ac:spMkLst>
        </pc:spChg>
        <pc:spChg chg="mod">
          <ac:chgData name="Victor Aumaitre" userId="379d7840-47ba-428f-9f95-660059feb219" providerId="ADAL" clId="{8E2CC9BA-CB9A-5093-8A9B-190C45947F08}" dt="2026-05-07T02:13:01.428" v="2776" actId="1036"/>
          <ac:spMkLst>
            <pc:docMk/>
            <pc:sldMk cId="2748001692" sldId="2147483570"/>
            <ac:spMk id="25" creationId="{4E6F7DB2-3710-1522-C024-E2A8868776F7}"/>
          </ac:spMkLst>
        </pc:spChg>
        <pc:spChg chg="mod">
          <ac:chgData name="Victor Aumaitre" userId="379d7840-47ba-428f-9f95-660059feb219" providerId="ADAL" clId="{8E2CC9BA-CB9A-5093-8A9B-190C45947F08}" dt="2026-05-07T01:45:57.886" v="2634" actId="20577"/>
          <ac:spMkLst>
            <pc:docMk/>
            <pc:sldMk cId="2748001692" sldId="2147483570"/>
            <ac:spMk id="27" creationId="{F375FCBD-62E5-1572-29F4-45921F0610A0}"/>
          </ac:spMkLst>
        </pc:spChg>
        <pc:spChg chg="mod">
          <ac:chgData name="Victor Aumaitre" userId="379d7840-47ba-428f-9f95-660059feb219" providerId="ADAL" clId="{8E2CC9BA-CB9A-5093-8A9B-190C45947F08}" dt="2026-05-07T02:13:01.428" v="2776" actId="1036"/>
          <ac:spMkLst>
            <pc:docMk/>
            <pc:sldMk cId="2748001692" sldId="2147483570"/>
            <ac:spMk id="29" creationId="{C6CDA3A3-B566-50E9-5E36-FF18A82D1C8D}"/>
          </ac:spMkLst>
        </pc:spChg>
        <pc:spChg chg="add del mod">
          <ac:chgData name="Victor Aumaitre" userId="379d7840-47ba-428f-9f95-660059feb219" providerId="ADAL" clId="{8E2CC9BA-CB9A-5093-8A9B-190C45947F08}" dt="2026-05-07T02:11:38.598" v="2763" actId="478"/>
          <ac:spMkLst>
            <pc:docMk/>
            <pc:sldMk cId="2748001692" sldId="2147483570"/>
            <ac:spMk id="30" creationId="{AC886494-645E-09B5-9B27-FD2733827257}"/>
          </ac:spMkLst>
        </pc:spChg>
        <pc:spChg chg="mod">
          <ac:chgData name="Victor Aumaitre" userId="379d7840-47ba-428f-9f95-660059feb219" providerId="ADAL" clId="{8E2CC9BA-CB9A-5093-8A9B-190C45947F08}" dt="2026-05-07T02:13:01.428" v="2776" actId="1036"/>
          <ac:spMkLst>
            <pc:docMk/>
            <pc:sldMk cId="2748001692" sldId="2147483570"/>
            <ac:spMk id="31" creationId="{E273D90C-07FE-89AA-B742-75786D6B95B9}"/>
          </ac:spMkLst>
        </pc:spChg>
        <pc:spChg chg="del mod">
          <ac:chgData name="Victor Aumaitre" userId="379d7840-47ba-428f-9f95-660059feb219" providerId="ADAL" clId="{8E2CC9BA-CB9A-5093-8A9B-190C45947F08}" dt="2026-05-07T01:36:54.329" v="2564" actId="478"/>
          <ac:spMkLst>
            <pc:docMk/>
            <pc:sldMk cId="2748001692" sldId="2147483570"/>
            <ac:spMk id="32" creationId="{9DEAD3BE-1439-6B87-6154-5B009E865272}"/>
          </ac:spMkLst>
        </pc:spChg>
        <pc:spChg chg="mod">
          <ac:chgData name="Victor Aumaitre" userId="379d7840-47ba-428f-9f95-660059feb219" providerId="ADAL" clId="{8E2CC9BA-CB9A-5093-8A9B-190C45947F08}" dt="2026-05-07T13:34:42.824" v="3171"/>
          <ac:spMkLst>
            <pc:docMk/>
            <pc:sldMk cId="2748001692" sldId="2147483570"/>
            <ac:spMk id="32" creationId="{E4505D2D-92D4-BD1F-4F54-7756F1E2C813}"/>
          </ac:spMkLst>
        </pc:spChg>
        <pc:spChg chg="mod">
          <ac:chgData name="Victor Aumaitre" userId="379d7840-47ba-428f-9f95-660059feb219" providerId="ADAL" clId="{8E2CC9BA-CB9A-5093-8A9B-190C45947F08}" dt="2026-05-07T01:37:33.021" v="2581" actId="1076"/>
          <ac:spMkLst>
            <pc:docMk/>
            <pc:sldMk cId="2748001692" sldId="2147483570"/>
            <ac:spMk id="33" creationId="{F836BDDE-9750-D5F8-A624-01BE3961EA01}"/>
          </ac:spMkLst>
        </pc:spChg>
        <pc:spChg chg="mod">
          <ac:chgData name="Victor Aumaitre" userId="379d7840-47ba-428f-9f95-660059feb219" providerId="ADAL" clId="{8E2CC9BA-CB9A-5093-8A9B-190C45947F08}" dt="2026-05-07T01:37:33.021" v="2581" actId="1076"/>
          <ac:spMkLst>
            <pc:docMk/>
            <pc:sldMk cId="2748001692" sldId="2147483570"/>
            <ac:spMk id="34" creationId="{4986E5E0-DF69-2E84-5783-0AE0B2E80DF9}"/>
          </ac:spMkLst>
        </pc:spChg>
        <pc:spChg chg="mod">
          <ac:chgData name="Victor Aumaitre" userId="379d7840-47ba-428f-9f95-660059feb219" providerId="ADAL" clId="{8E2CC9BA-CB9A-5093-8A9B-190C45947F08}" dt="2026-05-07T01:37:33.021" v="2581" actId="1076"/>
          <ac:spMkLst>
            <pc:docMk/>
            <pc:sldMk cId="2748001692" sldId="2147483570"/>
            <ac:spMk id="35" creationId="{66746696-1861-C254-99F8-2AE93FB1FA82}"/>
          </ac:spMkLst>
        </pc:spChg>
        <pc:spChg chg="add mod">
          <ac:chgData name="Victor Aumaitre" userId="379d7840-47ba-428f-9f95-660059feb219" providerId="ADAL" clId="{8E2CC9BA-CB9A-5093-8A9B-190C45947F08}" dt="2026-05-07T13:33:54.966" v="3168" actId="242"/>
          <ac:spMkLst>
            <pc:docMk/>
            <pc:sldMk cId="2748001692" sldId="2147483570"/>
            <ac:spMk id="36" creationId="{C31A858B-4CFC-F058-A6F5-28996C89A5A9}"/>
          </ac:spMkLst>
        </pc:spChg>
        <pc:spChg chg="mod">
          <ac:chgData name="Victor Aumaitre" userId="379d7840-47ba-428f-9f95-660059feb219" providerId="ADAL" clId="{8E2CC9BA-CB9A-5093-8A9B-190C45947F08}" dt="2026-05-07T01:37:33.021" v="2581" actId="1076"/>
          <ac:spMkLst>
            <pc:docMk/>
            <pc:sldMk cId="2748001692" sldId="2147483570"/>
            <ac:spMk id="37" creationId="{0223A294-E197-2136-C362-F865B4BEAA77}"/>
          </ac:spMkLst>
        </pc:spChg>
        <pc:spChg chg="mod">
          <ac:chgData name="Victor Aumaitre" userId="379d7840-47ba-428f-9f95-660059feb219" providerId="ADAL" clId="{8E2CC9BA-CB9A-5093-8A9B-190C45947F08}" dt="2026-05-07T01:37:33.021" v="2581" actId="1076"/>
          <ac:spMkLst>
            <pc:docMk/>
            <pc:sldMk cId="2748001692" sldId="2147483570"/>
            <ac:spMk id="38" creationId="{F8876235-0629-C4C1-424C-9D618CDCEEE0}"/>
          </ac:spMkLst>
        </pc:spChg>
        <pc:spChg chg="mod">
          <ac:chgData name="Victor Aumaitre" userId="379d7840-47ba-428f-9f95-660059feb219" providerId="ADAL" clId="{8E2CC9BA-CB9A-5093-8A9B-190C45947F08}" dt="2026-05-07T13:34:00.799" v="3169" actId="242"/>
          <ac:spMkLst>
            <pc:docMk/>
            <pc:sldMk cId="2748001692" sldId="2147483570"/>
            <ac:spMk id="39" creationId="{1F7918C6-EF97-F925-8503-B618F821CEEC}"/>
          </ac:spMkLst>
        </pc:spChg>
        <pc:spChg chg="mod">
          <ac:chgData name="Victor Aumaitre" userId="379d7840-47ba-428f-9f95-660059feb219" providerId="ADAL" clId="{8E2CC9BA-CB9A-5093-8A9B-190C45947F08}" dt="2026-05-07T01:37:33.021" v="2581" actId="1076"/>
          <ac:spMkLst>
            <pc:docMk/>
            <pc:sldMk cId="2748001692" sldId="2147483570"/>
            <ac:spMk id="40" creationId="{4E8B6A5F-20AA-5FD6-5EF9-BD24FB858F22}"/>
          </ac:spMkLst>
        </pc:spChg>
        <pc:spChg chg="mod">
          <ac:chgData name="Victor Aumaitre" userId="379d7840-47ba-428f-9f95-660059feb219" providerId="ADAL" clId="{8E2CC9BA-CB9A-5093-8A9B-190C45947F08}" dt="2026-05-07T01:37:33.021" v="2581" actId="1076"/>
          <ac:spMkLst>
            <pc:docMk/>
            <pc:sldMk cId="2748001692" sldId="2147483570"/>
            <ac:spMk id="41" creationId="{188AF744-B756-B736-7599-A304F4DA4306}"/>
          </ac:spMkLst>
        </pc:spChg>
        <pc:spChg chg="mod">
          <ac:chgData name="Victor Aumaitre" userId="379d7840-47ba-428f-9f95-660059feb219" providerId="ADAL" clId="{8E2CC9BA-CB9A-5093-8A9B-190C45947F08}" dt="2026-05-07T13:34:05.146" v="3170" actId="242"/>
          <ac:spMkLst>
            <pc:docMk/>
            <pc:sldMk cId="2748001692" sldId="2147483570"/>
            <ac:spMk id="42" creationId="{8A4E14A8-CEBC-8178-BF93-9461101DCE0F}"/>
          </ac:spMkLst>
        </pc:spChg>
        <pc:spChg chg="del mod">
          <ac:chgData name="Victor Aumaitre" userId="379d7840-47ba-428f-9f95-660059feb219" providerId="ADAL" clId="{8E2CC9BA-CB9A-5093-8A9B-190C45947F08}" dt="2026-05-07T01:37:11.816" v="2579" actId="478"/>
          <ac:spMkLst>
            <pc:docMk/>
            <pc:sldMk cId="2748001692" sldId="2147483570"/>
            <ac:spMk id="43" creationId="{57DF5744-D51A-0333-EE06-200BFF3A29C8}"/>
          </ac:spMkLst>
        </pc:spChg>
        <pc:spChg chg="mod">
          <ac:chgData name="Victor Aumaitre" userId="379d7840-47ba-428f-9f95-660059feb219" providerId="ADAL" clId="{8E2CC9BA-CB9A-5093-8A9B-190C45947F08}" dt="2026-05-07T13:34:42.824" v="3171"/>
          <ac:spMkLst>
            <pc:docMk/>
            <pc:sldMk cId="2748001692" sldId="2147483570"/>
            <ac:spMk id="43" creationId="{F0BE86F1-05BC-8015-77A3-3A8C8F0DBF04}"/>
          </ac:spMkLst>
        </pc:spChg>
        <pc:spChg chg="del mod">
          <ac:chgData name="Victor Aumaitre" userId="379d7840-47ba-428f-9f95-660059feb219" providerId="ADAL" clId="{8E2CC9BA-CB9A-5093-8A9B-190C45947F08}" dt="2026-05-07T01:37:16.892" v="2580" actId="478"/>
          <ac:spMkLst>
            <pc:docMk/>
            <pc:sldMk cId="2748001692" sldId="2147483570"/>
            <ac:spMk id="44" creationId="{0EF2E446-92E1-994F-AB04-56AB64A282A2}"/>
          </ac:spMkLst>
        </pc:spChg>
        <pc:spChg chg="del mod">
          <ac:chgData name="Victor Aumaitre" userId="379d7840-47ba-428f-9f95-660059feb219" providerId="ADAL" clId="{8E2CC9BA-CB9A-5093-8A9B-190C45947F08}" dt="2026-05-07T01:37:16.892" v="2580" actId="478"/>
          <ac:spMkLst>
            <pc:docMk/>
            <pc:sldMk cId="2748001692" sldId="2147483570"/>
            <ac:spMk id="45" creationId="{D74E83E1-5327-36EA-6EE6-4079ED160FBC}"/>
          </ac:spMkLst>
        </pc:spChg>
        <pc:spChg chg="mod">
          <ac:chgData name="Victor Aumaitre" userId="379d7840-47ba-428f-9f95-660059feb219" providerId="ADAL" clId="{8E2CC9BA-CB9A-5093-8A9B-190C45947F08}" dt="2026-05-07T13:34:42.824" v="3171"/>
          <ac:spMkLst>
            <pc:docMk/>
            <pc:sldMk cId="2748001692" sldId="2147483570"/>
            <ac:spMk id="45" creationId="{E3D81C5C-0C2B-6A3A-5987-0D050140797B}"/>
          </ac:spMkLst>
        </pc:spChg>
        <pc:spChg chg="mod">
          <ac:chgData name="Victor Aumaitre" userId="379d7840-47ba-428f-9f95-660059feb219" providerId="ADAL" clId="{8E2CC9BA-CB9A-5093-8A9B-190C45947F08}" dt="2026-05-07T13:34:42.824" v="3171"/>
          <ac:spMkLst>
            <pc:docMk/>
            <pc:sldMk cId="2748001692" sldId="2147483570"/>
            <ac:spMk id="46" creationId="{CCA7E424-F669-C9E1-BE23-6234D476D7BA}"/>
          </ac:spMkLst>
        </pc:spChg>
        <pc:spChg chg="del mod">
          <ac:chgData name="Victor Aumaitre" userId="379d7840-47ba-428f-9f95-660059feb219" providerId="ADAL" clId="{8E2CC9BA-CB9A-5093-8A9B-190C45947F08}" dt="2026-05-07T01:39:44.024" v="2596" actId="478"/>
          <ac:spMkLst>
            <pc:docMk/>
            <pc:sldMk cId="2748001692" sldId="2147483570"/>
            <ac:spMk id="46" creationId="{EE76D822-8176-9A71-CF22-BDFBFC0DCCEE}"/>
          </ac:spMkLst>
        </pc:spChg>
        <pc:spChg chg="add mod">
          <ac:chgData name="Victor Aumaitre" userId="379d7840-47ba-428f-9f95-660059feb219" providerId="ADAL" clId="{8E2CC9BA-CB9A-5093-8A9B-190C45947F08}" dt="2026-05-07T01:44:17.237" v="2603" actId="113"/>
          <ac:spMkLst>
            <pc:docMk/>
            <pc:sldMk cId="2748001692" sldId="2147483570"/>
            <ac:spMk id="47" creationId="{FB80BDAF-23A6-12EC-9A3A-6F10259C075A}"/>
          </ac:spMkLst>
        </pc:spChg>
        <pc:spChg chg="add mod">
          <ac:chgData name="Victor Aumaitre" userId="379d7840-47ba-428f-9f95-660059feb219" providerId="ADAL" clId="{8E2CC9BA-CB9A-5093-8A9B-190C45947F08}" dt="2026-05-07T02:06:52.170" v="2703" actId="20577"/>
          <ac:spMkLst>
            <pc:docMk/>
            <pc:sldMk cId="2748001692" sldId="2147483570"/>
            <ac:spMk id="48" creationId="{2DCE5D50-A7A4-01EA-62BF-289D6A51E930}"/>
          </ac:spMkLst>
        </pc:spChg>
        <pc:spChg chg="mod">
          <ac:chgData name="Victor Aumaitre" userId="379d7840-47ba-428f-9f95-660059feb219" providerId="ADAL" clId="{8E2CC9BA-CB9A-5093-8A9B-190C45947F08}" dt="2026-05-07T13:35:07.143" v="3177"/>
          <ac:spMkLst>
            <pc:docMk/>
            <pc:sldMk cId="2748001692" sldId="2147483570"/>
            <ac:spMk id="51" creationId="{2FF0C6C0-D3F0-78D5-E27D-EFE70DE38FE1}"/>
          </ac:spMkLst>
        </pc:spChg>
        <pc:spChg chg="mod">
          <ac:chgData name="Victor Aumaitre" userId="379d7840-47ba-428f-9f95-660059feb219" providerId="ADAL" clId="{8E2CC9BA-CB9A-5093-8A9B-190C45947F08}" dt="2026-05-07T01:38:36.309" v="2582"/>
          <ac:spMkLst>
            <pc:docMk/>
            <pc:sldMk cId="2748001692" sldId="2147483570"/>
            <ac:spMk id="51" creationId="{94EF004E-42BE-B5AB-DCC4-C4448B6B7818}"/>
          </ac:spMkLst>
        </pc:spChg>
        <pc:spChg chg="mod">
          <ac:chgData name="Victor Aumaitre" userId="379d7840-47ba-428f-9f95-660059feb219" providerId="ADAL" clId="{8E2CC9BA-CB9A-5093-8A9B-190C45947F08}" dt="2026-05-07T01:38:36.309" v="2582"/>
          <ac:spMkLst>
            <pc:docMk/>
            <pc:sldMk cId="2748001692" sldId="2147483570"/>
            <ac:spMk id="52" creationId="{4C5E0D85-E933-D314-147A-500D2CD6E8ED}"/>
          </ac:spMkLst>
        </pc:spChg>
        <pc:spChg chg="mod">
          <ac:chgData name="Victor Aumaitre" userId="379d7840-47ba-428f-9f95-660059feb219" providerId="ADAL" clId="{8E2CC9BA-CB9A-5093-8A9B-190C45947F08}" dt="2026-05-07T13:35:07.143" v="3177"/>
          <ac:spMkLst>
            <pc:docMk/>
            <pc:sldMk cId="2748001692" sldId="2147483570"/>
            <ac:spMk id="52" creationId="{A31B35D0-4F42-D786-5E47-32D8094834E8}"/>
          </ac:spMkLst>
        </pc:spChg>
        <pc:grpChg chg="add mod">
          <ac:chgData name="Victor Aumaitre" userId="379d7840-47ba-428f-9f95-660059feb219" providerId="ADAL" clId="{8E2CC9BA-CB9A-5093-8A9B-190C45947F08}" dt="2026-05-07T13:35:01.301" v="3176" actId="1076"/>
          <ac:grpSpMkLst>
            <pc:docMk/>
            <pc:sldMk cId="2748001692" sldId="2147483570"/>
            <ac:grpSpMk id="13" creationId="{846517E8-F247-1D29-E652-6BE91D3C786D}"/>
          </ac:grpSpMkLst>
        </pc:grpChg>
        <pc:grpChg chg="add del mod">
          <ac:chgData name="Victor Aumaitre" userId="379d7840-47ba-428f-9f95-660059feb219" providerId="ADAL" clId="{8E2CC9BA-CB9A-5093-8A9B-190C45947F08}" dt="2026-05-07T13:35:20.915" v="3179" actId="478"/>
          <ac:grpSpMkLst>
            <pc:docMk/>
            <pc:sldMk cId="2748001692" sldId="2147483570"/>
            <ac:grpSpMk id="16" creationId="{66167770-55C8-11C5-1728-E4932B61E6D8}"/>
          </ac:grpSpMkLst>
        </pc:grpChg>
        <pc:grpChg chg="del mod">
          <ac:chgData name="Victor Aumaitre" userId="379d7840-47ba-428f-9f95-660059feb219" providerId="ADAL" clId="{8E2CC9BA-CB9A-5093-8A9B-190C45947F08}" dt="2026-05-07T13:35:20.915" v="3179" actId="478"/>
          <ac:grpSpMkLst>
            <pc:docMk/>
            <pc:sldMk cId="2748001692" sldId="2147483570"/>
            <ac:grpSpMk id="30" creationId="{13810E57-8D8D-3A7B-9CBB-C0EB1A55239E}"/>
          </ac:grpSpMkLst>
        </pc:grpChg>
        <pc:grpChg chg="del mod">
          <ac:chgData name="Victor Aumaitre" userId="379d7840-47ba-428f-9f95-660059feb219" providerId="ADAL" clId="{8E2CC9BA-CB9A-5093-8A9B-190C45947F08}" dt="2026-05-07T13:35:20.915" v="3179" actId="478"/>
          <ac:grpSpMkLst>
            <pc:docMk/>
            <pc:sldMk cId="2748001692" sldId="2147483570"/>
            <ac:grpSpMk id="44" creationId="{CE79204A-491C-8601-EE6A-837607A71BD3}"/>
          </ac:grpSpMkLst>
        </pc:grpChg>
        <pc:grpChg chg="add del mod">
          <ac:chgData name="Victor Aumaitre" userId="379d7840-47ba-428f-9f95-660059feb219" providerId="ADAL" clId="{8E2CC9BA-CB9A-5093-8A9B-190C45947F08}" dt="2026-05-07T01:39:03.523" v="2587" actId="478"/>
          <ac:grpSpMkLst>
            <pc:docMk/>
            <pc:sldMk cId="2748001692" sldId="2147483570"/>
            <ac:grpSpMk id="50" creationId="{0640790C-996B-D016-B617-7078945D25E8}"/>
          </ac:grpSpMkLst>
        </pc:grpChg>
        <pc:grpChg chg="add mod">
          <ac:chgData name="Victor Aumaitre" userId="379d7840-47ba-428f-9f95-660059feb219" providerId="ADAL" clId="{8E2CC9BA-CB9A-5093-8A9B-190C45947F08}" dt="2026-05-07T13:35:16.684" v="3178" actId="1076"/>
          <ac:grpSpMkLst>
            <pc:docMk/>
            <pc:sldMk cId="2748001692" sldId="2147483570"/>
            <ac:grpSpMk id="50" creationId="{F4D80A39-E33E-3623-DF4E-F045402A938A}"/>
          </ac:grpSpMkLst>
        </pc:grpChg>
        <pc:cxnChg chg="add mod">
          <ac:chgData name="Victor Aumaitre" userId="379d7840-47ba-428f-9f95-660059feb219" providerId="ADAL" clId="{8E2CC9BA-CB9A-5093-8A9B-190C45947F08}" dt="2026-05-07T01:39:08.158" v="2589" actId="1038"/>
          <ac:cxnSpMkLst>
            <pc:docMk/>
            <pc:sldMk cId="2748001692" sldId="2147483570"/>
            <ac:cxnSpMk id="49" creationId="{D435FA0F-80F2-9DA1-C317-DF609762C486}"/>
          </ac:cxnSpMkLst>
        </pc:cxnChg>
      </pc:sldChg>
      <pc:sldChg chg="delSp mod">
        <pc:chgData name="Victor Aumaitre" userId="379d7840-47ba-428f-9f95-660059feb219" providerId="ADAL" clId="{8E2CC9BA-CB9A-5093-8A9B-190C45947F08}" dt="2026-05-08T18:27:34.719" v="8172" actId="478"/>
        <pc:sldMkLst>
          <pc:docMk/>
          <pc:sldMk cId="253162335" sldId="2147483573"/>
        </pc:sldMkLst>
        <pc:spChg chg="del">
          <ac:chgData name="Victor Aumaitre" userId="379d7840-47ba-428f-9f95-660059feb219" providerId="ADAL" clId="{8E2CC9BA-CB9A-5093-8A9B-190C45947F08}" dt="2026-05-08T18:27:34.719" v="8172" actId="478"/>
          <ac:spMkLst>
            <pc:docMk/>
            <pc:sldMk cId="253162335" sldId="2147483573"/>
            <ac:spMk id="4" creationId="{BF4BEB26-5E48-D2BA-A1E8-81C5718D73E9}"/>
          </ac:spMkLst>
        </pc:spChg>
        <pc:spChg chg="del">
          <ac:chgData name="Victor Aumaitre" userId="379d7840-47ba-428f-9f95-660059feb219" providerId="ADAL" clId="{8E2CC9BA-CB9A-5093-8A9B-190C45947F08}" dt="2026-05-08T18:27:34.719" v="8172" actId="478"/>
          <ac:spMkLst>
            <pc:docMk/>
            <pc:sldMk cId="253162335" sldId="2147483573"/>
            <ac:spMk id="8" creationId="{E5B4B9DC-A5BE-C078-4693-6C0E9862FA1B}"/>
          </ac:spMkLst>
        </pc:spChg>
        <pc:spChg chg="del">
          <ac:chgData name="Victor Aumaitre" userId="379d7840-47ba-428f-9f95-660059feb219" providerId="ADAL" clId="{8E2CC9BA-CB9A-5093-8A9B-190C45947F08}" dt="2026-05-08T18:27:34.719" v="8172" actId="478"/>
          <ac:spMkLst>
            <pc:docMk/>
            <pc:sldMk cId="253162335" sldId="2147483573"/>
            <ac:spMk id="9" creationId="{7708167E-3568-C9D1-A760-62FED42C0617}"/>
          </ac:spMkLst>
        </pc:spChg>
        <pc:spChg chg="del">
          <ac:chgData name="Victor Aumaitre" userId="379d7840-47ba-428f-9f95-660059feb219" providerId="ADAL" clId="{8E2CC9BA-CB9A-5093-8A9B-190C45947F08}" dt="2026-05-08T18:27:34.719" v="8172" actId="478"/>
          <ac:spMkLst>
            <pc:docMk/>
            <pc:sldMk cId="253162335" sldId="2147483573"/>
            <ac:spMk id="10" creationId="{A88F4B11-7378-1D68-1239-581C69508703}"/>
          </ac:spMkLst>
        </pc:spChg>
        <pc:spChg chg="del">
          <ac:chgData name="Victor Aumaitre" userId="379d7840-47ba-428f-9f95-660059feb219" providerId="ADAL" clId="{8E2CC9BA-CB9A-5093-8A9B-190C45947F08}" dt="2026-05-08T18:27:34.719" v="8172" actId="478"/>
          <ac:spMkLst>
            <pc:docMk/>
            <pc:sldMk cId="253162335" sldId="2147483573"/>
            <ac:spMk id="39" creationId="{5DF19EC1-F89C-BB4A-A75F-74881FFF807E}"/>
          </ac:spMkLst>
        </pc:spChg>
        <pc:spChg chg="del">
          <ac:chgData name="Victor Aumaitre" userId="379d7840-47ba-428f-9f95-660059feb219" providerId="ADAL" clId="{8E2CC9BA-CB9A-5093-8A9B-190C45947F08}" dt="2026-05-08T18:27:34.719" v="8172" actId="478"/>
          <ac:spMkLst>
            <pc:docMk/>
            <pc:sldMk cId="253162335" sldId="2147483573"/>
            <ac:spMk id="45" creationId="{02028724-EF22-491A-C532-B8307A0CEE1E}"/>
          </ac:spMkLst>
        </pc:spChg>
        <pc:spChg chg="del">
          <ac:chgData name="Victor Aumaitre" userId="379d7840-47ba-428f-9f95-660059feb219" providerId="ADAL" clId="{8E2CC9BA-CB9A-5093-8A9B-190C45947F08}" dt="2026-05-08T18:27:34.719" v="8172" actId="478"/>
          <ac:spMkLst>
            <pc:docMk/>
            <pc:sldMk cId="253162335" sldId="2147483573"/>
            <ac:spMk id="46" creationId="{DBF8B8F1-BC16-A85E-F021-A81FB3755C0E}"/>
          </ac:spMkLst>
        </pc:spChg>
        <pc:spChg chg="del">
          <ac:chgData name="Victor Aumaitre" userId="379d7840-47ba-428f-9f95-660059feb219" providerId="ADAL" clId="{8E2CC9BA-CB9A-5093-8A9B-190C45947F08}" dt="2026-05-08T18:27:34.719" v="8172" actId="478"/>
          <ac:spMkLst>
            <pc:docMk/>
            <pc:sldMk cId="253162335" sldId="2147483573"/>
            <ac:spMk id="57" creationId="{66A60642-2516-73EB-F5F3-AEB92B347BD2}"/>
          </ac:spMkLst>
        </pc:spChg>
        <pc:spChg chg="del">
          <ac:chgData name="Victor Aumaitre" userId="379d7840-47ba-428f-9f95-660059feb219" providerId="ADAL" clId="{8E2CC9BA-CB9A-5093-8A9B-190C45947F08}" dt="2026-05-08T18:27:34.719" v="8172" actId="478"/>
          <ac:spMkLst>
            <pc:docMk/>
            <pc:sldMk cId="253162335" sldId="2147483573"/>
            <ac:spMk id="59" creationId="{5D8D5A38-9E08-1CF7-205A-DA112B6C96D9}"/>
          </ac:spMkLst>
        </pc:spChg>
        <pc:spChg chg="del">
          <ac:chgData name="Victor Aumaitre" userId="379d7840-47ba-428f-9f95-660059feb219" providerId="ADAL" clId="{8E2CC9BA-CB9A-5093-8A9B-190C45947F08}" dt="2026-05-08T18:27:34.719" v="8172" actId="478"/>
          <ac:spMkLst>
            <pc:docMk/>
            <pc:sldMk cId="253162335" sldId="2147483573"/>
            <ac:spMk id="79" creationId="{7EF110B0-B034-F319-CAED-E1AD922464E4}"/>
          </ac:spMkLst>
        </pc:spChg>
      </pc:sldChg>
      <pc:sldChg chg="addSp delSp modSp del mod">
        <pc:chgData name="Victor Aumaitre" userId="379d7840-47ba-428f-9f95-660059feb219" providerId="ADAL" clId="{8E2CC9BA-CB9A-5093-8A9B-190C45947F08}" dt="2026-05-08T02:52:32.479" v="6423" actId="2696"/>
        <pc:sldMkLst>
          <pc:docMk/>
          <pc:sldMk cId="1484708536" sldId="2147483578"/>
        </pc:sldMkLst>
        <pc:spChg chg="add mod">
          <ac:chgData name="Victor Aumaitre" userId="379d7840-47ba-428f-9f95-660059feb219" providerId="ADAL" clId="{8E2CC9BA-CB9A-5093-8A9B-190C45947F08}" dt="2026-05-08T02:51:48.061" v="6418"/>
          <ac:spMkLst>
            <pc:docMk/>
            <pc:sldMk cId="1484708536" sldId="2147483578"/>
            <ac:spMk id="3" creationId="{319B5C45-2655-4762-3D46-D0A6BF4E3CC9}"/>
          </ac:spMkLst>
        </pc:spChg>
        <pc:spChg chg="add mod">
          <ac:chgData name="Victor Aumaitre" userId="379d7840-47ba-428f-9f95-660059feb219" providerId="ADAL" clId="{8E2CC9BA-CB9A-5093-8A9B-190C45947F08}" dt="2026-05-08T02:51:48.061" v="6418"/>
          <ac:spMkLst>
            <pc:docMk/>
            <pc:sldMk cId="1484708536" sldId="2147483578"/>
            <ac:spMk id="4" creationId="{30185B48-7B6E-B837-7A5B-5FDE38E7BC6D}"/>
          </ac:spMkLst>
        </pc:spChg>
        <pc:spChg chg="del">
          <ac:chgData name="Victor Aumaitre" userId="379d7840-47ba-428f-9f95-660059feb219" providerId="ADAL" clId="{8E2CC9BA-CB9A-5093-8A9B-190C45947F08}" dt="2026-05-08T02:51:33.339" v="6417" actId="478"/>
          <ac:spMkLst>
            <pc:docMk/>
            <pc:sldMk cId="1484708536" sldId="2147483578"/>
            <ac:spMk id="5" creationId="{B8C55105-D8AA-740D-D1DC-F71D701B5303}"/>
          </ac:spMkLst>
        </pc:spChg>
        <pc:spChg chg="del">
          <ac:chgData name="Victor Aumaitre" userId="379d7840-47ba-428f-9f95-660059feb219" providerId="ADAL" clId="{8E2CC9BA-CB9A-5093-8A9B-190C45947F08}" dt="2026-05-08T02:51:33.339" v="6417" actId="478"/>
          <ac:spMkLst>
            <pc:docMk/>
            <pc:sldMk cId="1484708536" sldId="2147483578"/>
            <ac:spMk id="6" creationId="{6322D007-D84A-4E23-8B9B-9D9ABD369FC7}"/>
          </ac:spMkLst>
        </pc:spChg>
        <pc:spChg chg="mod">
          <ac:chgData name="Victor Aumaitre" userId="379d7840-47ba-428f-9f95-660059feb219" providerId="ADAL" clId="{8E2CC9BA-CB9A-5093-8A9B-190C45947F08}" dt="2026-05-08T02:51:28.551" v="6416"/>
          <ac:spMkLst>
            <pc:docMk/>
            <pc:sldMk cId="1484708536" sldId="2147483578"/>
            <ac:spMk id="28" creationId="{9D4156BD-F3B3-A141-EF87-BD4B7251B3A4}"/>
          </ac:spMkLst>
        </pc:spChg>
      </pc:sldChg>
      <pc:sldChg chg="delSp modSp add mod">
        <pc:chgData name="Victor Aumaitre" userId="379d7840-47ba-428f-9f95-660059feb219" providerId="ADAL" clId="{8E2CC9BA-CB9A-5093-8A9B-190C45947F08}" dt="2026-05-07T02:55:46.633" v="2801" actId="207"/>
        <pc:sldMkLst>
          <pc:docMk/>
          <pc:sldMk cId="2208713050" sldId="2147483579"/>
        </pc:sldMkLst>
        <pc:spChg chg="mod">
          <ac:chgData name="Victor Aumaitre" userId="379d7840-47ba-428f-9f95-660059feb219" providerId="ADAL" clId="{8E2CC9BA-CB9A-5093-8A9B-190C45947F08}" dt="2026-05-07T02:55:46.633" v="2801" actId="207"/>
          <ac:spMkLst>
            <pc:docMk/>
            <pc:sldMk cId="2208713050" sldId="2147483579"/>
            <ac:spMk id="4" creationId="{13F3868C-2712-253E-45A5-9D4FBA75EBE4}"/>
          </ac:spMkLst>
        </pc:spChg>
        <pc:spChg chg="mod">
          <ac:chgData name="Victor Aumaitre" userId="379d7840-47ba-428f-9f95-660059feb219" providerId="ADAL" clId="{8E2CC9BA-CB9A-5093-8A9B-190C45947F08}" dt="2026-05-07T02:50:32.565" v="2795" actId="20577"/>
          <ac:spMkLst>
            <pc:docMk/>
            <pc:sldMk cId="2208713050" sldId="2147483579"/>
            <ac:spMk id="7" creationId="{80424432-643F-5739-441C-6FF40B590C32}"/>
          </ac:spMkLst>
        </pc:spChg>
        <pc:spChg chg="mod">
          <ac:chgData name="Victor Aumaitre" userId="379d7840-47ba-428f-9f95-660059feb219" providerId="ADAL" clId="{8E2CC9BA-CB9A-5093-8A9B-190C45947F08}" dt="2026-05-07T02:55:02.684" v="2799"/>
          <ac:spMkLst>
            <pc:docMk/>
            <pc:sldMk cId="2208713050" sldId="2147483579"/>
            <ac:spMk id="8" creationId="{06700CEE-84A1-9716-6981-5A1BAA57CF82}"/>
          </ac:spMkLst>
        </pc:spChg>
        <pc:spChg chg="del">
          <ac:chgData name="Victor Aumaitre" userId="379d7840-47ba-428f-9f95-660059feb219" providerId="ADAL" clId="{8E2CC9BA-CB9A-5093-8A9B-190C45947F08}" dt="2026-05-07T02:50:37.667" v="2796" actId="478"/>
          <ac:spMkLst>
            <pc:docMk/>
            <pc:sldMk cId="2208713050" sldId="2147483579"/>
            <ac:spMk id="9" creationId="{2C4A6C65-AD21-7B6E-CD73-5BD92A9378F9}"/>
          </ac:spMkLst>
        </pc:spChg>
        <pc:spChg chg="del">
          <ac:chgData name="Victor Aumaitre" userId="379d7840-47ba-428f-9f95-660059feb219" providerId="ADAL" clId="{8E2CC9BA-CB9A-5093-8A9B-190C45947F08}" dt="2026-05-07T02:50:37.667" v="2796" actId="478"/>
          <ac:spMkLst>
            <pc:docMk/>
            <pc:sldMk cId="2208713050" sldId="2147483579"/>
            <ac:spMk id="10" creationId="{49B94CFC-D444-34BC-8223-6846474E6EA2}"/>
          </ac:spMkLst>
        </pc:spChg>
        <pc:spChg chg="del">
          <ac:chgData name="Victor Aumaitre" userId="379d7840-47ba-428f-9f95-660059feb219" providerId="ADAL" clId="{8E2CC9BA-CB9A-5093-8A9B-190C45947F08}" dt="2026-05-07T02:50:37.667" v="2796" actId="478"/>
          <ac:spMkLst>
            <pc:docMk/>
            <pc:sldMk cId="2208713050" sldId="2147483579"/>
            <ac:spMk id="11" creationId="{51F97A9F-1C97-6624-A970-8212D5D419C5}"/>
          </ac:spMkLst>
        </pc:spChg>
        <pc:spChg chg="del">
          <ac:chgData name="Victor Aumaitre" userId="379d7840-47ba-428f-9f95-660059feb219" providerId="ADAL" clId="{8E2CC9BA-CB9A-5093-8A9B-190C45947F08}" dt="2026-05-07T02:50:37.667" v="2796" actId="478"/>
          <ac:spMkLst>
            <pc:docMk/>
            <pc:sldMk cId="2208713050" sldId="2147483579"/>
            <ac:spMk id="12" creationId="{DD3DB8C4-B22F-1D31-2816-05A283780340}"/>
          </ac:spMkLst>
        </pc:spChg>
        <pc:spChg chg="mod">
          <ac:chgData name="Victor Aumaitre" userId="379d7840-47ba-428f-9f95-660059feb219" providerId="ADAL" clId="{8E2CC9BA-CB9A-5093-8A9B-190C45947F08}" dt="2026-05-07T02:44:01.857" v="2779"/>
          <ac:spMkLst>
            <pc:docMk/>
            <pc:sldMk cId="2208713050" sldId="2147483579"/>
            <ac:spMk id="18" creationId="{2126F8CE-21D2-0A28-DF2B-32F73B72A427}"/>
          </ac:spMkLst>
        </pc:spChg>
        <pc:spChg chg="mod">
          <ac:chgData name="Victor Aumaitre" userId="379d7840-47ba-428f-9f95-660059feb219" providerId="ADAL" clId="{8E2CC9BA-CB9A-5093-8A9B-190C45947F08}" dt="2026-05-07T02:54:56.494" v="2798" actId="1076"/>
          <ac:spMkLst>
            <pc:docMk/>
            <pc:sldMk cId="2208713050" sldId="2147483579"/>
            <ac:spMk id="26" creationId="{BA4AE0D4-6ACB-CCA1-627C-C6AA0908F61E}"/>
          </ac:spMkLst>
        </pc:spChg>
        <pc:spChg chg="mod">
          <ac:chgData name="Victor Aumaitre" userId="379d7840-47ba-428f-9f95-660059feb219" providerId="ADAL" clId="{8E2CC9BA-CB9A-5093-8A9B-190C45947F08}" dt="2026-05-07T02:14:12.281" v="2778"/>
          <ac:spMkLst>
            <pc:docMk/>
            <pc:sldMk cId="2208713050" sldId="2147483579"/>
            <ac:spMk id="27" creationId="{C643D38C-781B-A154-FC3E-741A9DE57635}"/>
          </ac:spMkLst>
        </pc:spChg>
        <pc:spChg chg="mod">
          <ac:chgData name="Victor Aumaitre" userId="379d7840-47ba-428f-9f95-660059feb219" providerId="ADAL" clId="{8E2CC9BA-CB9A-5093-8A9B-190C45947F08}" dt="2026-05-07T02:44:37.647" v="2789" actId="20577"/>
          <ac:spMkLst>
            <pc:docMk/>
            <pc:sldMk cId="2208713050" sldId="2147483579"/>
            <ac:spMk id="48" creationId="{5CAAB3DA-75D2-1466-B3FE-269FA98B665A}"/>
          </ac:spMkLst>
        </pc:spChg>
      </pc:sldChg>
      <pc:sldChg chg="addSp modSp add mod">
        <pc:chgData name="Victor Aumaitre" userId="379d7840-47ba-428f-9f95-660059feb219" providerId="ADAL" clId="{8E2CC9BA-CB9A-5093-8A9B-190C45947F08}" dt="2026-05-07T03:04:32.857" v="2825" actId="1076"/>
        <pc:sldMkLst>
          <pc:docMk/>
          <pc:sldMk cId="2848924223" sldId="2147483580"/>
        </pc:sldMkLst>
        <pc:spChg chg="mod">
          <ac:chgData name="Victor Aumaitre" userId="379d7840-47ba-428f-9f95-660059feb219" providerId="ADAL" clId="{8E2CC9BA-CB9A-5093-8A9B-190C45947F08}" dt="2026-05-07T03:04:32.857" v="2825" actId="1076"/>
          <ac:spMkLst>
            <pc:docMk/>
            <pc:sldMk cId="2848924223" sldId="2147483580"/>
            <ac:spMk id="3" creationId="{E65C8C00-E357-2F8B-CD7B-F097BD807E5F}"/>
          </ac:spMkLst>
        </pc:spChg>
        <pc:spChg chg="mod">
          <ac:chgData name="Victor Aumaitre" userId="379d7840-47ba-428f-9f95-660059feb219" providerId="ADAL" clId="{8E2CC9BA-CB9A-5093-8A9B-190C45947F08}" dt="2026-05-07T03:04:32.857" v="2825" actId="1076"/>
          <ac:spMkLst>
            <pc:docMk/>
            <pc:sldMk cId="2848924223" sldId="2147483580"/>
            <ac:spMk id="4" creationId="{5BE0DCB3-34DD-B027-1347-DA1D65594F3C}"/>
          </ac:spMkLst>
        </pc:spChg>
        <pc:spChg chg="mod">
          <ac:chgData name="Victor Aumaitre" userId="379d7840-47ba-428f-9f95-660059feb219" providerId="ADAL" clId="{8E2CC9BA-CB9A-5093-8A9B-190C45947F08}" dt="2026-05-07T03:04:32.857" v="2825" actId="1076"/>
          <ac:spMkLst>
            <pc:docMk/>
            <pc:sldMk cId="2848924223" sldId="2147483580"/>
            <ac:spMk id="7" creationId="{02971ED1-3EEA-E52E-60A3-60FEA7B2278F}"/>
          </ac:spMkLst>
        </pc:spChg>
        <pc:spChg chg="add mod">
          <ac:chgData name="Victor Aumaitre" userId="379d7840-47ba-428f-9f95-660059feb219" providerId="ADAL" clId="{8E2CC9BA-CB9A-5093-8A9B-190C45947F08}" dt="2026-05-07T03:02:22.389" v="2817" actId="1076"/>
          <ac:spMkLst>
            <pc:docMk/>
            <pc:sldMk cId="2848924223" sldId="2147483580"/>
            <ac:spMk id="9" creationId="{8815376F-794B-F920-8F13-40A0A22A25A2}"/>
          </ac:spMkLst>
        </pc:spChg>
        <pc:spChg chg="add mod">
          <ac:chgData name="Victor Aumaitre" userId="379d7840-47ba-428f-9f95-660059feb219" providerId="ADAL" clId="{8E2CC9BA-CB9A-5093-8A9B-190C45947F08}" dt="2026-05-07T03:04:32.857" v="2825" actId="1076"/>
          <ac:spMkLst>
            <pc:docMk/>
            <pc:sldMk cId="2848924223" sldId="2147483580"/>
            <ac:spMk id="10" creationId="{4376CD56-27AC-D251-4041-C34F15336BAE}"/>
          </ac:spMkLst>
        </pc:spChg>
        <pc:spChg chg="add mod">
          <ac:chgData name="Victor Aumaitre" userId="379d7840-47ba-428f-9f95-660059feb219" providerId="ADAL" clId="{8E2CC9BA-CB9A-5093-8A9B-190C45947F08}" dt="2026-05-07T03:02:22.389" v="2817" actId="1076"/>
          <ac:spMkLst>
            <pc:docMk/>
            <pc:sldMk cId="2848924223" sldId="2147483580"/>
            <ac:spMk id="11" creationId="{B292E512-3C5F-D059-5CF6-4A0AF40D7CE6}"/>
          </ac:spMkLst>
        </pc:spChg>
        <pc:spChg chg="add mod">
          <ac:chgData name="Victor Aumaitre" userId="379d7840-47ba-428f-9f95-660059feb219" providerId="ADAL" clId="{8E2CC9BA-CB9A-5093-8A9B-190C45947F08}" dt="2026-05-07T03:04:32.857" v="2825" actId="1076"/>
          <ac:spMkLst>
            <pc:docMk/>
            <pc:sldMk cId="2848924223" sldId="2147483580"/>
            <ac:spMk id="12" creationId="{5821BED7-85EC-824C-67D8-EE65F9E0C93C}"/>
          </ac:spMkLst>
        </pc:spChg>
        <pc:spChg chg="add mod">
          <ac:chgData name="Victor Aumaitre" userId="379d7840-47ba-428f-9f95-660059feb219" providerId="ADAL" clId="{8E2CC9BA-CB9A-5093-8A9B-190C45947F08}" dt="2026-05-07T03:04:32.857" v="2825" actId="1076"/>
          <ac:spMkLst>
            <pc:docMk/>
            <pc:sldMk cId="2848924223" sldId="2147483580"/>
            <ac:spMk id="13" creationId="{F0E575D8-2F88-6FAE-3810-3DAD4592B025}"/>
          </ac:spMkLst>
        </pc:spChg>
        <pc:spChg chg="add mod">
          <ac:chgData name="Victor Aumaitre" userId="379d7840-47ba-428f-9f95-660059feb219" providerId="ADAL" clId="{8E2CC9BA-CB9A-5093-8A9B-190C45947F08}" dt="2026-05-07T03:04:32.857" v="2825" actId="1076"/>
          <ac:spMkLst>
            <pc:docMk/>
            <pc:sldMk cId="2848924223" sldId="2147483580"/>
            <ac:spMk id="14" creationId="{F081FC8F-936E-FEAE-0A99-A1A8E98A517D}"/>
          </ac:spMkLst>
        </pc:spChg>
        <pc:spChg chg="add mod">
          <ac:chgData name="Victor Aumaitre" userId="379d7840-47ba-428f-9f95-660059feb219" providerId="ADAL" clId="{8E2CC9BA-CB9A-5093-8A9B-190C45947F08}" dt="2026-05-07T03:02:45.307" v="2819" actId="1076"/>
          <ac:spMkLst>
            <pc:docMk/>
            <pc:sldMk cId="2848924223" sldId="2147483580"/>
            <ac:spMk id="15" creationId="{C24D446D-6559-115B-40EF-5EF51B42F8DC}"/>
          </ac:spMkLst>
        </pc:spChg>
        <pc:spChg chg="add mod">
          <ac:chgData name="Victor Aumaitre" userId="379d7840-47ba-428f-9f95-660059feb219" providerId="ADAL" clId="{8E2CC9BA-CB9A-5093-8A9B-190C45947F08}" dt="2026-05-07T03:04:32.857" v="2825" actId="1076"/>
          <ac:spMkLst>
            <pc:docMk/>
            <pc:sldMk cId="2848924223" sldId="2147483580"/>
            <ac:spMk id="16" creationId="{AD8CA191-5DAE-D9B9-058D-C160698C6BD5}"/>
          </ac:spMkLst>
        </pc:spChg>
        <pc:spChg chg="mod">
          <ac:chgData name="Victor Aumaitre" userId="379d7840-47ba-428f-9f95-660059feb219" providerId="ADAL" clId="{8E2CC9BA-CB9A-5093-8A9B-190C45947F08}" dt="2026-05-07T03:00:22.818" v="2805"/>
          <ac:spMkLst>
            <pc:docMk/>
            <pc:sldMk cId="2848924223" sldId="2147483580"/>
            <ac:spMk id="18" creationId="{986F065E-609A-A520-B97F-D6E01ED26ED5}"/>
          </ac:spMkLst>
        </pc:spChg>
        <pc:spChg chg="add mod">
          <ac:chgData name="Victor Aumaitre" userId="379d7840-47ba-428f-9f95-660059feb219" providerId="ADAL" clId="{8E2CC9BA-CB9A-5093-8A9B-190C45947F08}" dt="2026-05-07T03:03:41.971" v="2821" actId="1076"/>
          <ac:spMkLst>
            <pc:docMk/>
            <pc:sldMk cId="2848924223" sldId="2147483580"/>
            <ac:spMk id="21" creationId="{D0B08488-EF02-2B31-575D-6D39BD5D2579}"/>
          </ac:spMkLst>
        </pc:spChg>
        <pc:spChg chg="add mod">
          <ac:chgData name="Victor Aumaitre" userId="379d7840-47ba-428f-9f95-660059feb219" providerId="ADAL" clId="{8E2CC9BA-CB9A-5093-8A9B-190C45947F08}" dt="2026-05-07T03:04:32.857" v="2825" actId="1076"/>
          <ac:spMkLst>
            <pc:docMk/>
            <pc:sldMk cId="2848924223" sldId="2147483580"/>
            <ac:spMk id="24" creationId="{DC655079-FCF1-E7D1-10E8-3D4CD60F3BFF}"/>
          </ac:spMkLst>
        </pc:spChg>
        <pc:spChg chg="mod">
          <ac:chgData name="Victor Aumaitre" userId="379d7840-47ba-428f-9f95-660059feb219" providerId="ADAL" clId="{8E2CC9BA-CB9A-5093-8A9B-190C45947F08}" dt="2026-05-07T02:56:38.381" v="2803"/>
          <ac:spMkLst>
            <pc:docMk/>
            <pc:sldMk cId="2848924223" sldId="2147483580"/>
            <ac:spMk id="27" creationId="{7C72A006-E358-F603-E078-26F143DFC2A1}"/>
          </ac:spMkLst>
        </pc:spChg>
        <pc:spChg chg="add mod">
          <ac:chgData name="Victor Aumaitre" userId="379d7840-47ba-428f-9f95-660059feb219" providerId="ADAL" clId="{8E2CC9BA-CB9A-5093-8A9B-190C45947F08}" dt="2026-05-07T03:03:41.971" v="2821" actId="1076"/>
          <ac:spMkLst>
            <pc:docMk/>
            <pc:sldMk cId="2848924223" sldId="2147483580"/>
            <ac:spMk id="30" creationId="{5C2B88DD-D917-5C53-CCA0-9B2F9CC93535}"/>
          </ac:spMkLst>
        </pc:spChg>
        <pc:spChg chg="add mod">
          <ac:chgData name="Victor Aumaitre" userId="379d7840-47ba-428f-9f95-660059feb219" providerId="ADAL" clId="{8E2CC9BA-CB9A-5093-8A9B-190C45947F08}" dt="2026-05-07T03:04:32.857" v="2825" actId="1076"/>
          <ac:spMkLst>
            <pc:docMk/>
            <pc:sldMk cId="2848924223" sldId="2147483580"/>
            <ac:spMk id="32" creationId="{9B905788-DEB2-03E3-7858-D3664391C6EC}"/>
          </ac:spMkLst>
        </pc:spChg>
        <pc:spChg chg="add mod">
          <ac:chgData name="Victor Aumaitre" userId="379d7840-47ba-428f-9f95-660059feb219" providerId="ADAL" clId="{8E2CC9BA-CB9A-5093-8A9B-190C45947F08}" dt="2026-05-07T03:04:15.670" v="2822"/>
          <ac:spMkLst>
            <pc:docMk/>
            <pc:sldMk cId="2848924223" sldId="2147483580"/>
            <ac:spMk id="44" creationId="{4B33CD6D-4ECB-F0CA-9AA3-00473651871C}"/>
          </ac:spMkLst>
        </pc:spChg>
        <pc:spChg chg="add mod">
          <ac:chgData name="Victor Aumaitre" userId="379d7840-47ba-428f-9f95-660059feb219" providerId="ADAL" clId="{8E2CC9BA-CB9A-5093-8A9B-190C45947F08}" dt="2026-05-07T03:04:15.670" v="2822"/>
          <ac:spMkLst>
            <pc:docMk/>
            <pc:sldMk cId="2848924223" sldId="2147483580"/>
            <ac:spMk id="45" creationId="{59F49254-56A6-22A6-ED31-2ECAFFCC79F6}"/>
          </ac:spMkLst>
        </pc:spChg>
        <pc:spChg chg="add mod">
          <ac:chgData name="Victor Aumaitre" userId="379d7840-47ba-428f-9f95-660059feb219" providerId="ADAL" clId="{8E2CC9BA-CB9A-5093-8A9B-190C45947F08}" dt="2026-05-07T03:04:15.670" v="2822"/>
          <ac:spMkLst>
            <pc:docMk/>
            <pc:sldMk cId="2848924223" sldId="2147483580"/>
            <ac:spMk id="46" creationId="{F2DE12C3-D315-A5D7-1623-1570F269FD8C}"/>
          </ac:spMkLst>
        </pc:spChg>
        <pc:spChg chg="mod">
          <ac:chgData name="Victor Aumaitre" userId="379d7840-47ba-428f-9f95-660059feb219" providerId="ADAL" clId="{8E2CC9BA-CB9A-5093-8A9B-190C45947F08}" dt="2026-05-07T03:01:25.911" v="2815" actId="404"/>
          <ac:spMkLst>
            <pc:docMk/>
            <pc:sldMk cId="2848924223" sldId="2147483580"/>
            <ac:spMk id="48" creationId="{81352949-1CAA-D84B-39E9-826041B73D6E}"/>
          </ac:spMkLst>
        </pc:spChg>
        <pc:spChg chg="add mod">
          <ac:chgData name="Victor Aumaitre" userId="379d7840-47ba-428f-9f95-660059feb219" providerId="ADAL" clId="{8E2CC9BA-CB9A-5093-8A9B-190C45947F08}" dt="2026-05-07T03:04:15.670" v="2822"/>
          <ac:spMkLst>
            <pc:docMk/>
            <pc:sldMk cId="2848924223" sldId="2147483580"/>
            <ac:spMk id="50" creationId="{788B515E-0788-E4FC-8C84-4814C303B752}"/>
          </ac:spMkLst>
        </pc:spChg>
        <pc:spChg chg="add mod">
          <ac:chgData name="Victor Aumaitre" userId="379d7840-47ba-428f-9f95-660059feb219" providerId="ADAL" clId="{8E2CC9BA-CB9A-5093-8A9B-190C45947F08}" dt="2026-05-07T03:04:15.670" v="2822"/>
          <ac:spMkLst>
            <pc:docMk/>
            <pc:sldMk cId="2848924223" sldId="2147483580"/>
            <ac:spMk id="51" creationId="{E94D1D9B-A59B-22AC-F5BE-650257ECAAFC}"/>
          </ac:spMkLst>
        </pc:spChg>
        <pc:spChg chg="add mod">
          <ac:chgData name="Victor Aumaitre" userId="379d7840-47ba-428f-9f95-660059feb219" providerId="ADAL" clId="{8E2CC9BA-CB9A-5093-8A9B-190C45947F08}" dt="2026-05-07T03:04:15.670" v="2822"/>
          <ac:spMkLst>
            <pc:docMk/>
            <pc:sldMk cId="2848924223" sldId="2147483580"/>
            <ac:spMk id="53" creationId="{D30BE569-0E5B-EB4B-0200-632855408916}"/>
          </ac:spMkLst>
        </pc:spChg>
        <pc:spChg chg="add mod">
          <ac:chgData name="Victor Aumaitre" userId="379d7840-47ba-428f-9f95-660059feb219" providerId="ADAL" clId="{8E2CC9BA-CB9A-5093-8A9B-190C45947F08}" dt="2026-05-07T03:04:15.670" v="2822"/>
          <ac:spMkLst>
            <pc:docMk/>
            <pc:sldMk cId="2848924223" sldId="2147483580"/>
            <ac:spMk id="55" creationId="{2412575A-7921-96B9-4C59-62D53355A1BE}"/>
          </ac:spMkLst>
        </pc:spChg>
        <pc:spChg chg="add mod">
          <ac:chgData name="Victor Aumaitre" userId="379d7840-47ba-428f-9f95-660059feb219" providerId="ADAL" clId="{8E2CC9BA-CB9A-5093-8A9B-190C45947F08}" dt="2026-05-07T03:04:15.670" v="2822"/>
          <ac:spMkLst>
            <pc:docMk/>
            <pc:sldMk cId="2848924223" sldId="2147483580"/>
            <ac:spMk id="56" creationId="{CE28857B-675D-719A-ED92-3F06178082A3}"/>
          </ac:spMkLst>
        </pc:spChg>
        <pc:spChg chg="add mod">
          <ac:chgData name="Victor Aumaitre" userId="379d7840-47ba-428f-9f95-660059feb219" providerId="ADAL" clId="{8E2CC9BA-CB9A-5093-8A9B-190C45947F08}" dt="2026-05-07T03:04:15.670" v="2822"/>
          <ac:spMkLst>
            <pc:docMk/>
            <pc:sldMk cId="2848924223" sldId="2147483580"/>
            <ac:spMk id="59" creationId="{9DF17056-EB79-F25D-375D-69588415ACDE}"/>
          </ac:spMkLst>
        </pc:spChg>
        <pc:spChg chg="add mod">
          <ac:chgData name="Victor Aumaitre" userId="379d7840-47ba-428f-9f95-660059feb219" providerId="ADAL" clId="{8E2CC9BA-CB9A-5093-8A9B-190C45947F08}" dt="2026-05-07T03:04:15.670" v="2822"/>
          <ac:spMkLst>
            <pc:docMk/>
            <pc:sldMk cId="2848924223" sldId="2147483580"/>
            <ac:spMk id="60" creationId="{67CAA0EC-4045-386D-A166-92F44F411E59}"/>
          </ac:spMkLst>
        </pc:spChg>
        <pc:spChg chg="mod">
          <ac:chgData name="Victor Aumaitre" userId="379d7840-47ba-428f-9f95-660059feb219" providerId="ADAL" clId="{8E2CC9BA-CB9A-5093-8A9B-190C45947F08}" dt="2026-05-07T03:04:25.107" v="2824" actId="1076"/>
          <ac:spMkLst>
            <pc:docMk/>
            <pc:sldMk cId="2848924223" sldId="2147483580"/>
            <ac:spMk id="61" creationId="{08409033-FA00-0F9F-C6EA-4411961AB9DD}"/>
          </ac:spMkLst>
        </pc:spChg>
      </pc:sldChg>
      <pc:sldChg chg="addSp delSp modSp add mod">
        <pc:chgData name="Victor Aumaitre" userId="379d7840-47ba-428f-9f95-660059feb219" providerId="ADAL" clId="{8E2CC9BA-CB9A-5093-8A9B-190C45947F08}" dt="2026-05-07T03:27:09.506" v="2955"/>
        <pc:sldMkLst>
          <pc:docMk/>
          <pc:sldMk cId="3617659425" sldId="2147483581"/>
        </pc:sldMkLst>
        <pc:spChg chg="mod">
          <ac:chgData name="Victor Aumaitre" userId="379d7840-47ba-428f-9f95-660059feb219" providerId="ADAL" clId="{8E2CC9BA-CB9A-5093-8A9B-190C45947F08}" dt="2026-05-07T03:15:01.870" v="2857" actId="1036"/>
          <ac:spMkLst>
            <pc:docMk/>
            <pc:sldMk cId="3617659425" sldId="2147483581"/>
            <ac:spMk id="3" creationId="{951FFFAA-71A4-C685-FF80-58327A0ADB6F}"/>
          </ac:spMkLst>
        </pc:spChg>
        <pc:spChg chg="mod">
          <ac:chgData name="Victor Aumaitre" userId="379d7840-47ba-428f-9f95-660059feb219" providerId="ADAL" clId="{8E2CC9BA-CB9A-5093-8A9B-190C45947F08}" dt="2026-05-07T03:15:01.870" v="2857" actId="1036"/>
          <ac:spMkLst>
            <pc:docMk/>
            <pc:sldMk cId="3617659425" sldId="2147483581"/>
            <ac:spMk id="4" creationId="{26E91CC5-C084-C65A-8114-F52DC036A6B0}"/>
          </ac:spMkLst>
        </pc:spChg>
        <pc:spChg chg="mod">
          <ac:chgData name="Victor Aumaitre" userId="379d7840-47ba-428f-9f95-660059feb219" providerId="ADAL" clId="{8E2CC9BA-CB9A-5093-8A9B-190C45947F08}" dt="2026-05-07T03:15:01.870" v="2857" actId="1036"/>
          <ac:spMkLst>
            <pc:docMk/>
            <pc:sldMk cId="3617659425" sldId="2147483581"/>
            <ac:spMk id="7" creationId="{513EFC2C-A394-099B-1DD7-D028250C2DF9}"/>
          </ac:spMkLst>
        </pc:spChg>
        <pc:spChg chg="mod">
          <ac:chgData name="Victor Aumaitre" userId="379d7840-47ba-428f-9f95-660059feb219" providerId="ADAL" clId="{8E2CC9BA-CB9A-5093-8A9B-190C45947F08}" dt="2026-05-07T03:15:01.870" v="2857" actId="1036"/>
          <ac:spMkLst>
            <pc:docMk/>
            <pc:sldMk cId="3617659425" sldId="2147483581"/>
            <ac:spMk id="8" creationId="{942C2A83-1B09-B104-B8D5-8114CF0F362E}"/>
          </ac:spMkLst>
        </pc:spChg>
        <pc:spChg chg="del">
          <ac:chgData name="Victor Aumaitre" userId="379d7840-47ba-428f-9f95-660059feb219" providerId="ADAL" clId="{8E2CC9BA-CB9A-5093-8A9B-190C45947F08}" dt="2026-05-07T03:14:53.887" v="2853" actId="478"/>
          <ac:spMkLst>
            <pc:docMk/>
            <pc:sldMk cId="3617659425" sldId="2147483581"/>
            <ac:spMk id="9" creationId="{53F3345F-5B31-D80A-390B-9292360AAAC3}"/>
          </ac:spMkLst>
        </pc:spChg>
        <pc:spChg chg="del">
          <ac:chgData name="Victor Aumaitre" userId="379d7840-47ba-428f-9f95-660059feb219" providerId="ADAL" clId="{8E2CC9BA-CB9A-5093-8A9B-190C45947F08}" dt="2026-05-07T03:14:53.887" v="2853" actId="478"/>
          <ac:spMkLst>
            <pc:docMk/>
            <pc:sldMk cId="3617659425" sldId="2147483581"/>
            <ac:spMk id="10" creationId="{B2F6863E-B27E-2B89-E5A0-4BA9B8AF357C}"/>
          </ac:spMkLst>
        </pc:spChg>
        <pc:spChg chg="del">
          <ac:chgData name="Victor Aumaitre" userId="379d7840-47ba-428f-9f95-660059feb219" providerId="ADAL" clId="{8E2CC9BA-CB9A-5093-8A9B-190C45947F08}" dt="2026-05-07T03:14:53.887" v="2853" actId="478"/>
          <ac:spMkLst>
            <pc:docMk/>
            <pc:sldMk cId="3617659425" sldId="2147483581"/>
            <ac:spMk id="12" creationId="{D2AE55AC-3F9D-5C42-1F87-F14564AD75D5}"/>
          </ac:spMkLst>
        </pc:spChg>
        <pc:spChg chg="del">
          <ac:chgData name="Victor Aumaitre" userId="379d7840-47ba-428f-9f95-660059feb219" providerId="ADAL" clId="{8E2CC9BA-CB9A-5093-8A9B-190C45947F08}" dt="2026-05-07T03:14:53.887" v="2853" actId="478"/>
          <ac:spMkLst>
            <pc:docMk/>
            <pc:sldMk cId="3617659425" sldId="2147483581"/>
            <ac:spMk id="13" creationId="{03E3DB81-47CF-6DAE-7637-A2EAB4D48498}"/>
          </ac:spMkLst>
        </pc:spChg>
        <pc:spChg chg="del">
          <ac:chgData name="Victor Aumaitre" userId="379d7840-47ba-428f-9f95-660059feb219" providerId="ADAL" clId="{8E2CC9BA-CB9A-5093-8A9B-190C45947F08}" dt="2026-05-07T03:14:53.887" v="2853" actId="478"/>
          <ac:spMkLst>
            <pc:docMk/>
            <pc:sldMk cId="3617659425" sldId="2147483581"/>
            <ac:spMk id="14" creationId="{E935EB70-659B-E0CA-5EF8-28BBF1DC3794}"/>
          </ac:spMkLst>
        </pc:spChg>
        <pc:spChg chg="del">
          <ac:chgData name="Victor Aumaitre" userId="379d7840-47ba-428f-9f95-660059feb219" providerId="ADAL" clId="{8E2CC9BA-CB9A-5093-8A9B-190C45947F08}" dt="2026-05-07T03:14:53.887" v="2853" actId="478"/>
          <ac:spMkLst>
            <pc:docMk/>
            <pc:sldMk cId="3617659425" sldId="2147483581"/>
            <ac:spMk id="16" creationId="{A327B67E-358F-1861-CAA8-A682BA373974}"/>
          </ac:spMkLst>
        </pc:spChg>
        <pc:spChg chg="mod">
          <ac:chgData name="Victor Aumaitre" userId="379d7840-47ba-428f-9f95-660059feb219" providerId="ADAL" clId="{8E2CC9BA-CB9A-5093-8A9B-190C45947F08}" dt="2026-05-07T03:12:26.906" v="2828"/>
          <ac:spMkLst>
            <pc:docMk/>
            <pc:sldMk cId="3617659425" sldId="2147483581"/>
            <ac:spMk id="18" creationId="{C82EC039-206C-1D54-1952-F7088327C4CB}"/>
          </ac:spMkLst>
        </pc:spChg>
        <pc:spChg chg="del">
          <ac:chgData name="Victor Aumaitre" userId="379d7840-47ba-428f-9f95-660059feb219" providerId="ADAL" clId="{8E2CC9BA-CB9A-5093-8A9B-190C45947F08}" dt="2026-05-07T03:14:53.887" v="2853" actId="478"/>
          <ac:spMkLst>
            <pc:docMk/>
            <pc:sldMk cId="3617659425" sldId="2147483581"/>
            <ac:spMk id="21" creationId="{51CCCB5C-7D5A-84CA-30BD-1CDD0120A440}"/>
          </ac:spMkLst>
        </pc:spChg>
        <pc:spChg chg="del">
          <ac:chgData name="Victor Aumaitre" userId="379d7840-47ba-428f-9f95-660059feb219" providerId="ADAL" clId="{8E2CC9BA-CB9A-5093-8A9B-190C45947F08}" dt="2026-05-07T03:14:53.887" v="2853" actId="478"/>
          <ac:spMkLst>
            <pc:docMk/>
            <pc:sldMk cId="3617659425" sldId="2147483581"/>
            <ac:spMk id="24" creationId="{1C9A48D3-2EFD-7D1A-1978-BE5E9F416516}"/>
          </ac:spMkLst>
        </pc:spChg>
        <pc:spChg chg="mod">
          <ac:chgData name="Victor Aumaitre" userId="379d7840-47ba-428f-9f95-660059feb219" providerId="ADAL" clId="{8E2CC9BA-CB9A-5093-8A9B-190C45947F08}" dt="2026-05-07T03:05:24.363" v="2827"/>
          <ac:spMkLst>
            <pc:docMk/>
            <pc:sldMk cId="3617659425" sldId="2147483581"/>
            <ac:spMk id="27" creationId="{7CA8B717-A8A9-2DC3-0AEF-6A6F681037FE}"/>
          </ac:spMkLst>
        </pc:spChg>
        <pc:spChg chg="del">
          <ac:chgData name="Victor Aumaitre" userId="379d7840-47ba-428f-9f95-660059feb219" providerId="ADAL" clId="{8E2CC9BA-CB9A-5093-8A9B-190C45947F08}" dt="2026-05-07T03:14:53.887" v="2853" actId="478"/>
          <ac:spMkLst>
            <pc:docMk/>
            <pc:sldMk cId="3617659425" sldId="2147483581"/>
            <ac:spMk id="30" creationId="{6A48C76E-9BA6-C14A-6C1A-2749DA0456E8}"/>
          </ac:spMkLst>
        </pc:spChg>
        <pc:spChg chg="del">
          <ac:chgData name="Victor Aumaitre" userId="379d7840-47ba-428f-9f95-660059feb219" providerId="ADAL" clId="{8E2CC9BA-CB9A-5093-8A9B-190C45947F08}" dt="2026-05-07T03:14:53.887" v="2853" actId="478"/>
          <ac:spMkLst>
            <pc:docMk/>
            <pc:sldMk cId="3617659425" sldId="2147483581"/>
            <ac:spMk id="32" creationId="{923E9E04-8954-4AEE-56DC-3BCCEF90A3AA}"/>
          </ac:spMkLst>
        </pc:spChg>
        <pc:spChg chg="mod">
          <ac:chgData name="Victor Aumaitre" userId="379d7840-47ba-428f-9f95-660059feb219" providerId="ADAL" clId="{8E2CC9BA-CB9A-5093-8A9B-190C45947F08}" dt="2026-05-07T03:27:09.506" v="2955"/>
          <ac:spMkLst>
            <pc:docMk/>
            <pc:sldMk cId="3617659425" sldId="2147483581"/>
            <ac:spMk id="44" creationId="{B2DAE9EB-CA38-107E-9399-15B7F4525796}"/>
          </ac:spMkLst>
        </pc:spChg>
        <pc:spChg chg="mod">
          <ac:chgData name="Victor Aumaitre" userId="379d7840-47ba-428f-9f95-660059feb219" providerId="ADAL" clId="{8E2CC9BA-CB9A-5093-8A9B-190C45947F08}" dt="2026-05-07T03:27:09.506" v="2955"/>
          <ac:spMkLst>
            <pc:docMk/>
            <pc:sldMk cId="3617659425" sldId="2147483581"/>
            <ac:spMk id="45" creationId="{36038DF7-80F8-CDCA-CF91-25186641A870}"/>
          </ac:spMkLst>
        </pc:spChg>
        <pc:spChg chg="mod">
          <ac:chgData name="Victor Aumaitre" userId="379d7840-47ba-428f-9f95-660059feb219" providerId="ADAL" clId="{8E2CC9BA-CB9A-5093-8A9B-190C45947F08}" dt="2026-05-07T03:13:11.097" v="2847" actId="313"/>
          <ac:spMkLst>
            <pc:docMk/>
            <pc:sldMk cId="3617659425" sldId="2147483581"/>
            <ac:spMk id="48" creationId="{C01F7348-5DA9-231A-3B45-42F96A87961B}"/>
          </ac:spMkLst>
        </pc:spChg>
        <pc:spChg chg="mod">
          <ac:chgData name="Victor Aumaitre" userId="379d7840-47ba-428f-9f95-660059feb219" providerId="ADAL" clId="{8E2CC9BA-CB9A-5093-8A9B-190C45947F08}" dt="2026-05-07T03:27:09.506" v="2955"/>
          <ac:spMkLst>
            <pc:docMk/>
            <pc:sldMk cId="3617659425" sldId="2147483581"/>
            <ac:spMk id="50" creationId="{F8474E16-16DC-4917-A2DC-1D93DBA51E4D}"/>
          </ac:spMkLst>
        </pc:spChg>
        <pc:spChg chg="mod">
          <ac:chgData name="Victor Aumaitre" userId="379d7840-47ba-428f-9f95-660059feb219" providerId="ADAL" clId="{8E2CC9BA-CB9A-5093-8A9B-190C45947F08}" dt="2026-05-07T03:27:09.506" v="2955"/>
          <ac:spMkLst>
            <pc:docMk/>
            <pc:sldMk cId="3617659425" sldId="2147483581"/>
            <ac:spMk id="51" creationId="{35CE654C-3DEA-872F-CB92-F52FBE7A9283}"/>
          </ac:spMkLst>
        </pc:spChg>
        <pc:spChg chg="mod">
          <ac:chgData name="Victor Aumaitre" userId="379d7840-47ba-428f-9f95-660059feb219" providerId="ADAL" clId="{8E2CC9BA-CB9A-5093-8A9B-190C45947F08}" dt="2026-05-07T03:27:09.506" v="2955"/>
          <ac:spMkLst>
            <pc:docMk/>
            <pc:sldMk cId="3617659425" sldId="2147483581"/>
            <ac:spMk id="53" creationId="{A659464A-CC93-EC5F-2782-1C4FA2D36D1C}"/>
          </ac:spMkLst>
        </pc:spChg>
        <pc:spChg chg="mod">
          <ac:chgData name="Victor Aumaitre" userId="379d7840-47ba-428f-9f95-660059feb219" providerId="ADAL" clId="{8E2CC9BA-CB9A-5093-8A9B-190C45947F08}" dt="2026-05-07T03:27:09.506" v="2955"/>
          <ac:spMkLst>
            <pc:docMk/>
            <pc:sldMk cId="3617659425" sldId="2147483581"/>
            <ac:spMk id="54" creationId="{2EE9C09A-9D35-F492-9AFB-D6FA3BB4CCD2}"/>
          </ac:spMkLst>
        </pc:spChg>
        <pc:spChg chg="mod">
          <ac:chgData name="Victor Aumaitre" userId="379d7840-47ba-428f-9f95-660059feb219" providerId="ADAL" clId="{8E2CC9BA-CB9A-5093-8A9B-190C45947F08}" dt="2026-05-07T03:27:09.506" v="2955"/>
          <ac:spMkLst>
            <pc:docMk/>
            <pc:sldMk cId="3617659425" sldId="2147483581"/>
            <ac:spMk id="56" creationId="{924F71E3-ED1E-7FE4-2B41-6C2B321167E7}"/>
          </ac:spMkLst>
        </pc:spChg>
        <pc:spChg chg="mod">
          <ac:chgData name="Victor Aumaitre" userId="379d7840-47ba-428f-9f95-660059feb219" providerId="ADAL" clId="{8E2CC9BA-CB9A-5093-8A9B-190C45947F08}" dt="2026-05-07T03:27:09.506" v="2955"/>
          <ac:spMkLst>
            <pc:docMk/>
            <pc:sldMk cId="3617659425" sldId="2147483581"/>
            <ac:spMk id="57" creationId="{9DC8E172-DCE6-33D2-21A7-C05E80EB9DEB}"/>
          </ac:spMkLst>
        </pc:spChg>
        <pc:grpChg chg="add mod">
          <ac:chgData name="Victor Aumaitre" userId="379d7840-47ba-428f-9f95-660059feb219" providerId="ADAL" clId="{8E2CC9BA-CB9A-5093-8A9B-190C45947F08}" dt="2026-05-07T03:27:09.506" v="2955"/>
          <ac:grpSpMkLst>
            <pc:docMk/>
            <pc:sldMk cId="3617659425" sldId="2147483581"/>
            <ac:grpSpMk id="43" creationId="{DC0BE298-31A5-CE1E-0D99-BF73D7ED7A2D}"/>
          </ac:grpSpMkLst>
        </pc:grpChg>
        <pc:grpChg chg="add mod">
          <ac:chgData name="Victor Aumaitre" userId="379d7840-47ba-428f-9f95-660059feb219" providerId="ADAL" clId="{8E2CC9BA-CB9A-5093-8A9B-190C45947F08}" dt="2026-05-07T03:27:09.506" v="2955"/>
          <ac:grpSpMkLst>
            <pc:docMk/>
            <pc:sldMk cId="3617659425" sldId="2147483581"/>
            <ac:grpSpMk id="55" creationId="{B4A4B825-7110-0DC6-07DB-AEDF1CE2BEA3}"/>
          </ac:grpSpMkLst>
        </pc:grpChg>
      </pc:sldChg>
      <pc:sldChg chg="addSp delSp modSp add mod">
        <pc:chgData name="Victor Aumaitre" userId="379d7840-47ba-428f-9f95-660059feb219" providerId="ADAL" clId="{8E2CC9BA-CB9A-5093-8A9B-190C45947F08}" dt="2026-05-07T03:27:04.816" v="2954" actId="21"/>
        <pc:sldMkLst>
          <pc:docMk/>
          <pc:sldMk cId="32021079" sldId="2147483582"/>
        </pc:sldMkLst>
        <pc:spChg chg="add del">
          <ac:chgData name="Victor Aumaitre" userId="379d7840-47ba-428f-9f95-660059feb219" providerId="ADAL" clId="{8E2CC9BA-CB9A-5093-8A9B-190C45947F08}" dt="2026-05-07T03:26:25.406" v="2950" actId="478"/>
          <ac:spMkLst>
            <pc:docMk/>
            <pc:sldMk cId="32021079" sldId="2147483582"/>
            <ac:spMk id="3" creationId="{4A2D33D8-2808-F404-E5B4-81FD702B7C0F}"/>
          </ac:spMkLst>
        </pc:spChg>
        <pc:spChg chg="add del mod">
          <ac:chgData name="Victor Aumaitre" userId="379d7840-47ba-428f-9f95-660059feb219" providerId="ADAL" clId="{8E2CC9BA-CB9A-5093-8A9B-190C45947F08}" dt="2026-05-07T03:26:25.406" v="2950" actId="478"/>
          <ac:spMkLst>
            <pc:docMk/>
            <pc:sldMk cId="32021079" sldId="2147483582"/>
            <ac:spMk id="4" creationId="{C43A10EE-E534-C53F-B124-624239EFA5ED}"/>
          </ac:spMkLst>
        </pc:spChg>
        <pc:spChg chg="mod">
          <ac:chgData name="Victor Aumaitre" userId="379d7840-47ba-428f-9f95-660059feb219" providerId="ADAL" clId="{8E2CC9BA-CB9A-5093-8A9B-190C45947F08}" dt="2026-05-07T03:21:41.522" v="2911" actId="20577"/>
          <ac:spMkLst>
            <pc:docMk/>
            <pc:sldMk cId="32021079" sldId="2147483582"/>
            <ac:spMk id="7" creationId="{358CCC1F-24A9-6AFF-742F-20EF0E19A360}"/>
          </ac:spMkLst>
        </pc:spChg>
        <pc:spChg chg="mod">
          <ac:chgData name="Victor Aumaitre" userId="379d7840-47ba-428f-9f95-660059feb219" providerId="ADAL" clId="{8E2CC9BA-CB9A-5093-8A9B-190C45947F08}" dt="2026-05-07T03:22:17.890" v="2914"/>
          <ac:spMkLst>
            <pc:docMk/>
            <pc:sldMk cId="32021079" sldId="2147483582"/>
            <ac:spMk id="8" creationId="{FF360B3E-DF7A-0DF7-E30A-DB9546E20AC8}"/>
          </ac:spMkLst>
        </pc:spChg>
        <pc:spChg chg="add del mod">
          <ac:chgData name="Victor Aumaitre" userId="379d7840-47ba-428f-9f95-660059feb219" providerId="ADAL" clId="{8E2CC9BA-CB9A-5093-8A9B-190C45947F08}" dt="2026-05-07T03:26:25.406" v="2950" actId="478"/>
          <ac:spMkLst>
            <pc:docMk/>
            <pc:sldMk cId="32021079" sldId="2147483582"/>
            <ac:spMk id="9" creationId="{2B196832-62FB-6670-5F12-E8465B3957E3}"/>
          </ac:spMkLst>
        </pc:spChg>
        <pc:spChg chg="add del mod">
          <ac:chgData name="Victor Aumaitre" userId="379d7840-47ba-428f-9f95-660059feb219" providerId="ADAL" clId="{8E2CC9BA-CB9A-5093-8A9B-190C45947F08}" dt="2026-05-07T03:26:25.406" v="2950" actId="478"/>
          <ac:spMkLst>
            <pc:docMk/>
            <pc:sldMk cId="32021079" sldId="2147483582"/>
            <ac:spMk id="10" creationId="{408C6E93-89ED-037E-4414-E64DB55E3F61}"/>
          </ac:spMkLst>
        </pc:spChg>
        <pc:spChg chg="add mod">
          <ac:chgData name="Victor Aumaitre" userId="379d7840-47ba-428f-9f95-660059feb219" providerId="ADAL" clId="{8E2CC9BA-CB9A-5093-8A9B-190C45947F08}" dt="2026-05-07T03:21:47.181" v="2913" actId="20577"/>
          <ac:spMkLst>
            <pc:docMk/>
            <pc:sldMk cId="32021079" sldId="2147483582"/>
            <ac:spMk id="11" creationId="{C0542608-0476-1523-5D2B-1C622347D6D3}"/>
          </ac:spMkLst>
        </pc:spChg>
        <pc:spChg chg="add mod">
          <ac:chgData name="Victor Aumaitre" userId="379d7840-47ba-428f-9f95-660059feb219" providerId="ADAL" clId="{8E2CC9BA-CB9A-5093-8A9B-190C45947F08}" dt="2026-05-07T03:22:49.037" v="2915"/>
          <ac:spMkLst>
            <pc:docMk/>
            <pc:sldMk cId="32021079" sldId="2147483582"/>
            <ac:spMk id="12" creationId="{EDCC9E66-A306-F2C7-C800-7C23AD4EEB93}"/>
          </ac:spMkLst>
        </pc:spChg>
        <pc:spChg chg="add mod">
          <ac:chgData name="Victor Aumaitre" userId="379d7840-47ba-428f-9f95-660059feb219" providerId="ADAL" clId="{8E2CC9BA-CB9A-5093-8A9B-190C45947F08}" dt="2026-05-07T03:24:34.023" v="2926" actId="14100"/>
          <ac:spMkLst>
            <pc:docMk/>
            <pc:sldMk cId="32021079" sldId="2147483582"/>
            <ac:spMk id="13" creationId="{F039A1E3-783E-97C6-48A8-7B2D252C1D93}"/>
          </ac:spMkLst>
        </pc:spChg>
        <pc:spChg chg="add mod">
          <ac:chgData name="Victor Aumaitre" userId="379d7840-47ba-428f-9f95-660059feb219" providerId="ADAL" clId="{8E2CC9BA-CB9A-5093-8A9B-190C45947F08}" dt="2026-05-07T03:24:34.023" v="2926" actId="14100"/>
          <ac:spMkLst>
            <pc:docMk/>
            <pc:sldMk cId="32021079" sldId="2147483582"/>
            <ac:spMk id="14" creationId="{82070FCD-947C-770F-14ED-44ABF8A09B72}"/>
          </ac:spMkLst>
        </pc:spChg>
        <pc:spChg chg="add mod">
          <ac:chgData name="Victor Aumaitre" userId="379d7840-47ba-428f-9f95-660059feb219" providerId="ADAL" clId="{8E2CC9BA-CB9A-5093-8A9B-190C45947F08}" dt="2026-05-07T03:25:16.210" v="2941" actId="1076"/>
          <ac:spMkLst>
            <pc:docMk/>
            <pc:sldMk cId="32021079" sldId="2147483582"/>
            <ac:spMk id="15" creationId="{1B7E3646-CF64-37F6-18E9-60253CC4932C}"/>
          </ac:spMkLst>
        </pc:spChg>
        <pc:spChg chg="add mod">
          <ac:chgData name="Victor Aumaitre" userId="379d7840-47ba-428f-9f95-660059feb219" providerId="ADAL" clId="{8E2CC9BA-CB9A-5093-8A9B-190C45947F08}" dt="2026-05-07T03:25:16.210" v="2941" actId="1076"/>
          <ac:spMkLst>
            <pc:docMk/>
            <pc:sldMk cId="32021079" sldId="2147483582"/>
            <ac:spMk id="16" creationId="{21DE3E15-3F47-DA96-E47C-9F9A675E555C}"/>
          </ac:spMkLst>
        </pc:spChg>
        <pc:spChg chg="mod">
          <ac:chgData name="Victor Aumaitre" userId="379d7840-47ba-428f-9f95-660059feb219" providerId="ADAL" clId="{8E2CC9BA-CB9A-5093-8A9B-190C45947F08}" dt="2026-05-07T03:18:11.774" v="2872" actId="20577"/>
          <ac:spMkLst>
            <pc:docMk/>
            <pc:sldMk cId="32021079" sldId="2147483582"/>
            <ac:spMk id="18" creationId="{417D4C73-B57C-C7C2-BC5F-C9AF4DEE500B}"/>
          </ac:spMkLst>
        </pc:spChg>
        <pc:spChg chg="add mod">
          <ac:chgData name="Victor Aumaitre" userId="379d7840-47ba-428f-9f95-660059feb219" providerId="ADAL" clId="{8E2CC9BA-CB9A-5093-8A9B-190C45947F08}" dt="2026-05-07T03:25:23.889" v="2942" actId="1076"/>
          <ac:spMkLst>
            <pc:docMk/>
            <pc:sldMk cId="32021079" sldId="2147483582"/>
            <ac:spMk id="21" creationId="{3F86311A-E31C-92CB-164E-87900FF1795A}"/>
          </ac:spMkLst>
        </pc:spChg>
        <pc:spChg chg="add mod">
          <ac:chgData name="Victor Aumaitre" userId="379d7840-47ba-428f-9f95-660059feb219" providerId="ADAL" clId="{8E2CC9BA-CB9A-5093-8A9B-190C45947F08}" dt="2026-05-07T03:25:23.889" v="2942" actId="1076"/>
          <ac:spMkLst>
            <pc:docMk/>
            <pc:sldMk cId="32021079" sldId="2147483582"/>
            <ac:spMk id="24" creationId="{1921A5E7-0FD2-95AC-5F98-4B78A54720AF}"/>
          </ac:spMkLst>
        </pc:spChg>
        <pc:spChg chg="mod">
          <ac:chgData name="Victor Aumaitre" userId="379d7840-47ba-428f-9f95-660059feb219" providerId="ADAL" clId="{8E2CC9BA-CB9A-5093-8A9B-190C45947F08}" dt="2026-05-07T03:23:21.597" v="2921" actId="207"/>
          <ac:spMkLst>
            <pc:docMk/>
            <pc:sldMk cId="32021079" sldId="2147483582"/>
            <ac:spMk id="26" creationId="{6ED3AD45-03D6-7AE5-9423-9743DC07260D}"/>
          </ac:spMkLst>
        </pc:spChg>
        <pc:spChg chg="mod">
          <ac:chgData name="Victor Aumaitre" userId="379d7840-47ba-428f-9f95-660059feb219" providerId="ADAL" clId="{8E2CC9BA-CB9A-5093-8A9B-190C45947F08}" dt="2026-05-07T03:15:54.323" v="2859"/>
          <ac:spMkLst>
            <pc:docMk/>
            <pc:sldMk cId="32021079" sldId="2147483582"/>
            <ac:spMk id="27" creationId="{8C66B0E6-20B7-B5F4-61FF-FD77565A7FD5}"/>
          </ac:spMkLst>
        </pc:spChg>
        <pc:spChg chg="add mod">
          <ac:chgData name="Victor Aumaitre" userId="379d7840-47ba-428f-9f95-660059feb219" providerId="ADAL" clId="{8E2CC9BA-CB9A-5093-8A9B-190C45947F08}" dt="2026-05-07T03:25:32.159" v="2943" actId="1076"/>
          <ac:spMkLst>
            <pc:docMk/>
            <pc:sldMk cId="32021079" sldId="2147483582"/>
            <ac:spMk id="30" creationId="{BD4D07D2-D775-E5D3-E9CA-46CF3DA779F2}"/>
          </ac:spMkLst>
        </pc:spChg>
        <pc:spChg chg="add mod">
          <ac:chgData name="Victor Aumaitre" userId="379d7840-47ba-428f-9f95-660059feb219" providerId="ADAL" clId="{8E2CC9BA-CB9A-5093-8A9B-190C45947F08}" dt="2026-05-07T03:25:32.159" v="2943" actId="1076"/>
          <ac:spMkLst>
            <pc:docMk/>
            <pc:sldMk cId="32021079" sldId="2147483582"/>
            <ac:spMk id="32" creationId="{4BE99245-5030-2385-58D4-089E163A21C9}"/>
          </ac:spMkLst>
        </pc:spChg>
        <pc:spChg chg="mod">
          <ac:chgData name="Victor Aumaitre" userId="379d7840-47ba-428f-9f95-660059feb219" providerId="ADAL" clId="{8E2CC9BA-CB9A-5093-8A9B-190C45947F08}" dt="2026-05-07T03:20:37.764" v="2906" actId="255"/>
          <ac:spMkLst>
            <pc:docMk/>
            <pc:sldMk cId="32021079" sldId="2147483582"/>
            <ac:spMk id="48" creationId="{70C69019-EA05-2F67-CB7E-48AB303229F0}"/>
          </ac:spMkLst>
        </pc:spChg>
        <pc:spChg chg="mod">
          <ac:chgData name="Victor Aumaitre" userId="379d7840-47ba-428f-9f95-660059feb219" providerId="ADAL" clId="{8E2CC9BA-CB9A-5093-8A9B-190C45947F08}" dt="2026-05-07T03:26:19.019" v="2948"/>
          <ac:spMkLst>
            <pc:docMk/>
            <pc:sldMk cId="32021079" sldId="2147483582"/>
            <ac:spMk id="51" creationId="{F10899DB-5B97-A64C-27E8-77DF74708737}"/>
          </ac:spMkLst>
        </pc:spChg>
        <pc:spChg chg="mod">
          <ac:chgData name="Victor Aumaitre" userId="379d7840-47ba-428f-9f95-660059feb219" providerId="ADAL" clId="{8E2CC9BA-CB9A-5093-8A9B-190C45947F08}" dt="2026-05-07T03:26:19.019" v="2948"/>
          <ac:spMkLst>
            <pc:docMk/>
            <pc:sldMk cId="32021079" sldId="2147483582"/>
            <ac:spMk id="52" creationId="{3740263B-EEBA-1F08-B329-684F567076E4}"/>
          </ac:spMkLst>
        </pc:spChg>
        <pc:spChg chg="mod">
          <ac:chgData name="Victor Aumaitre" userId="379d7840-47ba-428f-9f95-660059feb219" providerId="ADAL" clId="{8E2CC9BA-CB9A-5093-8A9B-190C45947F08}" dt="2026-05-07T03:26:36.604" v="2952"/>
          <ac:spMkLst>
            <pc:docMk/>
            <pc:sldMk cId="32021079" sldId="2147483582"/>
            <ac:spMk id="54" creationId="{0668B0C6-82D9-312C-84A5-4FAEB8CF4FDA}"/>
          </ac:spMkLst>
        </pc:spChg>
        <pc:spChg chg="mod">
          <ac:chgData name="Victor Aumaitre" userId="379d7840-47ba-428f-9f95-660059feb219" providerId="ADAL" clId="{8E2CC9BA-CB9A-5093-8A9B-190C45947F08}" dt="2026-05-07T03:26:36.604" v="2952"/>
          <ac:spMkLst>
            <pc:docMk/>
            <pc:sldMk cId="32021079" sldId="2147483582"/>
            <ac:spMk id="55" creationId="{39345B72-EF73-1A39-6EC5-1551D81DF51B}"/>
          </ac:spMkLst>
        </pc:spChg>
        <pc:grpChg chg="add del">
          <ac:chgData name="Victor Aumaitre" userId="379d7840-47ba-428f-9f95-660059feb219" providerId="ADAL" clId="{8E2CC9BA-CB9A-5093-8A9B-190C45947F08}" dt="2026-05-07T03:27:04.816" v="2954" actId="21"/>
          <ac:grpSpMkLst>
            <pc:docMk/>
            <pc:sldMk cId="32021079" sldId="2147483582"/>
            <ac:grpSpMk id="43" creationId="{C7597CBD-2DBC-B84B-4836-8C4C3BF344A9}"/>
          </ac:grpSpMkLst>
        </pc:grpChg>
        <pc:grpChg chg="add del">
          <ac:chgData name="Victor Aumaitre" userId="379d7840-47ba-428f-9f95-660059feb219" providerId="ADAL" clId="{8E2CC9BA-CB9A-5093-8A9B-190C45947F08}" dt="2026-05-07T03:27:04.816" v="2954" actId="21"/>
          <ac:grpSpMkLst>
            <pc:docMk/>
            <pc:sldMk cId="32021079" sldId="2147483582"/>
            <ac:grpSpMk id="44" creationId="{8D4BF1D8-C47F-4CEB-4C5C-11CB2DBDD451}"/>
          </ac:grpSpMkLst>
        </pc:grpChg>
        <pc:grpChg chg="add del">
          <ac:chgData name="Victor Aumaitre" userId="379d7840-47ba-428f-9f95-660059feb219" providerId="ADAL" clId="{8E2CC9BA-CB9A-5093-8A9B-190C45947F08}" dt="2026-05-07T03:27:04.816" v="2954" actId="21"/>
          <ac:grpSpMkLst>
            <pc:docMk/>
            <pc:sldMk cId="32021079" sldId="2147483582"/>
            <ac:grpSpMk id="45" creationId="{9682C2D9-72E7-6AF4-01F0-538C9386BE9F}"/>
          </ac:grpSpMkLst>
        </pc:grpChg>
        <pc:grpChg chg="add del">
          <ac:chgData name="Victor Aumaitre" userId="379d7840-47ba-428f-9f95-660059feb219" providerId="ADAL" clId="{8E2CC9BA-CB9A-5093-8A9B-190C45947F08}" dt="2026-05-07T03:27:04.816" v="2954" actId="21"/>
          <ac:grpSpMkLst>
            <pc:docMk/>
            <pc:sldMk cId="32021079" sldId="2147483582"/>
            <ac:grpSpMk id="46" creationId="{8ADDF937-9013-66CF-5282-DB82AB7266DB}"/>
          </ac:grpSpMkLst>
        </pc:grpChg>
        <pc:grpChg chg="add mod">
          <ac:chgData name="Victor Aumaitre" userId="379d7840-47ba-428f-9f95-660059feb219" providerId="ADAL" clId="{8E2CC9BA-CB9A-5093-8A9B-190C45947F08}" dt="2026-05-07T03:26:33.090" v="2951" actId="1076"/>
          <ac:grpSpMkLst>
            <pc:docMk/>
            <pc:sldMk cId="32021079" sldId="2147483582"/>
            <ac:grpSpMk id="50" creationId="{E184F514-B855-58C4-AB06-0EC376917833}"/>
          </ac:grpSpMkLst>
        </pc:grpChg>
        <pc:grpChg chg="add mod">
          <ac:chgData name="Victor Aumaitre" userId="379d7840-47ba-428f-9f95-660059feb219" providerId="ADAL" clId="{8E2CC9BA-CB9A-5093-8A9B-190C45947F08}" dt="2026-05-07T03:26:53.692" v="2953" actId="1076"/>
          <ac:grpSpMkLst>
            <pc:docMk/>
            <pc:sldMk cId="32021079" sldId="2147483582"/>
            <ac:grpSpMk id="53" creationId="{1A9E6C99-EBB9-D298-DA8E-77992DA3A49F}"/>
          </ac:grpSpMkLst>
        </pc:grpChg>
      </pc:sldChg>
      <pc:sldChg chg="addSp delSp modSp add mod">
        <pc:chgData name="Victor Aumaitre" userId="379d7840-47ba-428f-9f95-660059feb219" providerId="ADAL" clId="{8E2CC9BA-CB9A-5093-8A9B-190C45947F08}" dt="2026-05-07T03:32:34.956" v="3025"/>
        <pc:sldMkLst>
          <pc:docMk/>
          <pc:sldMk cId="2564077903" sldId="2147483583"/>
        </pc:sldMkLst>
        <pc:spChg chg="mod">
          <ac:chgData name="Victor Aumaitre" userId="379d7840-47ba-428f-9f95-660059feb219" providerId="ADAL" clId="{8E2CC9BA-CB9A-5093-8A9B-190C45947F08}" dt="2026-05-07T03:31:55.304" v="3021"/>
          <ac:spMkLst>
            <pc:docMk/>
            <pc:sldMk cId="2564077903" sldId="2147483583"/>
            <ac:spMk id="4" creationId="{2D3E488C-9414-0ACE-68CB-95F6801A5095}"/>
          </ac:spMkLst>
        </pc:spChg>
        <pc:spChg chg="mod">
          <ac:chgData name="Victor Aumaitre" userId="379d7840-47ba-428f-9f95-660059feb219" providerId="ADAL" clId="{8E2CC9BA-CB9A-5093-8A9B-190C45947F08}" dt="2026-05-07T03:31:44.133" v="3020" actId="20577"/>
          <ac:spMkLst>
            <pc:docMk/>
            <pc:sldMk cId="2564077903" sldId="2147483583"/>
            <ac:spMk id="7" creationId="{8D9F5D7B-E437-469E-4040-8E49DEF4980F}"/>
          </ac:spMkLst>
        </pc:spChg>
        <pc:spChg chg="mod">
          <ac:chgData name="Victor Aumaitre" userId="379d7840-47ba-428f-9f95-660059feb219" providerId="ADAL" clId="{8E2CC9BA-CB9A-5093-8A9B-190C45947F08}" dt="2026-05-07T03:31:28.629" v="3016" actId="20577"/>
          <ac:spMkLst>
            <pc:docMk/>
            <pc:sldMk cId="2564077903" sldId="2147483583"/>
            <ac:spMk id="8" creationId="{138FA3A3-7599-353C-EAD9-4D015DB667A5}"/>
          </ac:spMkLst>
        </pc:spChg>
        <pc:spChg chg="mod">
          <ac:chgData name="Victor Aumaitre" userId="379d7840-47ba-428f-9f95-660059feb219" providerId="ADAL" clId="{8E2CC9BA-CB9A-5093-8A9B-190C45947F08}" dt="2026-05-07T03:31:55.304" v="3021"/>
          <ac:spMkLst>
            <pc:docMk/>
            <pc:sldMk cId="2564077903" sldId="2147483583"/>
            <ac:spMk id="9" creationId="{AC58D542-4421-912F-22C8-B0EC2D2E2CDF}"/>
          </ac:spMkLst>
        </pc:spChg>
        <pc:spChg chg="del">
          <ac:chgData name="Victor Aumaitre" userId="379d7840-47ba-428f-9f95-660059feb219" providerId="ADAL" clId="{8E2CC9BA-CB9A-5093-8A9B-190C45947F08}" dt="2026-05-07T03:31:38.394" v="3018" actId="478"/>
          <ac:spMkLst>
            <pc:docMk/>
            <pc:sldMk cId="2564077903" sldId="2147483583"/>
            <ac:spMk id="11" creationId="{E9C4B6E8-A5F3-6A29-3BDC-B7A0F5632A54}"/>
          </ac:spMkLst>
        </pc:spChg>
        <pc:spChg chg="del">
          <ac:chgData name="Victor Aumaitre" userId="379d7840-47ba-428f-9f95-660059feb219" providerId="ADAL" clId="{8E2CC9BA-CB9A-5093-8A9B-190C45947F08}" dt="2026-05-07T03:31:32.822" v="3017" actId="478"/>
          <ac:spMkLst>
            <pc:docMk/>
            <pc:sldMk cId="2564077903" sldId="2147483583"/>
            <ac:spMk id="12" creationId="{AB726573-8B6A-9FB4-AD38-265184D683C0}"/>
          </ac:spMkLst>
        </pc:spChg>
        <pc:spChg chg="mod">
          <ac:chgData name="Victor Aumaitre" userId="379d7840-47ba-428f-9f95-660059feb219" providerId="ADAL" clId="{8E2CC9BA-CB9A-5093-8A9B-190C45947F08}" dt="2026-05-07T03:29:23.263" v="2957"/>
          <ac:spMkLst>
            <pc:docMk/>
            <pc:sldMk cId="2564077903" sldId="2147483583"/>
            <ac:spMk id="18" creationId="{B59A063E-8D1E-E632-6F4D-E79EDCE2B977}"/>
          </ac:spMkLst>
        </pc:spChg>
        <pc:spChg chg="mod">
          <ac:chgData name="Victor Aumaitre" userId="379d7840-47ba-428f-9f95-660059feb219" providerId="ADAL" clId="{8E2CC9BA-CB9A-5093-8A9B-190C45947F08}" dt="2026-05-07T03:32:34.956" v="3025"/>
          <ac:spMkLst>
            <pc:docMk/>
            <pc:sldMk cId="2564077903" sldId="2147483583"/>
            <ac:spMk id="27" creationId="{389EBDA8-6089-8DB1-C7D5-D6032B9F2011}"/>
          </ac:spMkLst>
        </pc:spChg>
        <pc:spChg chg="mod">
          <ac:chgData name="Victor Aumaitre" userId="379d7840-47ba-428f-9f95-660059feb219" providerId="ADAL" clId="{8E2CC9BA-CB9A-5093-8A9B-190C45947F08}" dt="2026-05-07T03:30:11.658" v="2970" actId="403"/>
          <ac:spMkLst>
            <pc:docMk/>
            <pc:sldMk cId="2564077903" sldId="2147483583"/>
            <ac:spMk id="48" creationId="{B30DEF05-598F-3EE5-429A-F016D65989AC}"/>
          </ac:spMkLst>
        </pc:spChg>
        <pc:grpChg chg="add mod">
          <ac:chgData name="Victor Aumaitre" userId="379d7840-47ba-428f-9f95-660059feb219" providerId="ADAL" clId="{8E2CC9BA-CB9A-5093-8A9B-190C45947F08}" dt="2026-05-07T03:32:10.804" v="3024" actId="1076"/>
          <ac:grpSpMkLst>
            <pc:docMk/>
            <pc:sldMk cId="2564077903" sldId="2147483583"/>
            <ac:grpSpMk id="3" creationId="{BCFDF258-A071-E384-56A8-813BA3784B84}"/>
          </ac:grpSpMkLst>
        </pc:grpChg>
        <pc:grpChg chg="del">
          <ac:chgData name="Victor Aumaitre" userId="379d7840-47ba-428f-9f95-660059feb219" providerId="ADAL" clId="{8E2CC9BA-CB9A-5093-8A9B-190C45947F08}" dt="2026-05-07T03:32:03.698" v="3023" actId="478"/>
          <ac:grpSpMkLst>
            <pc:docMk/>
            <pc:sldMk cId="2564077903" sldId="2147483583"/>
            <ac:grpSpMk id="50" creationId="{7E23BD1F-7A27-3FD8-DBBD-C727BC8FF861}"/>
          </ac:grpSpMkLst>
        </pc:grpChg>
        <pc:grpChg chg="del">
          <ac:chgData name="Victor Aumaitre" userId="379d7840-47ba-428f-9f95-660059feb219" providerId="ADAL" clId="{8E2CC9BA-CB9A-5093-8A9B-190C45947F08}" dt="2026-05-07T03:31:38.394" v="3018" actId="478"/>
          <ac:grpSpMkLst>
            <pc:docMk/>
            <pc:sldMk cId="2564077903" sldId="2147483583"/>
            <ac:grpSpMk id="53" creationId="{15BE4575-DCC7-71E2-4419-52B41062A1DA}"/>
          </ac:grpSpMkLst>
        </pc:grpChg>
      </pc:sldChg>
      <pc:sldChg chg="addSp delSp modSp add mod">
        <pc:chgData name="Victor Aumaitre" userId="379d7840-47ba-428f-9f95-660059feb219" providerId="ADAL" clId="{8E2CC9BA-CB9A-5093-8A9B-190C45947F08}" dt="2026-05-07T03:38:13.756" v="3055" actId="20577"/>
        <pc:sldMkLst>
          <pc:docMk/>
          <pc:sldMk cId="2769757253" sldId="2147483584"/>
        </pc:sldMkLst>
        <pc:spChg chg="mod">
          <ac:chgData name="Victor Aumaitre" userId="379d7840-47ba-428f-9f95-660059feb219" providerId="ADAL" clId="{8E2CC9BA-CB9A-5093-8A9B-190C45947F08}" dt="2026-05-07T03:38:13.756" v="3055" actId="20577"/>
          <ac:spMkLst>
            <pc:docMk/>
            <pc:sldMk cId="2769757253" sldId="2147483584"/>
            <ac:spMk id="7" creationId="{AC7D8DD2-DB07-4818-650B-2CCE8A95E2D0}"/>
          </ac:spMkLst>
        </pc:spChg>
        <pc:spChg chg="mod">
          <ac:chgData name="Victor Aumaitre" userId="379d7840-47ba-428f-9f95-660059feb219" providerId="ADAL" clId="{8E2CC9BA-CB9A-5093-8A9B-190C45947F08}" dt="2026-05-07T03:36:07.352" v="3044"/>
          <ac:spMkLst>
            <pc:docMk/>
            <pc:sldMk cId="2769757253" sldId="2147483584"/>
            <ac:spMk id="8" creationId="{25AB8959-1E94-C23C-2415-AD2E4C1BFE0E}"/>
          </ac:spMkLst>
        </pc:spChg>
        <pc:spChg chg="mod">
          <ac:chgData name="Victor Aumaitre" userId="379d7840-47ba-428f-9f95-660059feb219" providerId="ADAL" clId="{8E2CC9BA-CB9A-5093-8A9B-190C45947F08}" dt="2026-05-07T03:35:34.337" v="3040"/>
          <ac:spMkLst>
            <pc:docMk/>
            <pc:sldMk cId="2769757253" sldId="2147483584"/>
            <ac:spMk id="11" creationId="{A906BE64-0C87-9E88-7BE2-261F94A5A719}"/>
          </ac:spMkLst>
        </pc:spChg>
        <pc:spChg chg="mod">
          <ac:chgData name="Victor Aumaitre" userId="379d7840-47ba-428f-9f95-660059feb219" providerId="ADAL" clId="{8E2CC9BA-CB9A-5093-8A9B-190C45947F08}" dt="2026-05-07T03:35:34.337" v="3040"/>
          <ac:spMkLst>
            <pc:docMk/>
            <pc:sldMk cId="2769757253" sldId="2147483584"/>
            <ac:spMk id="12" creationId="{C8901652-F552-728F-1210-18DC52AF3C6D}"/>
          </ac:spMkLst>
        </pc:spChg>
        <pc:spChg chg="mod">
          <ac:chgData name="Victor Aumaitre" userId="379d7840-47ba-428f-9f95-660059feb219" providerId="ADAL" clId="{8E2CC9BA-CB9A-5093-8A9B-190C45947F08}" dt="2026-05-07T03:33:47.305" v="3028"/>
          <ac:spMkLst>
            <pc:docMk/>
            <pc:sldMk cId="2769757253" sldId="2147483584"/>
            <ac:spMk id="18" creationId="{1CB8AFF4-DCD9-4286-48F5-D0DD3BCFDC37}"/>
          </ac:spMkLst>
        </pc:spChg>
        <pc:spChg chg="mod">
          <ac:chgData name="Victor Aumaitre" userId="379d7840-47ba-428f-9f95-660059feb219" providerId="ADAL" clId="{8E2CC9BA-CB9A-5093-8A9B-190C45947F08}" dt="2026-05-07T03:33:34.225" v="3027"/>
          <ac:spMkLst>
            <pc:docMk/>
            <pc:sldMk cId="2769757253" sldId="2147483584"/>
            <ac:spMk id="27" creationId="{78D303DC-878C-E8B4-28FF-CA9669FCA11D}"/>
          </ac:spMkLst>
        </pc:spChg>
        <pc:spChg chg="mod">
          <ac:chgData name="Victor Aumaitre" userId="379d7840-47ba-428f-9f95-660059feb219" providerId="ADAL" clId="{8E2CC9BA-CB9A-5093-8A9B-190C45947F08}" dt="2026-05-07T03:34:35.394" v="3039" actId="20577"/>
          <ac:spMkLst>
            <pc:docMk/>
            <pc:sldMk cId="2769757253" sldId="2147483584"/>
            <ac:spMk id="48" creationId="{297FAE22-C0DF-8EDF-0653-C76C74793795}"/>
          </ac:spMkLst>
        </pc:spChg>
        <pc:grpChg chg="del">
          <ac:chgData name="Victor Aumaitre" userId="379d7840-47ba-428f-9f95-660059feb219" providerId="ADAL" clId="{8E2CC9BA-CB9A-5093-8A9B-190C45947F08}" dt="2026-05-07T03:35:44.256" v="3042" actId="478"/>
          <ac:grpSpMkLst>
            <pc:docMk/>
            <pc:sldMk cId="2769757253" sldId="2147483584"/>
            <ac:grpSpMk id="3" creationId="{2DB93C45-B18B-41BF-D28C-2C6529256EA2}"/>
          </ac:grpSpMkLst>
        </pc:grpChg>
        <pc:grpChg chg="add mod">
          <ac:chgData name="Victor Aumaitre" userId="379d7840-47ba-428f-9f95-660059feb219" providerId="ADAL" clId="{8E2CC9BA-CB9A-5093-8A9B-190C45947F08}" dt="2026-05-07T03:35:50.254" v="3043" actId="1076"/>
          <ac:grpSpMkLst>
            <pc:docMk/>
            <pc:sldMk cId="2769757253" sldId="2147483584"/>
            <ac:grpSpMk id="10" creationId="{92DC455E-42F3-A62B-3BB3-D42E6131A7B6}"/>
          </ac:grpSpMkLst>
        </pc:grpChg>
      </pc:sldChg>
      <pc:sldChg chg="addSp delSp modSp add del mod">
        <pc:chgData name="Victor Aumaitre" userId="379d7840-47ba-428f-9f95-660059feb219" providerId="ADAL" clId="{8E2CC9BA-CB9A-5093-8A9B-190C45947F08}" dt="2026-05-08T01:07:20.097" v="5404" actId="2696"/>
        <pc:sldMkLst>
          <pc:docMk/>
          <pc:sldMk cId="120605507" sldId="2147483585"/>
        </pc:sldMkLst>
        <pc:spChg chg="mod">
          <ac:chgData name="Victor Aumaitre" userId="379d7840-47ba-428f-9f95-660059feb219" providerId="ADAL" clId="{8E2CC9BA-CB9A-5093-8A9B-190C45947F08}" dt="2026-05-07T03:38:30.570" v="3056"/>
          <ac:spMkLst>
            <pc:docMk/>
            <pc:sldMk cId="120605507" sldId="2147483585"/>
            <ac:spMk id="4" creationId="{7B8FA6B3-AFBC-9AA6-15D7-42B402C1D19D}"/>
          </ac:spMkLst>
        </pc:spChg>
        <pc:spChg chg="mod">
          <ac:chgData name="Victor Aumaitre" userId="379d7840-47ba-428f-9f95-660059feb219" providerId="ADAL" clId="{8E2CC9BA-CB9A-5093-8A9B-190C45947F08}" dt="2026-05-07T03:38:01.838" v="3053" actId="20577"/>
          <ac:spMkLst>
            <pc:docMk/>
            <pc:sldMk cId="120605507" sldId="2147483585"/>
            <ac:spMk id="7" creationId="{C9719D2B-6734-13FC-4DC9-7AC7815E9A9D}"/>
          </ac:spMkLst>
        </pc:spChg>
        <pc:spChg chg="mod">
          <ac:chgData name="Victor Aumaitre" userId="379d7840-47ba-428f-9f95-660059feb219" providerId="ADAL" clId="{8E2CC9BA-CB9A-5093-8A9B-190C45947F08}" dt="2026-05-07T03:37:47.616" v="3049"/>
          <ac:spMkLst>
            <pc:docMk/>
            <pc:sldMk cId="120605507" sldId="2147483585"/>
            <ac:spMk id="8" creationId="{D399B2BB-5DF6-8877-B3CD-92ED921391BF}"/>
          </ac:spMkLst>
        </pc:spChg>
        <pc:spChg chg="mod">
          <ac:chgData name="Victor Aumaitre" userId="379d7840-47ba-428f-9f95-660059feb219" providerId="ADAL" clId="{8E2CC9BA-CB9A-5093-8A9B-190C45947F08}" dt="2026-05-07T03:38:30.570" v="3056"/>
          <ac:spMkLst>
            <pc:docMk/>
            <pc:sldMk cId="120605507" sldId="2147483585"/>
            <ac:spMk id="9" creationId="{BDC7BCC6-AEA4-68B4-76F6-1B8A9815CE02}"/>
          </ac:spMkLst>
        </pc:spChg>
        <pc:spChg chg="add mod">
          <ac:chgData name="Victor Aumaitre" userId="379d7840-47ba-428f-9f95-660059feb219" providerId="ADAL" clId="{8E2CC9BA-CB9A-5093-8A9B-190C45947F08}" dt="2026-05-07T13:28:52.771" v="3100"/>
          <ac:spMkLst>
            <pc:docMk/>
            <pc:sldMk cId="120605507" sldId="2147483585"/>
            <ac:spMk id="10" creationId="{4DEAB11C-3D47-E4F4-1E40-7D0B521C1885}"/>
          </ac:spMkLst>
        </pc:spChg>
        <pc:spChg chg="add del mod">
          <ac:chgData name="Victor Aumaitre" userId="379d7840-47ba-428f-9f95-660059feb219" providerId="ADAL" clId="{8E2CC9BA-CB9A-5093-8A9B-190C45947F08}" dt="2026-05-07T13:31:52.575" v="3114" actId="478"/>
          <ac:spMkLst>
            <pc:docMk/>
            <pc:sldMk cId="120605507" sldId="2147483585"/>
            <ac:spMk id="11" creationId="{44F36646-873F-2407-933A-3B176209BC7A}"/>
          </ac:spMkLst>
        </pc:spChg>
        <pc:spChg chg="add mod">
          <ac:chgData name="Victor Aumaitre" userId="379d7840-47ba-428f-9f95-660059feb219" providerId="ADAL" clId="{8E2CC9BA-CB9A-5093-8A9B-190C45947F08}" dt="2026-05-07T13:29:48.634" v="3105"/>
          <ac:spMkLst>
            <pc:docMk/>
            <pc:sldMk cId="120605507" sldId="2147483585"/>
            <ac:spMk id="12" creationId="{60047E44-540F-E131-ADA9-EA3C6FD8144F}"/>
          </ac:spMkLst>
        </pc:spChg>
        <pc:spChg chg="add del mod">
          <ac:chgData name="Victor Aumaitre" userId="379d7840-47ba-428f-9f95-660059feb219" providerId="ADAL" clId="{8E2CC9BA-CB9A-5093-8A9B-190C45947F08}" dt="2026-05-07T13:30:05.410" v="3107" actId="478"/>
          <ac:spMkLst>
            <pc:docMk/>
            <pc:sldMk cId="120605507" sldId="2147483585"/>
            <ac:spMk id="13" creationId="{04E9A395-BC35-0DA8-7647-4ED5289077D8}"/>
          </ac:spMkLst>
        </pc:spChg>
        <pc:spChg chg="add mod">
          <ac:chgData name="Victor Aumaitre" userId="379d7840-47ba-428f-9f95-660059feb219" providerId="ADAL" clId="{8E2CC9BA-CB9A-5093-8A9B-190C45947F08}" dt="2026-05-07T13:29:48.634" v="3105"/>
          <ac:spMkLst>
            <pc:docMk/>
            <pc:sldMk cId="120605507" sldId="2147483585"/>
            <ac:spMk id="14" creationId="{3B2F6C48-94E9-138D-AC4B-83C5849DF263}"/>
          </ac:spMkLst>
        </pc:spChg>
        <pc:spChg chg="add del mod">
          <ac:chgData name="Victor Aumaitre" userId="379d7840-47ba-428f-9f95-660059feb219" providerId="ADAL" clId="{8E2CC9BA-CB9A-5093-8A9B-190C45947F08}" dt="2026-05-07T13:29:52.593" v="3106" actId="478"/>
          <ac:spMkLst>
            <pc:docMk/>
            <pc:sldMk cId="120605507" sldId="2147483585"/>
            <ac:spMk id="15" creationId="{22F9A9E3-29A2-62FF-75E7-223BFAFD7627}"/>
          </ac:spMkLst>
        </pc:spChg>
        <pc:spChg chg="add mod">
          <ac:chgData name="Victor Aumaitre" userId="379d7840-47ba-428f-9f95-660059feb219" providerId="ADAL" clId="{8E2CC9BA-CB9A-5093-8A9B-190C45947F08}" dt="2026-05-07T13:29:48.634" v="3105"/>
          <ac:spMkLst>
            <pc:docMk/>
            <pc:sldMk cId="120605507" sldId="2147483585"/>
            <ac:spMk id="16" creationId="{F6BEC685-23E3-C3C9-1AEE-B2852F10334B}"/>
          </ac:spMkLst>
        </pc:spChg>
        <pc:spChg chg="mod">
          <ac:chgData name="Victor Aumaitre" userId="379d7840-47ba-428f-9f95-660059feb219" providerId="ADAL" clId="{8E2CC9BA-CB9A-5093-8A9B-190C45947F08}" dt="2026-05-07T03:37:07.601" v="3047"/>
          <ac:spMkLst>
            <pc:docMk/>
            <pc:sldMk cId="120605507" sldId="2147483585"/>
            <ac:spMk id="18" creationId="{2B3628DA-1CD5-F707-8343-74740DCD0D63}"/>
          </ac:spMkLst>
        </pc:spChg>
        <pc:spChg chg="mod">
          <ac:chgData name="Victor Aumaitre" userId="379d7840-47ba-428f-9f95-660059feb219" providerId="ADAL" clId="{8E2CC9BA-CB9A-5093-8A9B-190C45947F08}" dt="2026-05-07T13:29:06.122" v="3102" actId="207"/>
          <ac:spMkLst>
            <pc:docMk/>
            <pc:sldMk cId="120605507" sldId="2147483585"/>
            <ac:spMk id="20" creationId="{25A56D47-7A7C-6FAC-E4E6-292487A3A11C}"/>
          </ac:spMkLst>
        </pc:spChg>
        <pc:spChg chg="del">
          <ac:chgData name="Victor Aumaitre" userId="379d7840-47ba-428f-9f95-660059feb219" providerId="ADAL" clId="{8E2CC9BA-CB9A-5093-8A9B-190C45947F08}" dt="2026-05-07T13:28:51.377" v="3099" actId="478"/>
          <ac:spMkLst>
            <pc:docMk/>
            <pc:sldMk cId="120605507" sldId="2147483585"/>
            <ac:spMk id="22" creationId="{00CA096F-EAC0-CD01-D519-854C2D73A5D2}"/>
          </ac:spMkLst>
        </pc:spChg>
        <pc:spChg chg="del">
          <ac:chgData name="Victor Aumaitre" userId="379d7840-47ba-428f-9f95-660059feb219" providerId="ADAL" clId="{8E2CC9BA-CB9A-5093-8A9B-190C45947F08}" dt="2026-05-07T13:28:24.450" v="3095" actId="478"/>
          <ac:spMkLst>
            <pc:docMk/>
            <pc:sldMk cId="120605507" sldId="2147483585"/>
            <ac:spMk id="23" creationId="{5FB1DEC4-839C-E5D6-B984-F1614D8A493C}"/>
          </ac:spMkLst>
        </pc:spChg>
        <pc:spChg chg="del">
          <ac:chgData name="Victor Aumaitre" userId="379d7840-47ba-428f-9f95-660059feb219" providerId="ADAL" clId="{8E2CC9BA-CB9A-5093-8A9B-190C45947F08}" dt="2026-05-07T13:28:28.117" v="3096" actId="478"/>
          <ac:spMkLst>
            <pc:docMk/>
            <pc:sldMk cId="120605507" sldId="2147483585"/>
            <ac:spMk id="25" creationId="{94F7F03B-5F51-55BF-77BB-4A3D8779C6D6}"/>
          </ac:spMkLst>
        </pc:spChg>
        <pc:spChg chg="mod">
          <ac:chgData name="Victor Aumaitre" userId="379d7840-47ba-428f-9f95-660059feb219" providerId="ADAL" clId="{8E2CC9BA-CB9A-5093-8A9B-190C45947F08}" dt="2026-05-07T03:38:42.256" v="3060" actId="1076"/>
          <ac:spMkLst>
            <pc:docMk/>
            <pc:sldMk cId="120605507" sldId="2147483585"/>
            <ac:spMk id="26" creationId="{BE804CBB-ADED-0FF7-8EA8-71F215C44209}"/>
          </ac:spMkLst>
        </pc:spChg>
        <pc:spChg chg="mod">
          <ac:chgData name="Victor Aumaitre" userId="379d7840-47ba-428f-9f95-660059feb219" providerId="ADAL" clId="{8E2CC9BA-CB9A-5093-8A9B-190C45947F08}" dt="2026-05-07T03:36:57.115" v="3046"/>
          <ac:spMkLst>
            <pc:docMk/>
            <pc:sldMk cId="120605507" sldId="2147483585"/>
            <ac:spMk id="27" creationId="{852B730C-DC5F-779A-DC8F-E7417041123F}"/>
          </ac:spMkLst>
        </pc:spChg>
        <pc:spChg chg="del">
          <ac:chgData name="Victor Aumaitre" userId="379d7840-47ba-428f-9f95-660059feb219" providerId="ADAL" clId="{8E2CC9BA-CB9A-5093-8A9B-190C45947F08}" dt="2026-05-07T13:28:21.852" v="3094" actId="478"/>
          <ac:spMkLst>
            <pc:docMk/>
            <pc:sldMk cId="120605507" sldId="2147483585"/>
            <ac:spMk id="29" creationId="{D1464DE0-790B-BF0F-9465-F21FAC315214}"/>
          </ac:spMkLst>
        </pc:spChg>
        <pc:spChg chg="del">
          <ac:chgData name="Victor Aumaitre" userId="379d7840-47ba-428f-9f95-660059feb219" providerId="ADAL" clId="{8E2CC9BA-CB9A-5093-8A9B-190C45947F08}" dt="2026-05-07T13:28:47.641" v="3098" actId="478"/>
          <ac:spMkLst>
            <pc:docMk/>
            <pc:sldMk cId="120605507" sldId="2147483585"/>
            <ac:spMk id="31" creationId="{F7F899BD-4234-A62C-861F-5B08B78E06D4}"/>
          </ac:spMkLst>
        </pc:spChg>
        <pc:spChg chg="mod">
          <ac:chgData name="Victor Aumaitre" userId="379d7840-47ba-428f-9f95-660059feb219" providerId="ADAL" clId="{8E2CC9BA-CB9A-5093-8A9B-190C45947F08}" dt="2026-05-07T03:37:27.701" v="3048"/>
          <ac:spMkLst>
            <pc:docMk/>
            <pc:sldMk cId="120605507" sldId="2147483585"/>
            <ac:spMk id="48" creationId="{58CD63DC-510C-4365-95DF-6F09FD182AA9}"/>
          </ac:spMkLst>
        </pc:spChg>
        <pc:grpChg chg="add mod">
          <ac:chgData name="Victor Aumaitre" userId="379d7840-47ba-428f-9f95-660059feb219" providerId="ADAL" clId="{8E2CC9BA-CB9A-5093-8A9B-190C45947F08}" dt="2026-05-07T03:38:52.035" v="3061" actId="1076"/>
          <ac:grpSpMkLst>
            <pc:docMk/>
            <pc:sldMk cId="120605507" sldId="2147483585"/>
            <ac:grpSpMk id="3" creationId="{461A92E3-B1EC-BE72-1FFC-20106FA282B3}"/>
          </ac:grpSpMkLst>
        </pc:grpChg>
        <pc:grpChg chg="del">
          <ac:chgData name="Victor Aumaitre" userId="379d7840-47ba-428f-9f95-660059feb219" providerId="ADAL" clId="{8E2CC9BA-CB9A-5093-8A9B-190C45947F08}" dt="2026-05-07T03:38:36.829" v="3058" actId="478"/>
          <ac:grpSpMkLst>
            <pc:docMk/>
            <pc:sldMk cId="120605507" sldId="2147483585"/>
            <ac:grpSpMk id="10" creationId="{B24C4359-B571-D8BD-0254-2605E3B10F1D}"/>
          </ac:grpSpMkLst>
        </pc:grpChg>
      </pc:sldChg>
      <pc:sldChg chg="addSp modSp del mod ord modShow">
        <pc:chgData name="Victor Aumaitre" userId="379d7840-47ba-428f-9f95-660059feb219" providerId="ADAL" clId="{8E2CC9BA-CB9A-5093-8A9B-190C45947F08}" dt="2026-05-08T12:27:56.594" v="6879" actId="2696"/>
        <pc:sldMkLst>
          <pc:docMk/>
          <pc:sldMk cId="1529231054" sldId="2147483586"/>
        </pc:sldMkLst>
        <pc:spChg chg="add mod">
          <ac:chgData name="Victor Aumaitre" userId="379d7840-47ba-428f-9f95-660059feb219" providerId="ADAL" clId="{8E2CC9BA-CB9A-5093-8A9B-190C45947F08}" dt="2026-05-08T02:47:56.686" v="6389" actId="404"/>
          <ac:spMkLst>
            <pc:docMk/>
            <pc:sldMk cId="1529231054" sldId="2147483586"/>
            <ac:spMk id="2" creationId="{5778571B-20FF-EDB4-678E-FE3B90BC3E59}"/>
          </ac:spMkLst>
        </pc:spChg>
      </pc:sldChg>
      <pc:sldChg chg="add del">
        <pc:chgData name="Victor Aumaitre" userId="379d7840-47ba-428f-9f95-660059feb219" providerId="ADAL" clId="{8E2CC9BA-CB9A-5093-8A9B-190C45947F08}" dt="2026-05-08T15:49:05.034" v="8015" actId="2696"/>
        <pc:sldMkLst>
          <pc:docMk/>
          <pc:sldMk cId="4097915262" sldId="2147483586"/>
        </pc:sldMkLst>
      </pc:sldChg>
      <pc:sldChg chg="add del">
        <pc:chgData name="Victor Aumaitre" userId="379d7840-47ba-428f-9f95-660059feb219" providerId="ADAL" clId="{8E2CC9BA-CB9A-5093-8A9B-190C45947F08}" dt="2026-05-08T01:32:16.993" v="5733" actId="2696"/>
        <pc:sldMkLst>
          <pc:docMk/>
          <pc:sldMk cId="2238726692" sldId="2147483598"/>
        </pc:sldMkLst>
      </pc:sldChg>
      <pc:sldChg chg="add del">
        <pc:chgData name="Victor Aumaitre" userId="379d7840-47ba-428f-9f95-660059feb219" providerId="ADAL" clId="{8E2CC9BA-CB9A-5093-8A9B-190C45947F08}" dt="2026-05-08T01:30:34.068" v="5718" actId="2696"/>
        <pc:sldMkLst>
          <pc:docMk/>
          <pc:sldMk cId="1442102451" sldId="2147483599"/>
        </pc:sldMkLst>
      </pc:sldChg>
      <pc:sldChg chg="del">
        <pc:chgData name="Victor Aumaitre" userId="379d7840-47ba-428f-9f95-660059feb219" providerId="ADAL" clId="{8E2CC9BA-CB9A-5093-8A9B-190C45947F08}" dt="2026-05-08T01:32:23.425" v="5734" actId="2696"/>
        <pc:sldMkLst>
          <pc:docMk/>
          <pc:sldMk cId="48294565" sldId="2147483600"/>
        </pc:sldMkLst>
      </pc:sldChg>
      <pc:sldChg chg="del">
        <pc:chgData name="Victor Aumaitre" userId="379d7840-47ba-428f-9f95-660059feb219" providerId="ADAL" clId="{8E2CC9BA-CB9A-5093-8A9B-190C45947F08}" dt="2026-05-08T01:38:08.548" v="5771" actId="2696"/>
        <pc:sldMkLst>
          <pc:docMk/>
          <pc:sldMk cId="1885396291" sldId="2147483601"/>
        </pc:sldMkLst>
      </pc:sldChg>
      <pc:sldChg chg="del mod ord modShow">
        <pc:chgData name="Victor Aumaitre" userId="379d7840-47ba-428f-9f95-660059feb219" providerId="ADAL" clId="{8E2CC9BA-CB9A-5093-8A9B-190C45947F08}" dt="2026-05-08T15:49:05.251" v="8042" actId="2696"/>
        <pc:sldMkLst>
          <pc:docMk/>
          <pc:sldMk cId="3330220572" sldId="2147483603"/>
        </pc:sldMkLst>
      </pc:sldChg>
      <pc:sldChg chg="addSp delSp modSp add del mod">
        <pc:chgData name="Victor Aumaitre" userId="379d7840-47ba-428f-9f95-660059feb219" providerId="ADAL" clId="{8E2CC9BA-CB9A-5093-8A9B-190C45947F08}" dt="2026-05-08T15:11:20.581" v="7815" actId="2696"/>
        <pc:sldMkLst>
          <pc:docMk/>
          <pc:sldMk cId="69604454" sldId="2147483605"/>
        </pc:sldMkLst>
        <pc:spChg chg="add mod">
          <ac:chgData name="Victor Aumaitre" userId="379d7840-47ba-428f-9f95-660059feb219" providerId="ADAL" clId="{8E2CC9BA-CB9A-5093-8A9B-190C45947F08}" dt="2026-05-07T16:53:32.389" v="3519" actId="167"/>
          <ac:spMkLst>
            <pc:docMk/>
            <pc:sldMk cId="69604454" sldId="2147483605"/>
            <ac:spMk id="8" creationId="{A3C56F71-3ACC-9AEF-22E3-C4A606D8B6CD}"/>
          </ac:spMkLst>
        </pc:spChg>
        <pc:spChg chg="add mod">
          <ac:chgData name="Victor Aumaitre" userId="379d7840-47ba-428f-9f95-660059feb219" providerId="ADAL" clId="{8E2CC9BA-CB9A-5093-8A9B-190C45947F08}" dt="2026-05-07T18:12:19.932" v="3657" actId="1035"/>
          <ac:spMkLst>
            <pc:docMk/>
            <pc:sldMk cId="69604454" sldId="2147483605"/>
            <ac:spMk id="9" creationId="{36DBA45C-C99E-A570-ABFD-D9370F8303DA}"/>
          </ac:spMkLst>
        </pc:spChg>
        <pc:spChg chg="add mod">
          <ac:chgData name="Victor Aumaitre" userId="379d7840-47ba-428f-9f95-660059feb219" providerId="ADAL" clId="{8E2CC9BA-CB9A-5093-8A9B-190C45947F08}" dt="2026-05-07T18:12:19.932" v="3657" actId="1035"/>
          <ac:spMkLst>
            <pc:docMk/>
            <pc:sldMk cId="69604454" sldId="2147483605"/>
            <ac:spMk id="10" creationId="{EF0135B5-6B41-3F81-364C-BABF8B2C5D23}"/>
          </ac:spMkLst>
        </pc:spChg>
        <pc:spChg chg="add mod">
          <ac:chgData name="Victor Aumaitre" userId="379d7840-47ba-428f-9f95-660059feb219" providerId="ADAL" clId="{8E2CC9BA-CB9A-5093-8A9B-190C45947F08}" dt="2026-05-07T18:12:19.932" v="3657" actId="1035"/>
          <ac:spMkLst>
            <pc:docMk/>
            <pc:sldMk cId="69604454" sldId="2147483605"/>
            <ac:spMk id="11" creationId="{BF77A840-F794-B083-8B4A-84835E624B3E}"/>
          </ac:spMkLst>
        </pc:spChg>
        <pc:spChg chg="add mod">
          <ac:chgData name="Victor Aumaitre" userId="379d7840-47ba-428f-9f95-660059feb219" providerId="ADAL" clId="{8E2CC9BA-CB9A-5093-8A9B-190C45947F08}" dt="2026-05-07T16:59:54.269" v="3606" actId="14100"/>
          <ac:spMkLst>
            <pc:docMk/>
            <pc:sldMk cId="69604454" sldId="2147483605"/>
            <ac:spMk id="12" creationId="{FE1D7F96-4E17-B55F-6733-473192BDF97D}"/>
          </ac:spMkLst>
        </pc:spChg>
        <pc:spChg chg="del">
          <ac:chgData name="Victor Aumaitre" userId="379d7840-47ba-428f-9f95-660059feb219" providerId="ADAL" clId="{8E2CC9BA-CB9A-5093-8A9B-190C45947F08}" dt="2026-05-07T15:29:19.165" v="3378" actId="478"/>
          <ac:spMkLst>
            <pc:docMk/>
            <pc:sldMk cId="69604454" sldId="2147483605"/>
            <ac:spMk id="26" creationId="{E898943D-B7B5-AE14-4E3A-F782A5FDB7FE}"/>
          </ac:spMkLst>
        </pc:spChg>
        <pc:spChg chg="mod">
          <ac:chgData name="Victor Aumaitre" userId="379d7840-47ba-428f-9f95-660059feb219" providerId="ADAL" clId="{8E2CC9BA-CB9A-5093-8A9B-190C45947F08}" dt="2026-05-07T14:26:21.246" v="3346" actId="20577"/>
          <ac:spMkLst>
            <pc:docMk/>
            <pc:sldMk cId="69604454" sldId="2147483605"/>
            <ac:spMk id="27" creationId="{8A207DC3-F6E3-E6A9-A884-4574EE306CC8}"/>
          </ac:spMkLst>
        </pc:spChg>
        <pc:spChg chg="mod">
          <ac:chgData name="Victor Aumaitre" userId="379d7840-47ba-428f-9f95-660059feb219" providerId="ADAL" clId="{8E2CC9BA-CB9A-5093-8A9B-190C45947F08}" dt="2026-05-08T02:39:48.565" v="6291"/>
          <ac:spMkLst>
            <pc:docMk/>
            <pc:sldMk cId="69604454" sldId="2147483605"/>
            <ac:spMk id="28" creationId="{0EFD76F7-B859-72D4-7A37-F71F9C96FAC5}"/>
          </ac:spMkLst>
        </pc:spChg>
        <pc:graphicFrameChg chg="add mod">
          <ac:chgData name="Victor Aumaitre" userId="379d7840-47ba-428f-9f95-660059feb219" providerId="ADAL" clId="{8E2CC9BA-CB9A-5093-8A9B-190C45947F08}" dt="2026-05-07T15:27:17.779" v="3353"/>
          <ac:graphicFrameMkLst>
            <pc:docMk/>
            <pc:sldMk cId="69604454" sldId="2147483605"/>
            <ac:graphicFrameMk id="2" creationId="{9AD9A759-B14D-C3CA-7597-6859C9E6FB8F}"/>
          </ac:graphicFrameMkLst>
        </pc:graphicFrameChg>
        <pc:graphicFrameChg chg="add del mod modGraphic">
          <ac:chgData name="Victor Aumaitre" userId="379d7840-47ba-428f-9f95-660059feb219" providerId="ADAL" clId="{8E2CC9BA-CB9A-5093-8A9B-190C45947F08}" dt="2026-05-07T16:49:32.311" v="3478" actId="478"/>
          <ac:graphicFrameMkLst>
            <pc:docMk/>
            <pc:sldMk cId="69604454" sldId="2147483605"/>
            <ac:graphicFrameMk id="3" creationId="{063A7161-2000-5941-F07D-6F3BAB948942}"/>
          </ac:graphicFrameMkLst>
        </pc:graphicFrameChg>
        <pc:graphicFrameChg chg="add mod">
          <ac:chgData name="Victor Aumaitre" userId="379d7840-47ba-428f-9f95-660059feb219" providerId="ADAL" clId="{8E2CC9BA-CB9A-5093-8A9B-190C45947F08}" dt="2026-05-07T16:49:33.940" v="3479"/>
          <ac:graphicFrameMkLst>
            <pc:docMk/>
            <pc:sldMk cId="69604454" sldId="2147483605"/>
            <ac:graphicFrameMk id="4" creationId="{81B12AD1-6F60-60F3-85C5-56D0BBF15CCD}"/>
          </ac:graphicFrameMkLst>
        </pc:graphicFrameChg>
        <pc:graphicFrameChg chg="add mod modGraphic">
          <ac:chgData name="Victor Aumaitre" userId="379d7840-47ba-428f-9f95-660059feb219" providerId="ADAL" clId="{8E2CC9BA-CB9A-5093-8A9B-190C45947F08}" dt="2026-05-07T18:13:31.533" v="3668" actId="207"/>
          <ac:graphicFrameMkLst>
            <pc:docMk/>
            <pc:sldMk cId="69604454" sldId="2147483605"/>
            <ac:graphicFrameMk id="7" creationId="{B743002D-B7E4-7EF4-1199-4314A2C8A07A}"/>
          </ac:graphicFrameMkLst>
        </pc:graphicFrameChg>
      </pc:sldChg>
      <pc:sldChg chg="add del mod modShow">
        <pc:chgData name="Victor Aumaitre" userId="379d7840-47ba-428f-9f95-660059feb219" providerId="ADAL" clId="{8E2CC9BA-CB9A-5093-8A9B-190C45947F08}" dt="2026-05-08T15:49:22.544" v="8107" actId="2696"/>
        <pc:sldMkLst>
          <pc:docMk/>
          <pc:sldMk cId="1263982885" sldId="2147483605"/>
        </pc:sldMkLst>
      </pc:sldChg>
      <pc:sldChg chg="modSp del mod modShow">
        <pc:chgData name="Victor Aumaitre" userId="379d7840-47ba-428f-9f95-660059feb219" providerId="ADAL" clId="{8E2CC9BA-CB9A-5093-8A9B-190C45947F08}" dt="2026-05-08T15:49:05.501" v="8079" actId="2696"/>
        <pc:sldMkLst>
          <pc:docMk/>
          <pc:sldMk cId="2517799750" sldId="2147483607"/>
        </pc:sldMkLst>
        <pc:spChg chg="mod">
          <ac:chgData name="Victor Aumaitre" userId="379d7840-47ba-428f-9f95-660059feb219" providerId="ADAL" clId="{8E2CC9BA-CB9A-5093-8A9B-190C45947F08}" dt="2026-05-08T02:54:45.592" v="6438" actId="2711"/>
          <ac:spMkLst>
            <pc:docMk/>
            <pc:sldMk cId="2517799750" sldId="2147483607"/>
            <ac:spMk id="4" creationId="{3C4FA6FD-F3A8-872D-EF74-B1BFB3741C0A}"/>
          </ac:spMkLst>
        </pc:spChg>
        <pc:spChg chg="mod">
          <ac:chgData name="Victor Aumaitre" userId="379d7840-47ba-428f-9f95-660059feb219" providerId="ADAL" clId="{8E2CC9BA-CB9A-5093-8A9B-190C45947F08}" dt="2026-05-08T02:54:45.592" v="6438" actId="2711"/>
          <ac:spMkLst>
            <pc:docMk/>
            <pc:sldMk cId="2517799750" sldId="2147483607"/>
            <ac:spMk id="21" creationId="{A1DEBCB7-F9F0-8596-04D1-5B6ABC8D9210}"/>
          </ac:spMkLst>
        </pc:spChg>
        <pc:spChg chg="mod">
          <ac:chgData name="Victor Aumaitre" userId="379d7840-47ba-428f-9f95-660059feb219" providerId="ADAL" clId="{8E2CC9BA-CB9A-5093-8A9B-190C45947F08}" dt="2026-05-08T02:54:54.332" v="6441" actId="20577"/>
          <ac:spMkLst>
            <pc:docMk/>
            <pc:sldMk cId="2517799750" sldId="2147483607"/>
            <ac:spMk id="27" creationId="{F375FCBD-62E5-1572-29F4-45921F0610A0}"/>
          </ac:spMkLst>
        </pc:spChg>
        <pc:spChg chg="mod">
          <ac:chgData name="Victor Aumaitre" userId="379d7840-47ba-428f-9f95-660059feb219" providerId="ADAL" clId="{8E2CC9BA-CB9A-5093-8A9B-190C45947F08}" dt="2026-05-08T02:46:01.556" v="6320"/>
          <ac:spMkLst>
            <pc:docMk/>
            <pc:sldMk cId="2517799750" sldId="2147483607"/>
            <ac:spMk id="28" creationId="{5616C8B8-A724-F28F-5200-813E5710B6E1}"/>
          </ac:spMkLst>
        </pc:spChg>
        <pc:spChg chg="mod">
          <ac:chgData name="Victor Aumaitre" userId="379d7840-47ba-428f-9f95-660059feb219" providerId="ADAL" clId="{8E2CC9BA-CB9A-5093-8A9B-190C45947F08}" dt="2026-05-08T02:54:45.592" v="6438" actId="2711"/>
          <ac:spMkLst>
            <pc:docMk/>
            <pc:sldMk cId="2517799750" sldId="2147483607"/>
            <ac:spMk id="44" creationId="{E273D90C-07FE-89AA-B742-75786D6B95B9}"/>
          </ac:spMkLst>
        </pc:spChg>
        <pc:spChg chg="mod">
          <ac:chgData name="Victor Aumaitre" userId="379d7840-47ba-428f-9f95-660059feb219" providerId="ADAL" clId="{8E2CC9BA-CB9A-5093-8A9B-190C45947F08}" dt="2026-05-08T02:54:45.592" v="6438" actId="2711"/>
          <ac:spMkLst>
            <pc:docMk/>
            <pc:sldMk cId="2517799750" sldId="2147483607"/>
            <ac:spMk id="46" creationId="{4986E5E0-DF69-2E84-5783-0AE0B2E80DF9}"/>
          </ac:spMkLst>
        </pc:spChg>
        <pc:spChg chg="mod">
          <ac:chgData name="Victor Aumaitre" userId="379d7840-47ba-428f-9f95-660059feb219" providerId="ADAL" clId="{8E2CC9BA-CB9A-5093-8A9B-190C45947F08}" dt="2026-05-08T02:54:45.592" v="6438" actId="2711"/>
          <ac:spMkLst>
            <pc:docMk/>
            <pc:sldMk cId="2517799750" sldId="2147483607"/>
            <ac:spMk id="50" creationId="{66746696-1861-C254-99F8-2AE93FB1FA82}"/>
          </ac:spMkLst>
        </pc:spChg>
        <pc:spChg chg="mod">
          <ac:chgData name="Victor Aumaitre" userId="379d7840-47ba-428f-9f95-660059feb219" providerId="ADAL" clId="{8E2CC9BA-CB9A-5093-8A9B-190C45947F08}" dt="2026-05-08T02:54:45.592" v="6438" actId="2711"/>
          <ac:spMkLst>
            <pc:docMk/>
            <pc:sldMk cId="2517799750" sldId="2147483607"/>
            <ac:spMk id="57" creationId="{1F7918C6-EF97-F925-8503-B618F821CEEC}"/>
          </ac:spMkLst>
        </pc:spChg>
        <pc:spChg chg="mod">
          <ac:chgData name="Victor Aumaitre" userId="379d7840-47ba-428f-9f95-660059feb219" providerId="ADAL" clId="{8E2CC9BA-CB9A-5093-8A9B-190C45947F08}" dt="2026-05-08T02:48:32.925" v="6391" actId="108"/>
          <ac:spMkLst>
            <pc:docMk/>
            <pc:sldMk cId="2517799750" sldId="2147483607"/>
            <ac:spMk id="62" creationId="{2DCE5D50-A7A4-01EA-62BF-289D6A51E930}"/>
          </ac:spMkLst>
        </pc:spChg>
        <pc:spChg chg="mod">
          <ac:chgData name="Victor Aumaitre" userId="379d7840-47ba-428f-9f95-660059feb219" providerId="ADAL" clId="{8E2CC9BA-CB9A-5093-8A9B-190C45947F08}" dt="2026-05-08T02:54:45.592" v="6438" actId="2711"/>
          <ac:spMkLst>
            <pc:docMk/>
            <pc:sldMk cId="2517799750" sldId="2147483607"/>
            <ac:spMk id="69" creationId="{180DB450-00C6-5F95-FB20-C2A274AAB148}"/>
          </ac:spMkLst>
        </pc:spChg>
        <pc:spChg chg="mod">
          <ac:chgData name="Victor Aumaitre" userId="379d7840-47ba-428f-9f95-660059feb219" providerId="ADAL" clId="{8E2CC9BA-CB9A-5093-8A9B-190C45947F08}" dt="2026-05-08T02:54:45.592" v="6438" actId="2711"/>
          <ac:spMkLst>
            <pc:docMk/>
            <pc:sldMk cId="2517799750" sldId="2147483607"/>
            <ac:spMk id="81" creationId="{9DFF5FF9-FB18-47E9-2713-856FDE862A49}"/>
          </ac:spMkLst>
        </pc:spChg>
        <pc:spChg chg="mod">
          <ac:chgData name="Victor Aumaitre" userId="379d7840-47ba-428f-9f95-660059feb219" providerId="ADAL" clId="{8E2CC9BA-CB9A-5093-8A9B-190C45947F08}" dt="2026-05-08T02:54:45.592" v="6438" actId="2711"/>
          <ac:spMkLst>
            <pc:docMk/>
            <pc:sldMk cId="2517799750" sldId="2147483607"/>
            <ac:spMk id="83" creationId="{6770C411-74F5-1C25-A4F4-3A8C5706DE81}"/>
          </ac:spMkLst>
        </pc:spChg>
        <pc:spChg chg="mod">
          <ac:chgData name="Victor Aumaitre" userId="379d7840-47ba-428f-9f95-660059feb219" providerId="ADAL" clId="{8E2CC9BA-CB9A-5093-8A9B-190C45947F08}" dt="2026-05-08T02:54:45.592" v="6438" actId="2711"/>
          <ac:spMkLst>
            <pc:docMk/>
            <pc:sldMk cId="2517799750" sldId="2147483607"/>
            <ac:spMk id="85" creationId="{41834271-290A-5D4B-9D2A-13E7E87AA3A8}"/>
          </ac:spMkLst>
        </pc:spChg>
      </pc:sldChg>
      <pc:sldChg chg="addSp modSp del mod modShow">
        <pc:chgData name="Victor Aumaitre" userId="379d7840-47ba-428f-9f95-660059feb219" providerId="ADAL" clId="{8E2CC9BA-CB9A-5093-8A9B-190C45947F08}" dt="2026-05-08T15:49:05.019" v="8013" actId="2696"/>
        <pc:sldMkLst>
          <pc:docMk/>
          <pc:sldMk cId="3289573253" sldId="2147483608"/>
        </pc:sldMkLst>
        <pc:spChg chg="add mod">
          <ac:chgData name="Victor Aumaitre" userId="379d7840-47ba-428f-9f95-660059feb219" providerId="ADAL" clId="{8E2CC9BA-CB9A-5093-8A9B-190C45947F08}" dt="2026-05-08T12:37:13.132" v="7074" actId="20577"/>
          <ac:spMkLst>
            <pc:docMk/>
            <pc:sldMk cId="3289573253" sldId="2147483608"/>
            <ac:spMk id="3" creationId="{B90066B9-E7D7-9A2C-FA38-CC4BEFC8864C}"/>
          </ac:spMkLst>
        </pc:spChg>
        <pc:spChg chg="mod">
          <ac:chgData name="Victor Aumaitre" userId="379d7840-47ba-428f-9f95-660059feb219" providerId="ADAL" clId="{8E2CC9BA-CB9A-5093-8A9B-190C45947F08}" dt="2026-05-08T02:55:13.037" v="6445" actId="2711"/>
          <ac:spMkLst>
            <pc:docMk/>
            <pc:sldMk cId="3289573253" sldId="2147483608"/>
            <ac:spMk id="8" creationId="{06700CEE-84A1-9716-6981-5A1BAA57CF82}"/>
          </ac:spMkLst>
        </pc:spChg>
        <pc:spChg chg="mod">
          <ac:chgData name="Victor Aumaitre" userId="379d7840-47ba-428f-9f95-660059feb219" providerId="ADAL" clId="{8E2CC9BA-CB9A-5093-8A9B-190C45947F08}" dt="2026-05-08T02:55:13.037" v="6445" actId="2711"/>
          <ac:spMkLst>
            <pc:docMk/>
            <pc:sldMk cId="3289573253" sldId="2147483608"/>
            <ac:spMk id="19" creationId="{DA9184E9-1D20-2369-AA9B-B8D65261FBB3}"/>
          </ac:spMkLst>
        </pc:spChg>
        <pc:spChg chg="mod">
          <ac:chgData name="Victor Aumaitre" userId="379d7840-47ba-428f-9f95-660059feb219" providerId="ADAL" clId="{8E2CC9BA-CB9A-5093-8A9B-190C45947F08}" dt="2026-05-08T02:55:13.037" v="6445" actId="2711"/>
          <ac:spMkLst>
            <pc:docMk/>
            <pc:sldMk cId="3289573253" sldId="2147483608"/>
            <ac:spMk id="25" creationId="{6589E0E7-F63E-7D5B-914D-5E7B51A6D7DC}"/>
          </ac:spMkLst>
        </pc:spChg>
        <pc:spChg chg="mod">
          <ac:chgData name="Victor Aumaitre" userId="379d7840-47ba-428f-9f95-660059feb219" providerId="ADAL" clId="{8E2CC9BA-CB9A-5093-8A9B-190C45947F08}" dt="2026-05-08T02:55:13.037" v="6445" actId="2711"/>
          <ac:spMkLst>
            <pc:docMk/>
            <pc:sldMk cId="3289573253" sldId="2147483608"/>
            <ac:spMk id="26" creationId="{BA4AE0D4-6ACB-CCA1-627C-C6AA0908F61E}"/>
          </ac:spMkLst>
        </pc:spChg>
        <pc:spChg chg="mod">
          <ac:chgData name="Victor Aumaitre" userId="379d7840-47ba-428f-9f95-660059feb219" providerId="ADAL" clId="{8E2CC9BA-CB9A-5093-8A9B-190C45947F08}" dt="2026-05-08T02:55:01.213" v="6444" actId="20577"/>
          <ac:spMkLst>
            <pc:docMk/>
            <pc:sldMk cId="3289573253" sldId="2147483608"/>
            <ac:spMk id="27" creationId="{C643D38C-781B-A154-FC3E-741A9DE57635}"/>
          </ac:spMkLst>
        </pc:spChg>
        <pc:spChg chg="mod">
          <ac:chgData name="Victor Aumaitre" userId="379d7840-47ba-428f-9f95-660059feb219" providerId="ADAL" clId="{8E2CC9BA-CB9A-5093-8A9B-190C45947F08}" dt="2026-05-08T02:49:19.883" v="6394"/>
          <ac:spMkLst>
            <pc:docMk/>
            <pc:sldMk cId="3289573253" sldId="2147483608"/>
            <ac:spMk id="28" creationId="{9D4156BD-F3B3-A141-EF87-BD4B7251B3A4}"/>
          </ac:spMkLst>
        </pc:spChg>
        <pc:spChg chg="mod">
          <ac:chgData name="Victor Aumaitre" userId="379d7840-47ba-428f-9f95-660059feb219" providerId="ADAL" clId="{8E2CC9BA-CB9A-5093-8A9B-190C45947F08}" dt="2026-05-08T02:55:13.037" v="6445" actId="2711"/>
          <ac:spMkLst>
            <pc:docMk/>
            <pc:sldMk cId="3289573253" sldId="2147483608"/>
            <ac:spMk id="33" creationId="{E8D70ADD-D02A-B0D5-1D67-5F21CF013D21}"/>
          </ac:spMkLst>
        </pc:spChg>
        <pc:spChg chg="mod">
          <ac:chgData name="Victor Aumaitre" userId="379d7840-47ba-428f-9f95-660059feb219" providerId="ADAL" clId="{8E2CC9BA-CB9A-5093-8A9B-190C45947F08}" dt="2026-05-08T02:55:13.037" v="6445" actId="2711"/>
          <ac:spMkLst>
            <pc:docMk/>
            <pc:sldMk cId="3289573253" sldId="2147483608"/>
            <ac:spMk id="34" creationId="{CCE8F032-48CA-8465-E8C8-C0CB827CD50A}"/>
          </ac:spMkLst>
        </pc:spChg>
        <pc:spChg chg="mod">
          <ac:chgData name="Victor Aumaitre" userId="379d7840-47ba-428f-9f95-660059feb219" providerId="ADAL" clId="{8E2CC9BA-CB9A-5093-8A9B-190C45947F08}" dt="2026-05-08T02:55:13.037" v="6445" actId="2711"/>
          <ac:spMkLst>
            <pc:docMk/>
            <pc:sldMk cId="3289573253" sldId="2147483608"/>
            <ac:spMk id="38" creationId="{958F88CD-2C19-B093-9191-94EDDAC4D43B}"/>
          </ac:spMkLst>
        </pc:spChg>
        <pc:spChg chg="mod">
          <ac:chgData name="Victor Aumaitre" userId="379d7840-47ba-428f-9f95-660059feb219" providerId="ADAL" clId="{8E2CC9BA-CB9A-5093-8A9B-190C45947F08}" dt="2026-05-08T02:55:13.037" v="6445" actId="2711"/>
          <ac:spMkLst>
            <pc:docMk/>
            <pc:sldMk cId="3289573253" sldId="2147483608"/>
            <ac:spMk id="40" creationId="{CE9746F3-214D-4B13-B262-DF88B7FA4125}"/>
          </ac:spMkLst>
        </pc:spChg>
        <pc:spChg chg="mod">
          <ac:chgData name="Victor Aumaitre" userId="379d7840-47ba-428f-9f95-660059feb219" providerId="ADAL" clId="{8E2CC9BA-CB9A-5093-8A9B-190C45947F08}" dt="2026-05-08T02:55:13.037" v="6445" actId="2711"/>
          <ac:spMkLst>
            <pc:docMk/>
            <pc:sldMk cId="3289573253" sldId="2147483608"/>
            <ac:spMk id="45" creationId="{7E6B78DA-FF77-B988-053A-A285CD2EC81D}"/>
          </ac:spMkLst>
        </pc:spChg>
        <pc:spChg chg="mod">
          <ac:chgData name="Victor Aumaitre" userId="379d7840-47ba-428f-9f95-660059feb219" providerId="ADAL" clId="{8E2CC9BA-CB9A-5093-8A9B-190C45947F08}" dt="2026-05-08T02:55:13.037" v="6445" actId="2711"/>
          <ac:spMkLst>
            <pc:docMk/>
            <pc:sldMk cId="3289573253" sldId="2147483608"/>
            <ac:spMk id="48" creationId="{5CAAB3DA-75D2-1466-B3FE-269FA98B665A}"/>
          </ac:spMkLst>
        </pc:spChg>
      </pc:sldChg>
      <pc:sldChg chg="modSp del mod modShow">
        <pc:chgData name="Victor Aumaitre" userId="379d7840-47ba-428f-9f95-660059feb219" providerId="ADAL" clId="{8E2CC9BA-CB9A-5093-8A9B-190C45947F08}" dt="2026-05-08T15:49:05.464" v="8074" actId="2696"/>
        <pc:sldMkLst>
          <pc:docMk/>
          <pc:sldMk cId="4145923774" sldId="2147483609"/>
        </pc:sldMkLst>
        <pc:spChg chg="mod">
          <ac:chgData name="Victor Aumaitre" userId="379d7840-47ba-428f-9f95-660059feb219" providerId="ADAL" clId="{8E2CC9BA-CB9A-5093-8A9B-190C45947F08}" dt="2026-05-08T02:55:27" v="6446" actId="2711"/>
          <ac:spMkLst>
            <pc:docMk/>
            <pc:sldMk cId="4145923774" sldId="2147483609"/>
            <ac:spMk id="2" creationId="{3C4FA6FD-F3A8-872D-EF74-B1BFB3741C0A}"/>
          </ac:spMkLst>
        </pc:spChg>
        <pc:spChg chg="mod">
          <ac:chgData name="Victor Aumaitre" userId="379d7840-47ba-428f-9f95-660059feb219" providerId="ADAL" clId="{8E2CC9BA-CB9A-5093-8A9B-190C45947F08}" dt="2026-05-08T02:55:27" v="6446" actId="2711"/>
          <ac:spMkLst>
            <pc:docMk/>
            <pc:sldMk cId="4145923774" sldId="2147483609"/>
            <ac:spMk id="22" creationId="{C6E0AB51-B466-EC4B-2C61-8EED28F4AA58}"/>
          </ac:spMkLst>
        </pc:spChg>
        <pc:spChg chg="mod">
          <ac:chgData name="Victor Aumaitre" userId="379d7840-47ba-428f-9f95-660059feb219" providerId="ADAL" clId="{8E2CC9BA-CB9A-5093-8A9B-190C45947F08}" dt="2026-05-08T02:55:27" v="6446" actId="2711"/>
          <ac:spMkLst>
            <pc:docMk/>
            <pc:sldMk cId="4145923774" sldId="2147483609"/>
            <ac:spMk id="24" creationId="{97DFBD2B-2358-E369-AE48-9D10978128DC}"/>
          </ac:spMkLst>
        </pc:spChg>
        <pc:spChg chg="mod">
          <ac:chgData name="Victor Aumaitre" userId="379d7840-47ba-428f-9f95-660059feb219" providerId="ADAL" clId="{8E2CC9BA-CB9A-5093-8A9B-190C45947F08}" dt="2026-05-08T02:55:27" v="6446" actId="2711"/>
          <ac:spMkLst>
            <pc:docMk/>
            <pc:sldMk cId="4145923774" sldId="2147483609"/>
            <ac:spMk id="25" creationId="{4E6F7DB2-3710-1522-C024-E2A8868776F7}"/>
          </ac:spMkLst>
        </pc:spChg>
        <pc:spChg chg="mod">
          <ac:chgData name="Victor Aumaitre" userId="379d7840-47ba-428f-9f95-660059feb219" providerId="ADAL" clId="{8E2CC9BA-CB9A-5093-8A9B-190C45947F08}" dt="2026-05-08T02:55:31.631" v="6449" actId="20577"/>
          <ac:spMkLst>
            <pc:docMk/>
            <pc:sldMk cId="4145923774" sldId="2147483609"/>
            <ac:spMk id="27" creationId="{F375FCBD-62E5-1572-29F4-45921F0610A0}"/>
          </ac:spMkLst>
        </pc:spChg>
        <pc:spChg chg="mod">
          <ac:chgData name="Victor Aumaitre" userId="379d7840-47ba-428f-9f95-660059feb219" providerId="ADAL" clId="{8E2CC9BA-CB9A-5093-8A9B-190C45947F08}" dt="2026-05-08T02:49:26.534" v="6395"/>
          <ac:spMkLst>
            <pc:docMk/>
            <pc:sldMk cId="4145923774" sldId="2147483609"/>
            <ac:spMk id="28" creationId="{5616C8B8-A724-F28F-5200-813E5710B6E1}"/>
          </ac:spMkLst>
        </pc:spChg>
        <pc:spChg chg="mod">
          <ac:chgData name="Victor Aumaitre" userId="379d7840-47ba-428f-9f95-660059feb219" providerId="ADAL" clId="{8E2CC9BA-CB9A-5093-8A9B-190C45947F08}" dt="2026-05-08T02:55:27" v="6446" actId="2711"/>
          <ac:spMkLst>
            <pc:docMk/>
            <pc:sldMk cId="4145923774" sldId="2147483609"/>
            <ac:spMk id="31" creationId="{E273D90C-07FE-89AA-B742-75786D6B95B9}"/>
          </ac:spMkLst>
        </pc:spChg>
        <pc:spChg chg="mod">
          <ac:chgData name="Victor Aumaitre" userId="379d7840-47ba-428f-9f95-660059feb219" providerId="ADAL" clId="{8E2CC9BA-CB9A-5093-8A9B-190C45947F08}" dt="2026-05-08T02:55:27" v="6446" actId="2711"/>
          <ac:spMkLst>
            <pc:docMk/>
            <pc:sldMk cId="4145923774" sldId="2147483609"/>
            <ac:spMk id="37" creationId="{0223A294-E197-2136-C362-F865B4BEAA77}"/>
          </ac:spMkLst>
        </pc:spChg>
        <pc:spChg chg="mod">
          <ac:chgData name="Victor Aumaitre" userId="379d7840-47ba-428f-9f95-660059feb219" providerId="ADAL" clId="{8E2CC9BA-CB9A-5093-8A9B-190C45947F08}" dt="2026-05-08T02:55:27" v="6446" actId="2711"/>
          <ac:spMkLst>
            <pc:docMk/>
            <pc:sldMk cId="4145923774" sldId="2147483609"/>
            <ac:spMk id="39" creationId="{1F7918C6-EF97-F925-8503-B618F821CEEC}"/>
          </ac:spMkLst>
        </pc:spChg>
        <pc:spChg chg="mod">
          <ac:chgData name="Victor Aumaitre" userId="379d7840-47ba-428f-9f95-660059feb219" providerId="ADAL" clId="{8E2CC9BA-CB9A-5093-8A9B-190C45947F08}" dt="2026-05-08T02:55:27" v="6446" actId="2711"/>
          <ac:spMkLst>
            <pc:docMk/>
            <pc:sldMk cId="4145923774" sldId="2147483609"/>
            <ac:spMk id="40" creationId="{4E8B6A5F-20AA-5FD6-5EF9-BD24FB858F22}"/>
          </ac:spMkLst>
        </pc:spChg>
        <pc:spChg chg="mod">
          <ac:chgData name="Victor Aumaitre" userId="379d7840-47ba-428f-9f95-660059feb219" providerId="ADAL" clId="{8E2CC9BA-CB9A-5093-8A9B-190C45947F08}" dt="2026-05-08T02:55:27" v="6446" actId="2711"/>
          <ac:spMkLst>
            <pc:docMk/>
            <pc:sldMk cId="4145923774" sldId="2147483609"/>
            <ac:spMk id="41" creationId="{188AF744-B756-B736-7599-A304F4DA4306}"/>
          </ac:spMkLst>
        </pc:spChg>
        <pc:spChg chg="mod">
          <ac:chgData name="Victor Aumaitre" userId="379d7840-47ba-428f-9f95-660059feb219" providerId="ADAL" clId="{8E2CC9BA-CB9A-5093-8A9B-190C45947F08}" dt="2026-05-08T02:57:05.474" v="6461" actId="108"/>
          <ac:spMkLst>
            <pc:docMk/>
            <pc:sldMk cId="4145923774" sldId="2147483609"/>
            <ac:spMk id="48" creationId="{2DCE5D50-A7A4-01EA-62BF-289D6A51E930}"/>
          </ac:spMkLst>
        </pc:spChg>
        <pc:spChg chg="mod">
          <ac:chgData name="Victor Aumaitre" userId="379d7840-47ba-428f-9f95-660059feb219" providerId="ADAL" clId="{8E2CC9BA-CB9A-5093-8A9B-190C45947F08}" dt="2026-05-08T02:55:27" v="6446" actId="2711"/>
          <ac:spMkLst>
            <pc:docMk/>
            <pc:sldMk cId="4145923774" sldId="2147483609"/>
            <ac:spMk id="52" creationId="{25C9E7F3-C704-70D5-413D-C0F178465C3F}"/>
          </ac:spMkLst>
        </pc:spChg>
      </pc:sldChg>
      <pc:sldChg chg="addSp modSp del mod modShow">
        <pc:chgData name="Victor Aumaitre" userId="379d7840-47ba-428f-9f95-660059feb219" providerId="ADAL" clId="{8E2CC9BA-CB9A-5093-8A9B-190C45947F08}" dt="2026-05-08T15:49:05.469" v="8075" actId="2696"/>
        <pc:sldMkLst>
          <pc:docMk/>
          <pc:sldMk cId="1430034805" sldId="2147483610"/>
        </pc:sldMkLst>
        <pc:spChg chg="add mod">
          <ac:chgData name="Victor Aumaitre" userId="379d7840-47ba-428f-9f95-660059feb219" providerId="ADAL" clId="{8E2CC9BA-CB9A-5093-8A9B-190C45947F08}" dt="2026-05-08T12:37:19.797" v="7075"/>
          <ac:spMkLst>
            <pc:docMk/>
            <pc:sldMk cId="1430034805" sldId="2147483610"/>
            <ac:spMk id="3" creationId="{2368E053-05AF-CB81-7E10-EEA5168C11D6}"/>
          </ac:spMkLst>
        </pc:spChg>
        <pc:spChg chg="mod">
          <ac:chgData name="Victor Aumaitre" userId="379d7840-47ba-428f-9f95-660059feb219" providerId="ADAL" clId="{8E2CC9BA-CB9A-5093-8A9B-190C45947F08}" dt="2026-05-08T02:55:46.421" v="6453" actId="2711"/>
          <ac:spMkLst>
            <pc:docMk/>
            <pc:sldMk cId="1430034805" sldId="2147483610"/>
            <ac:spMk id="7" creationId="{80424432-643F-5739-441C-6FF40B590C32}"/>
          </ac:spMkLst>
        </pc:spChg>
        <pc:spChg chg="mod">
          <ac:chgData name="Victor Aumaitre" userId="379d7840-47ba-428f-9f95-660059feb219" providerId="ADAL" clId="{8E2CC9BA-CB9A-5093-8A9B-190C45947F08}" dt="2026-05-08T02:55:46.421" v="6453" actId="2711"/>
          <ac:spMkLst>
            <pc:docMk/>
            <pc:sldMk cId="1430034805" sldId="2147483610"/>
            <ac:spMk id="16" creationId="{45578591-9224-0773-4F0B-EFE84E208B14}"/>
          </ac:spMkLst>
        </pc:spChg>
        <pc:spChg chg="mod">
          <ac:chgData name="Victor Aumaitre" userId="379d7840-47ba-428f-9f95-660059feb219" providerId="ADAL" clId="{8E2CC9BA-CB9A-5093-8A9B-190C45947F08}" dt="2026-05-08T02:55:46.421" v="6453" actId="2711"/>
          <ac:spMkLst>
            <pc:docMk/>
            <pc:sldMk cId="1430034805" sldId="2147483610"/>
            <ac:spMk id="18" creationId="{2126F8CE-21D2-0A28-DF2B-32F73B72A427}"/>
          </ac:spMkLst>
        </pc:spChg>
        <pc:spChg chg="mod">
          <ac:chgData name="Victor Aumaitre" userId="379d7840-47ba-428f-9f95-660059feb219" providerId="ADAL" clId="{8E2CC9BA-CB9A-5093-8A9B-190C45947F08}" dt="2026-05-08T02:55:46.421" v="6453" actId="2711"/>
          <ac:spMkLst>
            <pc:docMk/>
            <pc:sldMk cId="1430034805" sldId="2147483610"/>
            <ac:spMk id="21" creationId="{0C39EDFE-AA87-3237-D7A7-CFE2EE7089A0}"/>
          </ac:spMkLst>
        </pc:spChg>
        <pc:spChg chg="mod">
          <ac:chgData name="Victor Aumaitre" userId="379d7840-47ba-428f-9f95-660059feb219" providerId="ADAL" clId="{8E2CC9BA-CB9A-5093-8A9B-190C45947F08}" dt="2026-05-08T02:55:46.421" v="6453" actId="2711"/>
          <ac:spMkLst>
            <pc:docMk/>
            <pc:sldMk cId="1430034805" sldId="2147483610"/>
            <ac:spMk id="26" creationId="{BA4AE0D4-6ACB-CCA1-627C-C6AA0908F61E}"/>
          </ac:spMkLst>
        </pc:spChg>
        <pc:spChg chg="mod">
          <ac:chgData name="Victor Aumaitre" userId="379d7840-47ba-428f-9f95-660059feb219" providerId="ADAL" clId="{8E2CC9BA-CB9A-5093-8A9B-190C45947F08}" dt="2026-05-08T02:55:38.800" v="6452" actId="20577"/>
          <ac:spMkLst>
            <pc:docMk/>
            <pc:sldMk cId="1430034805" sldId="2147483610"/>
            <ac:spMk id="27" creationId="{C643D38C-781B-A154-FC3E-741A9DE57635}"/>
          </ac:spMkLst>
        </pc:spChg>
        <pc:spChg chg="mod">
          <ac:chgData name="Victor Aumaitre" userId="379d7840-47ba-428f-9f95-660059feb219" providerId="ADAL" clId="{8E2CC9BA-CB9A-5093-8A9B-190C45947F08}" dt="2026-05-08T02:49:33.476" v="6396"/>
          <ac:spMkLst>
            <pc:docMk/>
            <pc:sldMk cId="1430034805" sldId="2147483610"/>
            <ac:spMk id="28" creationId="{9D4156BD-F3B3-A141-EF87-BD4B7251B3A4}"/>
          </ac:spMkLst>
        </pc:spChg>
        <pc:spChg chg="mod">
          <ac:chgData name="Victor Aumaitre" userId="379d7840-47ba-428f-9f95-660059feb219" providerId="ADAL" clId="{8E2CC9BA-CB9A-5093-8A9B-190C45947F08}" dt="2026-05-08T02:55:46.421" v="6453" actId="2711"/>
          <ac:spMkLst>
            <pc:docMk/>
            <pc:sldMk cId="1430034805" sldId="2147483610"/>
            <ac:spMk id="31" creationId="{72F0F5D1-39B2-2FF9-9B87-6A9A6AB03D27}"/>
          </ac:spMkLst>
        </pc:spChg>
        <pc:spChg chg="mod">
          <ac:chgData name="Victor Aumaitre" userId="379d7840-47ba-428f-9f95-660059feb219" providerId="ADAL" clId="{8E2CC9BA-CB9A-5093-8A9B-190C45947F08}" dt="2026-05-08T02:55:46.421" v="6453" actId="2711"/>
          <ac:spMkLst>
            <pc:docMk/>
            <pc:sldMk cId="1430034805" sldId="2147483610"/>
            <ac:spMk id="35" creationId="{36B907AA-6460-7978-EA63-3BA2FDB02E3B}"/>
          </ac:spMkLst>
        </pc:spChg>
        <pc:spChg chg="mod">
          <ac:chgData name="Victor Aumaitre" userId="379d7840-47ba-428f-9f95-660059feb219" providerId="ADAL" clId="{8E2CC9BA-CB9A-5093-8A9B-190C45947F08}" dt="2026-05-08T02:55:46.421" v="6453" actId="2711"/>
          <ac:spMkLst>
            <pc:docMk/>
            <pc:sldMk cId="1430034805" sldId="2147483610"/>
            <ac:spMk id="38" creationId="{958F88CD-2C19-B093-9191-94EDDAC4D43B}"/>
          </ac:spMkLst>
        </pc:spChg>
        <pc:spChg chg="mod">
          <ac:chgData name="Victor Aumaitre" userId="379d7840-47ba-428f-9f95-660059feb219" providerId="ADAL" clId="{8E2CC9BA-CB9A-5093-8A9B-190C45947F08}" dt="2026-05-08T02:55:46.421" v="6453" actId="2711"/>
          <ac:spMkLst>
            <pc:docMk/>
            <pc:sldMk cId="1430034805" sldId="2147483610"/>
            <ac:spMk id="42" creationId="{ECBCD160-2A94-7C15-B407-A748FC3B64CE}"/>
          </ac:spMkLst>
        </pc:spChg>
        <pc:spChg chg="mod">
          <ac:chgData name="Victor Aumaitre" userId="379d7840-47ba-428f-9f95-660059feb219" providerId="ADAL" clId="{8E2CC9BA-CB9A-5093-8A9B-190C45947F08}" dt="2026-05-08T02:57:23.416" v="6462" actId="108"/>
          <ac:spMkLst>
            <pc:docMk/>
            <pc:sldMk cId="1430034805" sldId="2147483610"/>
            <ac:spMk id="48" creationId="{5CAAB3DA-75D2-1466-B3FE-269FA98B665A}"/>
          </ac:spMkLst>
        </pc:spChg>
      </pc:sldChg>
      <pc:sldChg chg="del">
        <pc:chgData name="Victor Aumaitre" userId="379d7840-47ba-428f-9f95-660059feb219" providerId="ADAL" clId="{8E2CC9BA-CB9A-5093-8A9B-190C45947F08}" dt="2026-05-08T01:20:08.102" v="5540" actId="2696"/>
        <pc:sldMkLst>
          <pc:docMk/>
          <pc:sldMk cId="2745223339" sldId="2147483611"/>
        </pc:sldMkLst>
      </pc:sldChg>
      <pc:sldChg chg="add del">
        <pc:chgData name="Victor Aumaitre" userId="379d7840-47ba-428f-9f95-660059feb219" providerId="ADAL" clId="{8E2CC9BA-CB9A-5093-8A9B-190C45947F08}" dt="2026-05-08T01:19:51.692" v="5524" actId="2696"/>
        <pc:sldMkLst>
          <pc:docMk/>
          <pc:sldMk cId="921489371" sldId="2147483612"/>
        </pc:sldMkLst>
      </pc:sldChg>
      <pc:sldChg chg="add del setBg">
        <pc:chgData name="Victor Aumaitre" userId="379d7840-47ba-428f-9f95-660059feb219" providerId="ADAL" clId="{8E2CC9BA-CB9A-5093-8A9B-190C45947F08}" dt="2026-05-08T15:49:05.167" v="8034" actId="2696"/>
        <pc:sldMkLst>
          <pc:docMk/>
          <pc:sldMk cId="120688776" sldId="2147483613"/>
        </pc:sldMkLst>
      </pc:sldChg>
      <pc:sldChg chg="modSp del mod modShow">
        <pc:chgData name="Victor Aumaitre" userId="379d7840-47ba-428f-9f95-660059feb219" providerId="ADAL" clId="{8E2CC9BA-CB9A-5093-8A9B-190C45947F08}" dt="2026-05-08T01:14:41.833" v="5458" actId="2696"/>
        <pc:sldMkLst>
          <pc:docMk/>
          <pc:sldMk cId="2286169353" sldId="2147483613"/>
        </pc:sldMkLst>
        <pc:spChg chg="mod">
          <ac:chgData name="Victor Aumaitre" userId="379d7840-47ba-428f-9f95-660059feb219" providerId="ADAL" clId="{8E2CC9BA-CB9A-5093-8A9B-190C45947F08}" dt="2026-05-08T01:11:03.521" v="5416" actId="790"/>
          <ac:spMkLst>
            <pc:docMk/>
            <pc:sldMk cId="2286169353" sldId="2147483613"/>
            <ac:spMk id="19" creationId="{2B6BED1C-9DBB-537E-F100-318CE94619B9}"/>
          </ac:spMkLst>
        </pc:spChg>
        <pc:spChg chg="mod">
          <ac:chgData name="Victor Aumaitre" userId="379d7840-47ba-428f-9f95-660059feb219" providerId="ADAL" clId="{8E2CC9BA-CB9A-5093-8A9B-190C45947F08}" dt="2026-05-08T01:11:03.521" v="5416" actId="790"/>
          <ac:spMkLst>
            <pc:docMk/>
            <pc:sldMk cId="2286169353" sldId="2147483613"/>
            <ac:spMk id="33" creationId="{A1F8898C-CB04-8562-B59B-8A558DAF1514}"/>
          </ac:spMkLst>
        </pc:spChg>
        <pc:spChg chg="mod">
          <ac:chgData name="Victor Aumaitre" userId="379d7840-47ba-428f-9f95-660059feb219" providerId="ADAL" clId="{8E2CC9BA-CB9A-5093-8A9B-190C45947F08}" dt="2026-05-08T01:11:03.521" v="5416" actId="790"/>
          <ac:spMkLst>
            <pc:docMk/>
            <pc:sldMk cId="2286169353" sldId="2147483613"/>
            <ac:spMk id="40" creationId="{AF7BAB08-1B25-E002-540A-842EDD528E0D}"/>
          </ac:spMkLst>
        </pc:spChg>
        <pc:spChg chg="mod">
          <ac:chgData name="Victor Aumaitre" userId="379d7840-47ba-428f-9f95-660059feb219" providerId="ADAL" clId="{8E2CC9BA-CB9A-5093-8A9B-190C45947F08}" dt="2026-05-08T01:11:03.521" v="5416" actId="790"/>
          <ac:spMkLst>
            <pc:docMk/>
            <pc:sldMk cId="2286169353" sldId="2147483613"/>
            <ac:spMk id="41" creationId="{5BAF5F40-2A34-068D-8D7D-1C10697B1476}"/>
          </ac:spMkLst>
        </pc:spChg>
        <pc:spChg chg="mod">
          <ac:chgData name="Victor Aumaitre" userId="379d7840-47ba-428f-9f95-660059feb219" providerId="ADAL" clId="{8E2CC9BA-CB9A-5093-8A9B-190C45947F08}" dt="2026-05-08T01:11:03.521" v="5416" actId="790"/>
          <ac:spMkLst>
            <pc:docMk/>
            <pc:sldMk cId="2286169353" sldId="2147483613"/>
            <ac:spMk id="54" creationId="{636836E8-AA70-8574-107A-C2D66E376773}"/>
          </ac:spMkLst>
        </pc:spChg>
        <pc:spChg chg="mod">
          <ac:chgData name="Victor Aumaitre" userId="379d7840-47ba-428f-9f95-660059feb219" providerId="ADAL" clId="{8E2CC9BA-CB9A-5093-8A9B-190C45947F08}" dt="2026-05-08T01:11:03.521" v="5416" actId="790"/>
          <ac:spMkLst>
            <pc:docMk/>
            <pc:sldMk cId="2286169353" sldId="2147483613"/>
            <ac:spMk id="83" creationId="{46C2E09D-7437-045A-24AD-139B5EAFD79E}"/>
          </ac:spMkLst>
        </pc:spChg>
        <pc:spChg chg="mod">
          <ac:chgData name="Victor Aumaitre" userId="379d7840-47ba-428f-9f95-660059feb219" providerId="ADAL" clId="{8E2CC9BA-CB9A-5093-8A9B-190C45947F08}" dt="2026-05-08T01:11:03.521" v="5416" actId="790"/>
          <ac:spMkLst>
            <pc:docMk/>
            <pc:sldMk cId="2286169353" sldId="2147483613"/>
            <ac:spMk id="87" creationId="{4C413824-ACB4-D292-ADDB-A3C3792743D3}"/>
          </ac:spMkLst>
        </pc:spChg>
        <pc:spChg chg="mod">
          <ac:chgData name="Victor Aumaitre" userId="379d7840-47ba-428f-9f95-660059feb219" providerId="ADAL" clId="{8E2CC9BA-CB9A-5093-8A9B-190C45947F08}" dt="2026-05-08T01:11:03.521" v="5416" actId="790"/>
          <ac:spMkLst>
            <pc:docMk/>
            <pc:sldMk cId="2286169353" sldId="2147483613"/>
            <ac:spMk id="105" creationId="{50C88D23-5E15-A5B0-9565-BF453CCB1A48}"/>
          </ac:spMkLst>
        </pc:spChg>
        <pc:spChg chg="mod">
          <ac:chgData name="Victor Aumaitre" userId="379d7840-47ba-428f-9f95-660059feb219" providerId="ADAL" clId="{8E2CC9BA-CB9A-5093-8A9B-190C45947F08}" dt="2026-05-08T01:11:03.521" v="5416" actId="790"/>
          <ac:spMkLst>
            <pc:docMk/>
            <pc:sldMk cId="2286169353" sldId="2147483613"/>
            <ac:spMk id="120" creationId="{A3300271-8C77-EA9A-9719-34076E576099}"/>
          </ac:spMkLst>
        </pc:spChg>
        <pc:spChg chg="mod">
          <ac:chgData name="Victor Aumaitre" userId="379d7840-47ba-428f-9f95-660059feb219" providerId="ADAL" clId="{8E2CC9BA-CB9A-5093-8A9B-190C45947F08}" dt="2026-05-08T01:11:03.521" v="5416" actId="790"/>
          <ac:spMkLst>
            <pc:docMk/>
            <pc:sldMk cId="2286169353" sldId="2147483613"/>
            <ac:spMk id="169" creationId="{F8E311E9-7AB6-253F-55C7-3561179DB153}"/>
          </ac:spMkLst>
        </pc:spChg>
      </pc:sldChg>
      <pc:sldChg chg="del">
        <pc:chgData name="Victor Aumaitre" userId="379d7840-47ba-428f-9f95-660059feb219" providerId="ADAL" clId="{8E2CC9BA-CB9A-5093-8A9B-190C45947F08}" dt="2026-05-08T01:09:57.911" v="5412" actId="2696"/>
        <pc:sldMkLst>
          <pc:docMk/>
          <pc:sldMk cId="2783513673" sldId="2147483614"/>
        </pc:sldMkLst>
      </pc:sldChg>
      <pc:sldChg chg="del mod modShow">
        <pc:chgData name="Victor Aumaitre" userId="379d7840-47ba-428f-9f95-660059feb219" providerId="ADAL" clId="{8E2CC9BA-CB9A-5093-8A9B-190C45947F08}" dt="2026-05-08T15:49:04.860" v="7991" actId="2696"/>
        <pc:sldMkLst>
          <pc:docMk/>
          <pc:sldMk cId="1809853563" sldId="2147483615"/>
        </pc:sldMkLst>
      </pc:sldChg>
      <pc:sldChg chg="add del">
        <pc:chgData name="Victor Aumaitre" userId="379d7840-47ba-428f-9f95-660059feb219" providerId="ADAL" clId="{8E2CC9BA-CB9A-5093-8A9B-190C45947F08}" dt="2026-05-07T21:08:52.635" v="4313" actId="2696"/>
        <pc:sldMkLst>
          <pc:docMk/>
          <pc:sldMk cId="288512037" sldId="2147483616"/>
        </pc:sldMkLst>
      </pc:sldChg>
      <pc:sldChg chg="delSp modSp add del mod">
        <pc:chgData name="Victor Aumaitre" userId="379d7840-47ba-428f-9f95-660059feb219" providerId="ADAL" clId="{8E2CC9BA-CB9A-5093-8A9B-190C45947F08}" dt="2026-05-07T22:03:51.080" v="4609" actId="2696"/>
        <pc:sldMkLst>
          <pc:docMk/>
          <pc:sldMk cId="3221859537" sldId="2147483616"/>
        </pc:sldMkLst>
        <pc:spChg chg="del">
          <ac:chgData name="Victor Aumaitre" userId="379d7840-47ba-428f-9f95-660059feb219" providerId="ADAL" clId="{8E2CC9BA-CB9A-5093-8A9B-190C45947F08}" dt="2026-05-07T21:25:15.079" v="4315" actId="478"/>
          <ac:spMkLst>
            <pc:docMk/>
            <pc:sldMk cId="3221859537" sldId="2147483616"/>
            <ac:spMk id="16" creationId="{69EBDEDB-F520-B208-BE87-64AB6FF67CAD}"/>
          </ac:spMkLst>
        </pc:spChg>
        <pc:spChg chg="mod">
          <ac:chgData name="Victor Aumaitre" userId="379d7840-47ba-428f-9f95-660059feb219" providerId="ADAL" clId="{8E2CC9BA-CB9A-5093-8A9B-190C45947F08}" dt="2026-05-07T21:56:04.697" v="4500" actId="1076"/>
          <ac:spMkLst>
            <pc:docMk/>
            <pc:sldMk cId="3221859537" sldId="2147483616"/>
            <ac:spMk id="18" creationId="{B3A6E780-3540-42E1-4F01-411E9DC61EFE}"/>
          </ac:spMkLst>
        </pc:spChg>
        <pc:spChg chg="mod">
          <ac:chgData name="Victor Aumaitre" userId="379d7840-47ba-428f-9f95-660059feb219" providerId="ADAL" clId="{8E2CC9BA-CB9A-5093-8A9B-190C45947F08}" dt="2026-05-07T21:27:22.846" v="4318"/>
          <ac:spMkLst>
            <pc:docMk/>
            <pc:sldMk cId="3221859537" sldId="2147483616"/>
            <ac:spMk id="28" creationId="{CFE74B0B-6C17-58CE-4768-013C19C1DAA9}"/>
          </ac:spMkLst>
        </pc:spChg>
      </pc:sldChg>
      <pc:sldChg chg="add del">
        <pc:chgData name="Victor Aumaitre" userId="379d7840-47ba-428f-9f95-660059feb219" providerId="ADAL" clId="{8E2CC9BA-CB9A-5093-8A9B-190C45947F08}" dt="2026-05-07T21:08:45" v="4311"/>
        <pc:sldMkLst>
          <pc:docMk/>
          <pc:sldMk cId="3719997325" sldId="2147483616"/>
        </pc:sldMkLst>
      </pc:sldChg>
      <pc:sldChg chg="addSp delSp modSp del mod modShow modNotesTx">
        <pc:chgData name="Victor Aumaitre" userId="379d7840-47ba-428f-9f95-660059feb219" providerId="ADAL" clId="{8E2CC9BA-CB9A-5093-8A9B-190C45947F08}" dt="2026-05-08T15:49:04.835" v="7988" actId="2696"/>
        <pc:sldMkLst>
          <pc:docMk/>
          <pc:sldMk cId="2034701148" sldId="2147483618"/>
        </pc:sldMkLst>
        <pc:spChg chg="add mod">
          <ac:chgData name="Victor Aumaitre" userId="379d7840-47ba-428f-9f95-660059feb219" providerId="ADAL" clId="{8E2CC9BA-CB9A-5093-8A9B-190C45947F08}" dt="2026-05-08T02:07:28.141" v="6151" actId="20577"/>
          <ac:spMkLst>
            <pc:docMk/>
            <pc:sldMk cId="2034701148" sldId="2147483618"/>
            <ac:spMk id="9" creationId="{7F48A271-5C06-6C9C-ECB5-0A1CC8A4E226}"/>
          </ac:spMkLst>
        </pc:spChg>
        <pc:spChg chg="add mod">
          <ac:chgData name="Victor Aumaitre" userId="379d7840-47ba-428f-9f95-660059feb219" providerId="ADAL" clId="{8E2CC9BA-CB9A-5093-8A9B-190C45947F08}" dt="2026-05-08T02:07:47.041" v="6156" actId="20577"/>
          <ac:spMkLst>
            <pc:docMk/>
            <pc:sldMk cId="2034701148" sldId="2147483618"/>
            <ac:spMk id="10" creationId="{3379F54F-2281-64CD-52A6-A7EE15739CFA}"/>
          </ac:spMkLst>
        </pc:spChg>
        <pc:spChg chg="add mod">
          <ac:chgData name="Victor Aumaitre" userId="379d7840-47ba-428f-9f95-660059feb219" providerId="ADAL" clId="{8E2CC9BA-CB9A-5093-8A9B-190C45947F08}" dt="2026-05-08T12:36:19.613" v="7056" actId="20577"/>
          <ac:spMkLst>
            <pc:docMk/>
            <pc:sldMk cId="2034701148" sldId="2147483618"/>
            <ac:spMk id="11" creationId="{57357DA4-2F88-FAED-D202-BC9E4FD6895B}"/>
          </ac:spMkLst>
        </pc:spChg>
        <pc:spChg chg="mod">
          <ac:chgData name="Victor Aumaitre" userId="379d7840-47ba-428f-9f95-660059feb219" providerId="ADAL" clId="{8E2CC9BA-CB9A-5093-8A9B-190C45947F08}" dt="2026-05-08T02:07:56.183" v="6158" actId="20577"/>
          <ac:spMkLst>
            <pc:docMk/>
            <pc:sldMk cId="2034701148" sldId="2147483618"/>
            <ac:spMk id="84" creationId="{0D355CD9-1729-7735-6D77-406862C79554}"/>
          </ac:spMkLst>
        </pc:spChg>
        <pc:graphicFrameChg chg="add mod modGraphic">
          <ac:chgData name="Victor Aumaitre" userId="379d7840-47ba-428f-9f95-660059feb219" providerId="ADAL" clId="{8E2CC9BA-CB9A-5093-8A9B-190C45947F08}" dt="2026-05-08T02:06:46.092" v="6143" actId="14100"/>
          <ac:graphicFrameMkLst>
            <pc:docMk/>
            <pc:sldMk cId="2034701148" sldId="2147483618"/>
            <ac:graphicFrameMk id="2" creationId="{F687E4D3-5903-419F-036E-82C181159590}"/>
          </ac:graphicFrameMkLst>
        </pc:graphicFrameChg>
        <pc:graphicFrameChg chg="add mod modGraphic">
          <ac:chgData name="Victor Aumaitre" userId="379d7840-47ba-428f-9f95-660059feb219" providerId="ADAL" clId="{8E2CC9BA-CB9A-5093-8A9B-190C45947F08}" dt="2026-05-08T02:06:40.753" v="6142" actId="14100"/>
          <ac:graphicFrameMkLst>
            <pc:docMk/>
            <pc:sldMk cId="2034701148" sldId="2147483618"/>
            <ac:graphicFrameMk id="8" creationId="{5A8E8AA0-8420-942D-8097-13633E5B6CF8}"/>
          </ac:graphicFrameMkLst>
        </pc:graphicFrameChg>
        <pc:graphicFrameChg chg="mod modGraphic">
          <ac:chgData name="Victor Aumaitre" userId="379d7840-47ba-428f-9f95-660059feb219" providerId="ADAL" clId="{8E2CC9BA-CB9A-5093-8A9B-190C45947F08}" dt="2026-05-08T02:07:02.878" v="6145" actId="2711"/>
          <ac:graphicFrameMkLst>
            <pc:docMk/>
            <pc:sldMk cId="2034701148" sldId="2147483618"/>
            <ac:graphicFrameMk id="88" creationId="{B77208CE-7768-3B61-9BEE-7A173B76DFAF}"/>
          </ac:graphicFrameMkLst>
        </pc:graphicFrameChg>
        <pc:graphicFrameChg chg="mod modGraphic">
          <ac:chgData name="Victor Aumaitre" userId="379d7840-47ba-428f-9f95-660059feb219" providerId="ADAL" clId="{8E2CC9BA-CB9A-5093-8A9B-190C45947F08}" dt="2026-05-08T02:06:52.102" v="6144" actId="14100"/>
          <ac:graphicFrameMkLst>
            <pc:docMk/>
            <pc:sldMk cId="2034701148" sldId="2147483618"/>
            <ac:graphicFrameMk id="89" creationId="{93B56E89-7F92-3BF7-AAD1-8FC8E1D94415}"/>
          </ac:graphicFrameMkLst>
        </pc:graphicFrameChg>
        <pc:graphicFrameChg chg="del mod modGraphic">
          <ac:chgData name="Victor Aumaitre" userId="379d7840-47ba-428f-9f95-660059feb219" providerId="ADAL" clId="{8E2CC9BA-CB9A-5093-8A9B-190C45947F08}" dt="2026-05-08T02:03:33.383" v="6120" actId="478"/>
          <ac:graphicFrameMkLst>
            <pc:docMk/>
            <pc:sldMk cId="2034701148" sldId="2147483618"/>
            <ac:graphicFrameMk id="90" creationId="{E3649EAA-4E5F-9490-A746-27C5A24177F7}"/>
          </ac:graphicFrameMkLst>
        </pc:graphicFrameChg>
        <pc:graphicFrameChg chg="del mod">
          <ac:chgData name="Victor Aumaitre" userId="379d7840-47ba-428f-9f95-660059feb219" providerId="ADAL" clId="{8E2CC9BA-CB9A-5093-8A9B-190C45947F08}" dt="2026-05-08T02:01:55.035" v="6110" actId="478"/>
          <ac:graphicFrameMkLst>
            <pc:docMk/>
            <pc:sldMk cId="2034701148" sldId="2147483618"/>
            <ac:graphicFrameMk id="91" creationId="{8C242456-A0C0-6D19-2D4A-692067CD0B52}"/>
          </ac:graphicFrameMkLst>
        </pc:graphicFrameChg>
      </pc:sldChg>
      <pc:sldChg chg="addSp modSp del mod modShow">
        <pc:chgData name="Victor Aumaitre" userId="379d7840-47ba-428f-9f95-660059feb219" providerId="ADAL" clId="{8E2CC9BA-CB9A-5093-8A9B-190C45947F08}" dt="2026-05-08T15:49:05.146" v="8032" actId="2696"/>
        <pc:sldMkLst>
          <pc:docMk/>
          <pc:sldMk cId="3163863379" sldId="2147483619"/>
        </pc:sldMkLst>
        <pc:spChg chg="add mod">
          <ac:chgData name="Victor Aumaitre" userId="379d7840-47ba-428f-9f95-660059feb219" providerId="ADAL" clId="{8E2CC9BA-CB9A-5093-8A9B-190C45947F08}" dt="2026-05-08T12:37:47.567" v="7079"/>
          <ac:spMkLst>
            <pc:docMk/>
            <pc:sldMk cId="3163863379" sldId="2147483619"/>
            <ac:spMk id="2" creationId="{EB5CA5A7-CA43-A20C-E1C6-CA17EDFAEF85}"/>
          </ac:spMkLst>
        </pc:spChg>
        <pc:spChg chg="mod">
          <ac:chgData name="Victor Aumaitre" userId="379d7840-47ba-428f-9f95-660059feb219" providerId="ADAL" clId="{8E2CC9BA-CB9A-5093-8A9B-190C45947F08}" dt="2026-05-08T02:59:34.441" v="6471" actId="2711"/>
          <ac:spMkLst>
            <pc:docMk/>
            <pc:sldMk cId="3163863379" sldId="2147483619"/>
            <ac:spMk id="46" creationId="{B79350E4-839C-E0AB-43FD-60D3D3CBDA7A}"/>
          </ac:spMkLst>
        </pc:spChg>
        <pc:spChg chg="mod">
          <ac:chgData name="Victor Aumaitre" userId="379d7840-47ba-428f-9f95-660059feb219" providerId="ADAL" clId="{8E2CC9BA-CB9A-5093-8A9B-190C45947F08}" dt="2026-05-08T03:00:01.142" v="6475" actId="20577"/>
          <ac:spMkLst>
            <pc:docMk/>
            <pc:sldMk cId="3163863379" sldId="2147483619"/>
            <ac:spMk id="47" creationId="{95BE8A67-310F-7E03-0254-55E61FFF9EBE}"/>
          </ac:spMkLst>
        </pc:spChg>
        <pc:spChg chg="mod">
          <ac:chgData name="Victor Aumaitre" userId="379d7840-47ba-428f-9f95-660059feb219" providerId="ADAL" clId="{8E2CC9BA-CB9A-5093-8A9B-190C45947F08}" dt="2026-05-08T02:50:07.436" v="6402"/>
          <ac:spMkLst>
            <pc:docMk/>
            <pc:sldMk cId="3163863379" sldId="2147483619"/>
            <ac:spMk id="48" creationId="{A20E7A2A-586B-BD02-0639-BD0C3D2F96A5}"/>
          </ac:spMkLst>
        </pc:spChg>
        <pc:spChg chg="mod">
          <ac:chgData name="Victor Aumaitre" userId="379d7840-47ba-428f-9f95-660059feb219" providerId="ADAL" clId="{8E2CC9BA-CB9A-5093-8A9B-190C45947F08}" dt="2026-05-08T02:59:34.441" v="6471" actId="2711"/>
          <ac:spMkLst>
            <pc:docMk/>
            <pc:sldMk cId="3163863379" sldId="2147483619"/>
            <ac:spMk id="94" creationId="{0CC04EC0-834A-3481-4D52-BECE1C33A78E}"/>
          </ac:spMkLst>
        </pc:spChg>
        <pc:spChg chg="mod">
          <ac:chgData name="Victor Aumaitre" userId="379d7840-47ba-428f-9f95-660059feb219" providerId="ADAL" clId="{8E2CC9BA-CB9A-5093-8A9B-190C45947F08}" dt="2026-05-08T02:59:34.441" v="6471" actId="2711"/>
          <ac:spMkLst>
            <pc:docMk/>
            <pc:sldMk cId="3163863379" sldId="2147483619"/>
            <ac:spMk id="99" creationId="{8C3D663B-9770-F200-4D5E-E72288CC3450}"/>
          </ac:spMkLst>
        </pc:spChg>
        <pc:spChg chg="mod">
          <ac:chgData name="Victor Aumaitre" userId="379d7840-47ba-428f-9f95-660059feb219" providerId="ADAL" clId="{8E2CC9BA-CB9A-5093-8A9B-190C45947F08}" dt="2026-05-08T02:59:34.441" v="6471" actId="2711"/>
          <ac:spMkLst>
            <pc:docMk/>
            <pc:sldMk cId="3163863379" sldId="2147483619"/>
            <ac:spMk id="102" creationId="{B648ACFD-2403-A1AA-963C-14BCACDEF193}"/>
          </ac:spMkLst>
        </pc:spChg>
        <pc:spChg chg="mod">
          <ac:chgData name="Victor Aumaitre" userId="379d7840-47ba-428f-9f95-660059feb219" providerId="ADAL" clId="{8E2CC9BA-CB9A-5093-8A9B-190C45947F08}" dt="2026-05-08T02:59:34.441" v="6471" actId="2711"/>
          <ac:spMkLst>
            <pc:docMk/>
            <pc:sldMk cId="3163863379" sldId="2147483619"/>
            <ac:spMk id="103" creationId="{2E85898B-468D-8538-FD98-89CD3C1A3A22}"/>
          </ac:spMkLst>
        </pc:spChg>
        <pc:spChg chg="mod">
          <ac:chgData name="Victor Aumaitre" userId="379d7840-47ba-428f-9f95-660059feb219" providerId="ADAL" clId="{8E2CC9BA-CB9A-5093-8A9B-190C45947F08}" dt="2026-05-08T02:59:34.441" v="6471" actId="2711"/>
          <ac:spMkLst>
            <pc:docMk/>
            <pc:sldMk cId="3163863379" sldId="2147483619"/>
            <ac:spMk id="106" creationId="{39E92796-14BA-0F59-F534-C49B8E0B603D}"/>
          </ac:spMkLst>
        </pc:spChg>
        <pc:spChg chg="mod">
          <ac:chgData name="Victor Aumaitre" userId="379d7840-47ba-428f-9f95-660059feb219" providerId="ADAL" clId="{8E2CC9BA-CB9A-5093-8A9B-190C45947F08}" dt="2026-05-08T02:59:34.441" v="6471" actId="2711"/>
          <ac:spMkLst>
            <pc:docMk/>
            <pc:sldMk cId="3163863379" sldId="2147483619"/>
            <ac:spMk id="109" creationId="{DC5C9987-06CC-B3E9-46AD-C93917881A0F}"/>
          </ac:spMkLst>
        </pc:spChg>
        <pc:spChg chg="mod">
          <ac:chgData name="Victor Aumaitre" userId="379d7840-47ba-428f-9f95-660059feb219" providerId="ADAL" clId="{8E2CC9BA-CB9A-5093-8A9B-190C45947F08}" dt="2026-05-08T02:59:34.441" v="6471" actId="2711"/>
          <ac:spMkLst>
            <pc:docMk/>
            <pc:sldMk cId="3163863379" sldId="2147483619"/>
            <ac:spMk id="112" creationId="{0B9B43AF-A29C-AC8F-D030-1A36AE8D962A}"/>
          </ac:spMkLst>
        </pc:spChg>
        <pc:spChg chg="mod">
          <ac:chgData name="Victor Aumaitre" userId="379d7840-47ba-428f-9f95-660059feb219" providerId="ADAL" clId="{8E2CC9BA-CB9A-5093-8A9B-190C45947F08}" dt="2026-05-08T02:59:34.441" v="6471" actId="2711"/>
          <ac:spMkLst>
            <pc:docMk/>
            <pc:sldMk cId="3163863379" sldId="2147483619"/>
            <ac:spMk id="113" creationId="{A2E332E4-4966-946E-7DB8-CD7905512D0F}"/>
          </ac:spMkLst>
        </pc:spChg>
        <pc:spChg chg="mod">
          <ac:chgData name="Victor Aumaitre" userId="379d7840-47ba-428f-9f95-660059feb219" providerId="ADAL" clId="{8E2CC9BA-CB9A-5093-8A9B-190C45947F08}" dt="2026-05-08T02:59:34.441" v="6471" actId="2711"/>
          <ac:spMkLst>
            <pc:docMk/>
            <pc:sldMk cId="3163863379" sldId="2147483619"/>
            <ac:spMk id="114" creationId="{5B93B22F-24D4-0BA4-0D5E-10E5185E2E78}"/>
          </ac:spMkLst>
        </pc:spChg>
        <pc:spChg chg="mod">
          <ac:chgData name="Victor Aumaitre" userId="379d7840-47ba-428f-9f95-660059feb219" providerId="ADAL" clId="{8E2CC9BA-CB9A-5093-8A9B-190C45947F08}" dt="2026-05-08T02:59:16.166" v="6470" actId="108"/>
          <ac:spMkLst>
            <pc:docMk/>
            <pc:sldMk cId="3163863379" sldId="2147483619"/>
            <ac:spMk id="116" creationId="{D15A50E1-0E7B-34ED-2A88-8F5FC42949AC}"/>
          </ac:spMkLst>
        </pc:spChg>
      </pc:sldChg>
      <pc:sldChg chg="modSp del mod modShow">
        <pc:chgData name="Victor Aumaitre" userId="379d7840-47ba-428f-9f95-660059feb219" providerId="ADAL" clId="{8E2CC9BA-CB9A-5093-8A9B-190C45947F08}" dt="2026-05-08T15:49:05.285" v="8048" actId="2696"/>
        <pc:sldMkLst>
          <pc:docMk/>
          <pc:sldMk cId="3924008080" sldId="2147483624"/>
        </pc:sldMkLst>
        <pc:spChg chg="mod">
          <ac:chgData name="Victor Aumaitre" userId="379d7840-47ba-428f-9f95-660059feb219" providerId="ADAL" clId="{8E2CC9BA-CB9A-5093-8A9B-190C45947F08}" dt="2026-05-08T03:00:55.840" v="6486" actId="20577"/>
          <ac:spMkLst>
            <pc:docMk/>
            <pc:sldMk cId="3924008080" sldId="2147483624"/>
            <ac:spMk id="3" creationId="{419AA6F6-9B91-C088-A84D-C1333E8C949A}"/>
          </ac:spMkLst>
        </pc:spChg>
        <pc:spChg chg="mod">
          <ac:chgData name="Victor Aumaitre" userId="379d7840-47ba-428f-9f95-660059feb219" providerId="ADAL" clId="{8E2CC9BA-CB9A-5093-8A9B-190C45947F08}" dt="2026-05-08T02:50:32.746" v="6407"/>
          <ac:spMkLst>
            <pc:docMk/>
            <pc:sldMk cId="3924008080" sldId="2147483624"/>
            <ac:spMk id="4" creationId="{61FCDBA2-F48C-434C-DCCE-E39457854DB1}"/>
          </ac:spMkLst>
        </pc:spChg>
        <pc:spChg chg="mod">
          <ac:chgData name="Victor Aumaitre" userId="379d7840-47ba-428f-9f95-660059feb219" providerId="ADAL" clId="{8E2CC9BA-CB9A-5093-8A9B-190C45947F08}" dt="2026-05-08T03:01:04.608" v="6487" actId="2711"/>
          <ac:spMkLst>
            <pc:docMk/>
            <pc:sldMk cId="3924008080" sldId="2147483624"/>
            <ac:spMk id="10" creationId="{EBB09EAC-9474-4BEC-08E2-4FDAC8CB0DA9}"/>
          </ac:spMkLst>
        </pc:spChg>
        <pc:spChg chg="mod">
          <ac:chgData name="Victor Aumaitre" userId="379d7840-47ba-428f-9f95-660059feb219" providerId="ADAL" clId="{8E2CC9BA-CB9A-5093-8A9B-190C45947F08}" dt="2026-05-08T03:01:04.608" v="6487" actId="2711"/>
          <ac:spMkLst>
            <pc:docMk/>
            <pc:sldMk cId="3924008080" sldId="2147483624"/>
            <ac:spMk id="15" creationId="{97A4E53E-CE67-323D-3B42-78DFA7D1602C}"/>
          </ac:spMkLst>
        </pc:spChg>
        <pc:spChg chg="mod">
          <ac:chgData name="Victor Aumaitre" userId="379d7840-47ba-428f-9f95-660059feb219" providerId="ADAL" clId="{8E2CC9BA-CB9A-5093-8A9B-190C45947F08}" dt="2026-05-08T03:01:04.608" v="6487" actId="2711"/>
          <ac:spMkLst>
            <pc:docMk/>
            <pc:sldMk cId="3924008080" sldId="2147483624"/>
            <ac:spMk id="16" creationId="{E88624D1-FBC4-9DFE-B2F0-3A01E6634EA5}"/>
          </ac:spMkLst>
        </pc:spChg>
        <pc:spChg chg="mod">
          <ac:chgData name="Victor Aumaitre" userId="379d7840-47ba-428f-9f95-660059feb219" providerId="ADAL" clId="{8E2CC9BA-CB9A-5093-8A9B-190C45947F08}" dt="2026-05-08T03:01:04.608" v="6487" actId="2711"/>
          <ac:spMkLst>
            <pc:docMk/>
            <pc:sldMk cId="3924008080" sldId="2147483624"/>
            <ac:spMk id="19" creationId="{E7054791-2C3C-5C19-57CA-E0C4AB64C4C0}"/>
          </ac:spMkLst>
        </pc:spChg>
        <pc:spChg chg="mod">
          <ac:chgData name="Victor Aumaitre" userId="379d7840-47ba-428f-9f95-660059feb219" providerId="ADAL" clId="{8E2CC9BA-CB9A-5093-8A9B-190C45947F08}" dt="2026-05-08T03:01:04.608" v="6487" actId="2711"/>
          <ac:spMkLst>
            <pc:docMk/>
            <pc:sldMk cId="3924008080" sldId="2147483624"/>
            <ac:spMk id="22" creationId="{744F3BFC-FB39-F282-0C20-9993D3C46AAA}"/>
          </ac:spMkLst>
        </pc:spChg>
        <pc:spChg chg="mod">
          <ac:chgData name="Victor Aumaitre" userId="379d7840-47ba-428f-9f95-660059feb219" providerId="ADAL" clId="{8E2CC9BA-CB9A-5093-8A9B-190C45947F08}" dt="2026-05-08T03:01:04.608" v="6487" actId="2711"/>
          <ac:spMkLst>
            <pc:docMk/>
            <pc:sldMk cId="3924008080" sldId="2147483624"/>
            <ac:spMk id="25" creationId="{322F6903-8547-B280-EC42-6B96ECE596F9}"/>
          </ac:spMkLst>
        </pc:spChg>
        <pc:spChg chg="mod">
          <ac:chgData name="Victor Aumaitre" userId="379d7840-47ba-428f-9f95-660059feb219" providerId="ADAL" clId="{8E2CC9BA-CB9A-5093-8A9B-190C45947F08}" dt="2026-05-08T03:01:04.608" v="6487" actId="2711"/>
          <ac:spMkLst>
            <pc:docMk/>
            <pc:sldMk cId="3924008080" sldId="2147483624"/>
            <ac:spMk id="26" creationId="{767BC131-2737-4383-450A-F1B5D0041E18}"/>
          </ac:spMkLst>
        </pc:spChg>
        <pc:spChg chg="mod">
          <ac:chgData name="Victor Aumaitre" userId="379d7840-47ba-428f-9f95-660059feb219" providerId="ADAL" clId="{8E2CC9BA-CB9A-5093-8A9B-190C45947F08}" dt="2026-05-08T03:01:04.608" v="6487" actId="2711"/>
          <ac:spMkLst>
            <pc:docMk/>
            <pc:sldMk cId="3924008080" sldId="2147483624"/>
            <ac:spMk id="29" creationId="{2DE4E1AE-435E-5914-8306-D45DC09441E6}"/>
          </ac:spMkLst>
        </pc:spChg>
        <pc:spChg chg="mod">
          <ac:chgData name="Victor Aumaitre" userId="379d7840-47ba-428f-9f95-660059feb219" providerId="ADAL" clId="{8E2CC9BA-CB9A-5093-8A9B-190C45947F08}" dt="2026-05-08T03:01:17.199" v="6488" actId="108"/>
          <ac:spMkLst>
            <pc:docMk/>
            <pc:sldMk cId="3924008080" sldId="2147483624"/>
            <ac:spMk id="32" creationId="{58128D81-CF50-5E7A-D850-9FE9DB13CE4D}"/>
          </ac:spMkLst>
        </pc:spChg>
        <pc:spChg chg="mod">
          <ac:chgData name="Victor Aumaitre" userId="379d7840-47ba-428f-9f95-660059feb219" providerId="ADAL" clId="{8E2CC9BA-CB9A-5093-8A9B-190C45947F08}" dt="2026-05-08T03:01:04.608" v="6487" actId="2711"/>
          <ac:spMkLst>
            <pc:docMk/>
            <pc:sldMk cId="3924008080" sldId="2147483624"/>
            <ac:spMk id="36" creationId="{ED84EC98-9BA1-6AFE-463E-980517FA69AE}"/>
          </ac:spMkLst>
        </pc:spChg>
      </pc:sldChg>
      <pc:sldChg chg="addSp modSp del mod modShow">
        <pc:chgData name="Victor Aumaitre" userId="379d7840-47ba-428f-9f95-660059feb219" providerId="ADAL" clId="{8E2CC9BA-CB9A-5093-8A9B-190C45947F08}" dt="2026-05-08T15:49:05.448" v="8071" actId="2696"/>
        <pc:sldMkLst>
          <pc:docMk/>
          <pc:sldMk cId="2760681832" sldId="2147483625"/>
        </pc:sldMkLst>
        <pc:spChg chg="mod">
          <ac:chgData name="Victor Aumaitre" userId="379d7840-47ba-428f-9f95-660059feb219" providerId="ADAL" clId="{8E2CC9BA-CB9A-5093-8A9B-190C45947F08}" dt="2026-05-08T03:01:36.785" v="6492" actId="2711"/>
          <ac:spMkLst>
            <pc:docMk/>
            <pc:sldMk cId="2760681832" sldId="2147483625"/>
            <ac:spMk id="2" creationId="{B2F9552C-2F41-D90D-94F6-4F73180F89F4}"/>
          </ac:spMkLst>
        </pc:spChg>
        <pc:spChg chg="mod">
          <ac:chgData name="Victor Aumaitre" userId="379d7840-47ba-428f-9f95-660059feb219" providerId="ADAL" clId="{8E2CC9BA-CB9A-5093-8A9B-190C45947F08}" dt="2026-05-08T03:01:29.235" v="6491" actId="20577"/>
          <ac:spMkLst>
            <pc:docMk/>
            <pc:sldMk cId="2760681832" sldId="2147483625"/>
            <ac:spMk id="3" creationId="{45EDB3DA-62B6-697F-EA2C-54463E75529C}"/>
          </ac:spMkLst>
        </pc:spChg>
        <pc:spChg chg="mod">
          <ac:chgData name="Victor Aumaitre" userId="379d7840-47ba-428f-9f95-660059feb219" providerId="ADAL" clId="{8E2CC9BA-CB9A-5093-8A9B-190C45947F08}" dt="2026-05-08T02:50:39.134" v="6408"/>
          <ac:spMkLst>
            <pc:docMk/>
            <pc:sldMk cId="2760681832" sldId="2147483625"/>
            <ac:spMk id="4" creationId="{45E94D2B-3E5F-C373-3710-A0A74C65915C}"/>
          </ac:spMkLst>
        </pc:spChg>
        <pc:spChg chg="add mod">
          <ac:chgData name="Victor Aumaitre" userId="379d7840-47ba-428f-9f95-660059feb219" providerId="ADAL" clId="{8E2CC9BA-CB9A-5093-8A9B-190C45947F08}" dt="2026-05-08T12:37:58.496" v="7082"/>
          <ac:spMkLst>
            <pc:docMk/>
            <pc:sldMk cId="2760681832" sldId="2147483625"/>
            <ac:spMk id="8" creationId="{548280B1-C26D-0B67-96A6-1EC0CE399F16}"/>
          </ac:spMkLst>
        </pc:spChg>
        <pc:spChg chg="mod">
          <ac:chgData name="Victor Aumaitre" userId="379d7840-47ba-428f-9f95-660059feb219" providerId="ADAL" clId="{8E2CC9BA-CB9A-5093-8A9B-190C45947F08}" dt="2026-05-08T03:01:36.785" v="6492" actId="2711"/>
          <ac:spMkLst>
            <pc:docMk/>
            <pc:sldMk cId="2760681832" sldId="2147483625"/>
            <ac:spMk id="12" creationId="{9C4E485C-8588-D235-CB3F-BFC7B1645FB0}"/>
          </ac:spMkLst>
        </pc:spChg>
        <pc:spChg chg="mod">
          <ac:chgData name="Victor Aumaitre" userId="379d7840-47ba-428f-9f95-660059feb219" providerId="ADAL" clId="{8E2CC9BA-CB9A-5093-8A9B-190C45947F08}" dt="2026-05-08T03:01:36.785" v="6492" actId="2711"/>
          <ac:spMkLst>
            <pc:docMk/>
            <pc:sldMk cId="2760681832" sldId="2147483625"/>
            <ac:spMk id="14" creationId="{11F710D1-4DD2-BA3C-AE01-FDD83A72C900}"/>
          </ac:spMkLst>
        </pc:spChg>
        <pc:spChg chg="mod">
          <ac:chgData name="Victor Aumaitre" userId="379d7840-47ba-428f-9f95-660059feb219" providerId="ADAL" clId="{8E2CC9BA-CB9A-5093-8A9B-190C45947F08}" dt="2026-05-08T03:01:36.785" v="6492" actId="2711"/>
          <ac:spMkLst>
            <pc:docMk/>
            <pc:sldMk cId="2760681832" sldId="2147483625"/>
            <ac:spMk id="15" creationId="{3E03432D-9C8D-B59C-82D3-40F55CFB2B63}"/>
          </ac:spMkLst>
        </pc:spChg>
        <pc:spChg chg="mod">
          <ac:chgData name="Victor Aumaitre" userId="379d7840-47ba-428f-9f95-660059feb219" providerId="ADAL" clId="{8E2CC9BA-CB9A-5093-8A9B-190C45947F08}" dt="2026-05-08T03:01:36.785" v="6492" actId="2711"/>
          <ac:spMkLst>
            <pc:docMk/>
            <pc:sldMk cId="2760681832" sldId="2147483625"/>
            <ac:spMk id="16" creationId="{63FD0040-5F07-751F-27B0-65BB97669685}"/>
          </ac:spMkLst>
        </pc:spChg>
        <pc:spChg chg="mod">
          <ac:chgData name="Victor Aumaitre" userId="379d7840-47ba-428f-9f95-660059feb219" providerId="ADAL" clId="{8E2CC9BA-CB9A-5093-8A9B-190C45947F08}" dt="2026-05-08T03:01:36.785" v="6492" actId="2711"/>
          <ac:spMkLst>
            <pc:docMk/>
            <pc:sldMk cId="2760681832" sldId="2147483625"/>
            <ac:spMk id="17" creationId="{B039E293-41EB-809A-3BCE-9B28A732ED19}"/>
          </ac:spMkLst>
        </pc:spChg>
        <pc:spChg chg="mod">
          <ac:chgData name="Victor Aumaitre" userId="379d7840-47ba-428f-9f95-660059feb219" providerId="ADAL" clId="{8E2CC9BA-CB9A-5093-8A9B-190C45947F08}" dt="2026-05-08T03:01:36.785" v="6492" actId="2711"/>
          <ac:spMkLst>
            <pc:docMk/>
            <pc:sldMk cId="2760681832" sldId="2147483625"/>
            <ac:spMk id="28" creationId="{38366E17-7A24-891C-6FD1-8DF6C638C380}"/>
          </ac:spMkLst>
        </pc:spChg>
        <pc:spChg chg="mod">
          <ac:chgData name="Victor Aumaitre" userId="379d7840-47ba-428f-9f95-660059feb219" providerId="ADAL" clId="{8E2CC9BA-CB9A-5093-8A9B-190C45947F08}" dt="2026-05-08T03:01:36.785" v="6492" actId="2711"/>
          <ac:spMkLst>
            <pc:docMk/>
            <pc:sldMk cId="2760681832" sldId="2147483625"/>
            <ac:spMk id="29" creationId="{D6DA46BE-E40B-A68D-9506-AE809B56752B}"/>
          </ac:spMkLst>
        </pc:spChg>
        <pc:spChg chg="mod">
          <ac:chgData name="Victor Aumaitre" userId="379d7840-47ba-428f-9f95-660059feb219" providerId="ADAL" clId="{8E2CC9BA-CB9A-5093-8A9B-190C45947F08}" dt="2026-05-08T03:01:36.785" v="6492" actId="2711"/>
          <ac:spMkLst>
            <pc:docMk/>
            <pc:sldMk cId="2760681832" sldId="2147483625"/>
            <ac:spMk id="30" creationId="{5BC27187-3AB5-BBA7-6755-EDA34C2E448C}"/>
          </ac:spMkLst>
        </pc:spChg>
        <pc:spChg chg="mod">
          <ac:chgData name="Victor Aumaitre" userId="379d7840-47ba-428f-9f95-660059feb219" providerId="ADAL" clId="{8E2CC9BA-CB9A-5093-8A9B-190C45947F08}" dt="2026-05-08T03:01:36.785" v="6492" actId="2711"/>
          <ac:spMkLst>
            <pc:docMk/>
            <pc:sldMk cId="2760681832" sldId="2147483625"/>
            <ac:spMk id="31" creationId="{1E860D87-21B6-D3D4-83C1-4A45DAAF5C37}"/>
          </ac:spMkLst>
        </pc:spChg>
        <pc:spChg chg="mod">
          <ac:chgData name="Victor Aumaitre" userId="379d7840-47ba-428f-9f95-660059feb219" providerId="ADAL" clId="{8E2CC9BA-CB9A-5093-8A9B-190C45947F08}" dt="2026-05-08T03:01:54.587" v="6493" actId="108"/>
          <ac:spMkLst>
            <pc:docMk/>
            <pc:sldMk cId="2760681832" sldId="2147483625"/>
            <ac:spMk id="32" creationId="{0C068AF7-B493-14A9-3837-0F7C03AE04EB}"/>
          </ac:spMkLst>
        </pc:spChg>
      </pc:sldChg>
      <pc:sldChg chg="modSp del mod modShow modNotesTx">
        <pc:chgData name="Victor Aumaitre" userId="379d7840-47ba-428f-9f95-660059feb219" providerId="ADAL" clId="{8E2CC9BA-CB9A-5093-8A9B-190C45947F08}" dt="2026-05-08T15:49:05.562" v="8090" actId="2696"/>
        <pc:sldMkLst>
          <pc:docMk/>
          <pc:sldMk cId="3081633174" sldId="2147483626"/>
        </pc:sldMkLst>
        <pc:spChg chg="mod">
          <ac:chgData name="Victor Aumaitre" userId="379d7840-47ba-428f-9f95-660059feb219" providerId="ADAL" clId="{8E2CC9BA-CB9A-5093-8A9B-190C45947F08}" dt="2026-05-08T03:02:13.766" v="6496" actId="20577"/>
          <ac:spMkLst>
            <pc:docMk/>
            <pc:sldMk cId="3081633174" sldId="2147483626"/>
            <ac:spMk id="3" creationId="{2B06AADA-7011-BE6B-0978-E502227D7E8E}"/>
          </ac:spMkLst>
        </pc:spChg>
        <pc:spChg chg="mod">
          <ac:chgData name="Victor Aumaitre" userId="379d7840-47ba-428f-9f95-660059feb219" providerId="ADAL" clId="{8E2CC9BA-CB9A-5093-8A9B-190C45947F08}" dt="2026-05-08T02:50:45.281" v="6409"/>
          <ac:spMkLst>
            <pc:docMk/>
            <pc:sldMk cId="3081633174" sldId="2147483626"/>
            <ac:spMk id="4" creationId="{CB5094E8-41B7-4FEC-AEDF-EB525E1EA388}"/>
          </ac:spMkLst>
        </pc:spChg>
        <pc:spChg chg="mod">
          <ac:chgData name="Victor Aumaitre" userId="379d7840-47ba-428f-9f95-660059feb219" providerId="ADAL" clId="{8E2CC9BA-CB9A-5093-8A9B-190C45947F08}" dt="2026-05-08T03:02:23.366" v="6497" actId="108"/>
          <ac:spMkLst>
            <pc:docMk/>
            <pc:sldMk cId="3081633174" sldId="2147483626"/>
            <ac:spMk id="32" creationId="{15AC7FE1-44EA-47BF-FB80-BEEFEAB50931}"/>
          </ac:spMkLst>
        </pc:spChg>
      </pc:sldChg>
      <pc:sldChg chg="addSp modSp del mod modShow">
        <pc:chgData name="Victor Aumaitre" userId="379d7840-47ba-428f-9f95-660059feb219" providerId="ADAL" clId="{8E2CC9BA-CB9A-5093-8A9B-190C45947F08}" dt="2026-05-08T15:49:05.128" v="8029" actId="2696"/>
        <pc:sldMkLst>
          <pc:docMk/>
          <pc:sldMk cId="86445548" sldId="2147483627"/>
        </pc:sldMkLst>
        <pc:spChg chg="mod">
          <ac:chgData name="Victor Aumaitre" userId="379d7840-47ba-428f-9f95-660059feb219" providerId="ADAL" clId="{8E2CC9BA-CB9A-5093-8A9B-190C45947F08}" dt="2026-05-08T03:02:43.150" v="6501" actId="20577"/>
          <ac:spMkLst>
            <pc:docMk/>
            <pc:sldMk cId="86445548" sldId="2147483627"/>
            <ac:spMk id="4" creationId="{CA76E855-40DB-4C6E-AA1B-3FE309D17550}"/>
          </ac:spMkLst>
        </pc:spChg>
        <pc:spChg chg="mod">
          <ac:chgData name="Victor Aumaitre" userId="379d7840-47ba-428f-9f95-660059feb219" providerId="ADAL" clId="{8E2CC9BA-CB9A-5093-8A9B-190C45947F08}" dt="2026-05-08T02:50:53.045" v="6410"/>
          <ac:spMkLst>
            <pc:docMk/>
            <pc:sldMk cId="86445548" sldId="2147483627"/>
            <ac:spMk id="7" creationId="{8AADD99E-FE10-8DEB-6F83-694C1C7000BE}"/>
          </ac:spMkLst>
        </pc:spChg>
        <pc:spChg chg="mod">
          <ac:chgData name="Victor Aumaitre" userId="379d7840-47ba-428f-9f95-660059feb219" providerId="ADAL" clId="{8E2CC9BA-CB9A-5093-8A9B-190C45947F08}" dt="2026-05-08T03:02:50.684" v="6502" actId="2711"/>
          <ac:spMkLst>
            <pc:docMk/>
            <pc:sldMk cId="86445548" sldId="2147483627"/>
            <ac:spMk id="8" creationId="{BEAB8EC4-196D-559E-610A-A38473C3C157}"/>
          </ac:spMkLst>
        </pc:spChg>
        <pc:spChg chg="add mod">
          <ac:chgData name="Victor Aumaitre" userId="379d7840-47ba-428f-9f95-660059feb219" providerId="ADAL" clId="{8E2CC9BA-CB9A-5093-8A9B-190C45947F08}" dt="2026-05-08T12:38:00.711" v="7083"/>
          <ac:spMkLst>
            <pc:docMk/>
            <pc:sldMk cId="86445548" sldId="2147483627"/>
            <ac:spMk id="9" creationId="{10999185-CC50-F53F-5757-AFDF31C5DC50}"/>
          </ac:spMkLst>
        </pc:spChg>
        <pc:spChg chg="mod">
          <ac:chgData name="Victor Aumaitre" userId="379d7840-47ba-428f-9f95-660059feb219" providerId="ADAL" clId="{8E2CC9BA-CB9A-5093-8A9B-190C45947F08}" dt="2026-05-08T03:02:50.684" v="6502" actId="2711"/>
          <ac:spMkLst>
            <pc:docMk/>
            <pc:sldMk cId="86445548" sldId="2147483627"/>
            <ac:spMk id="13" creationId="{6E456372-8B88-B30B-2B99-CD698CA5E78F}"/>
          </ac:spMkLst>
        </pc:spChg>
        <pc:spChg chg="mod">
          <ac:chgData name="Victor Aumaitre" userId="379d7840-47ba-428f-9f95-660059feb219" providerId="ADAL" clId="{8E2CC9BA-CB9A-5093-8A9B-190C45947F08}" dt="2026-05-08T03:02:50.684" v="6502" actId="2711"/>
          <ac:spMkLst>
            <pc:docMk/>
            <pc:sldMk cId="86445548" sldId="2147483627"/>
            <ac:spMk id="15" creationId="{0D30AA86-B10F-8881-A1B6-DABB71AF00B6}"/>
          </ac:spMkLst>
        </pc:spChg>
        <pc:spChg chg="mod">
          <ac:chgData name="Victor Aumaitre" userId="379d7840-47ba-428f-9f95-660059feb219" providerId="ADAL" clId="{8E2CC9BA-CB9A-5093-8A9B-190C45947F08}" dt="2026-05-08T03:02:50.684" v="6502" actId="2711"/>
          <ac:spMkLst>
            <pc:docMk/>
            <pc:sldMk cId="86445548" sldId="2147483627"/>
            <ac:spMk id="17" creationId="{1A3EA1DA-83AE-316F-DBAA-F7E0369E4446}"/>
          </ac:spMkLst>
        </pc:spChg>
        <pc:spChg chg="mod">
          <ac:chgData name="Victor Aumaitre" userId="379d7840-47ba-428f-9f95-660059feb219" providerId="ADAL" clId="{8E2CC9BA-CB9A-5093-8A9B-190C45947F08}" dt="2026-05-08T03:02:50.684" v="6502" actId="2711"/>
          <ac:spMkLst>
            <pc:docMk/>
            <pc:sldMk cId="86445548" sldId="2147483627"/>
            <ac:spMk id="18" creationId="{A7A398A4-6888-6B0D-0F45-082F86FF7FE3}"/>
          </ac:spMkLst>
        </pc:spChg>
        <pc:spChg chg="mod">
          <ac:chgData name="Victor Aumaitre" userId="379d7840-47ba-428f-9f95-660059feb219" providerId="ADAL" clId="{8E2CC9BA-CB9A-5093-8A9B-190C45947F08}" dt="2026-05-08T03:02:50.684" v="6502" actId="2711"/>
          <ac:spMkLst>
            <pc:docMk/>
            <pc:sldMk cId="86445548" sldId="2147483627"/>
            <ac:spMk id="21" creationId="{3FFFA1A9-7D61-07F3-5586-4D1F3DBAD640}"/>
          </ac:spMkLst>
        </pc:spChg>
        <pc:spChg chg="mod">
          <ac:chgData name="Victor Aumaitre" userId="379d7840-47ba-428f-9f95-660059feb219" providerId="ADAL" clId="{8E2CC9BA-CB9A-5093-8A9B-190C45947F08}" dt="2026-05-08T03:02:50.684" v="6502" actId="2711"/>
          <ac:spMkLst>
            <pc:docMk/>
            <pc:sldMk cId="86445548" sldId="2147483627"/>
            <ac:spMk id="24" creationId="{7A5161E8-4E95-0A38-9300-6FF717DF55A1}"/>
          </ac:spMkLst>
        </pc:spChg>
        <pc:spChg chg="mod">
          <ac:chgData name="Victor Aumaitre" userId="379d7840-47ba-428f-9f95-660059feb219" providerId="ADAL" clId="{8E2CC9BA-CB9A-5093-8A9B-190C45947F08}" dt="2026-05-08T03:02:50.684" v="6502" actId="2711"/>
          <ac:spMkLst>
            <pc:docMk/>
            <pc:sldMk cId="86445548" sldId="2147483627"/>
            <ac:spMk id="27" creationId="{8627DE5A-2B7F-1BC0-FC5A-CF3B49A97A44}"/>
          </ac:spMkLst>
        </pc:spChg>
        <pc:spChg chg="mod">
          <ac:chgData name="Victor Aumaitre" userId="379d7840-47ba-428f-9f95-660059feb219" providerId="ADAL" clId="{8E2CC9BA-CB9A-5093-8A9B-190C45947F08}" dt="2026-05-08T03:02:50.684" v="6502" actId="2711"/>
          <ac:spMkLst>
            <pc:docMk/>
            <pc:sldMk cId="86445548" sldId="2147483627"/>
            <ac:spMk id="30" creationId="{5004BDD4-7B15-F663-2417-FD68DF57551C}"/>
          </ac:spMkLst>
        </pc:spChg>
        <pc:spChg chg="mod">
          <ac:chgData name="Victor Aumaitre" userId="379d7840-47ba-428f-9f95-660059feb219" providerId="ADAL" clId="{8E2CC9BA-CB9A-5093-8A9B-190C45947F08}" dt="2026-05-08T03:02:50.684" v="6502" actId="2711"/>
          <ac:spMkLst>
            <pc:docMk/>
            <pc:sldMk cId="86445548" sldId="2147483627"/>
            <ac:spMk id="31" creationId="{6257DF40-BB5A-911F-768E-BA98ACB7B80F}"/>
          </ac:spMkLst>
        </pc:spChg>
        <pc:spChg chg="mod">
          <ac:chgData name="Victor Aumaitre" userId="379d7840-47ba-428f-9f95-660059feb219" providerId="ADAL" clId="{8E2CC9BA-CB9A-5093-8A9B-190C45947F08}" dt="2026-05-08T03:03:33.029" v="6503" actId="108"/>
          <ac:spMkLst>
            <pc:docMk/>
            <pc:sldMk cId="86445548" sldId="2147483627"/>
            <ac:spMk id="33" creationId="{F592B107-BD40-851D-89E3-10A033DD985C}"/>
          </ac:spMkLst>
        </pc:spChg>
      </pc:sldChg>
      <pc:sldChg chg="addSp modSp del mod modShow">
        <pc:chgData name="Victor Aumaitre" userId="379d7840-47ba-428f-9f95-660059feb219" providerId="ADAL" clId="{8E2CC9BA-CB9A-5093-8A9B-190C45947F08}" dt="2026-05-08T15:49:05.134" v="8030" actId="2696"/>
        <pc:sldMkLst>
          <pc:docMk/>
          <pc:sldMk cId="3034227909" sldId="2147483628"/>
        </pc:sldMkLst>
        <pc:spChg chg="mod">
          <ac:chgData name="Victor Aumaitre" userId="379d7840-47ba-428f-9f95-660059feb219" providerId="ADAL" clId="{8E2CC9BA-CB9A-5093-8A9B-190C45947F08}" dt="2026-05-08T03:04:01.001" v="6505" actId="2711"/>
          <ac:spMkLst>
            <pc:docMk/>
            <pc:sldMk cId="3034227909" sldId="2147483628"/>
            <ac:spMk id="2" creationId="{1009C2E8-B8FC-3F21-F400-4C2192E366A4}"/>
          </ac:spMkLst>
        </pc:spChg>
        <pc:spChg chg="mod">
          <ac:chgData name="Victor Aumaitre" userId="379d7840-47ba-428f-9f95-660059feb219" providerId="ADAL" clId="{8E2CC9BA-CB9A-5093-8A9B-190C45947F08}" dt="2026-05-08T03:04:06.880" v="6508" actId="20577"/>
          <ac:spMkLst>
            <pc:docMk/>
            <pc:sldMk cId="3034227909" sldId="2147483628"/>
            <ac:spMk id="7" creationId="{A8382F00-4A7B-74E0-FC7B-37771B6C86BF}"/>
          </ac:spMkLst>
        </pc:spChg>
        <pc:spChg chg="mod">
          <ac:chgData name="Victor Aumaitre" userId="379d7840-47ba-428f-9f95-660059feb219" providerId="ADAL" clId="{8E2CC9BA-CB9A-5093-8A9B-190C45947F08}" dt="2026-05-08T02:50:58.948" v="6411"/>
          <ac:spMkLst>
            <pc:docMk/>
            <pc:sldMk cId="3034227909" sldId="2147483628"/>
            <ac:spMk id="8" creationId="{80D28383-DD00-A87C-ECAA-9DB7881CF463}"/>
          </ac:spMkLst>
        </pc:spChg>
        <pc:spChg chg="mod">
          <ac:chgData name="Victor Aumaitre" userId="379d7840-47ba-428f-9f95-660059feb219" providerId="ADAL" clId="{8E2CC9BA-CB9A-5093-8A9B-190C45947F08}" dt="2026-05-08T03:04:01.001" v="6505" actId="2711"/>
          <ac:spMkLst>
            <pc:docMk/>
            <pc:sldMk cId="3034227909" sldId="2147483628"/>
            <ac:spMk id="9" creationId="{D07A2092-0767-7366-9C59-369C45CD7184}"/>
          </ac:spMkLst>
        </pc:spChg>
        <pc:spChg chg="add mod">
          <ac:chgData name="Victor Aumaitre" userId="379d7840-47ba-428f-9f95-660059feb219" providerId="ADAL" clId="{8E2CC9BA-CB9A-5093-8A9B-190C45947F08}" dt="2026-05-08T12:38:03.329" v="7084"/>
          <ac:spMkLst>
            <pc:docMk/>
            <pc:sldMk cId="3034227909" sldId="2147483628"/>
            <ac:spMk id="10" creationId="{F3FB1B68-1BEB-592C-1C15-826B4DB1DBD9}"/>
          </ac:spMkLst>
        </pc:spChg>
        <pc:spChg chg="mod">
          <ac:chgData name="Victor Aumaitre" userId="379d7840-47ba-428f-9f95-660059feb219" providerId="ADAL" clId="{8E2CC9BA-CB9A-5093-8A9B-190C45947F08}" dt="2026-05-08T03:04:01.001" v="6505" actId="2711"/>
          <ac:spMkLst>
            <pc:docMk/>
            <pc:sldMk cId="3034227909" sldId="2147483628"/>
            <ac:spMk id="14" creationId="{800E16FD-406B-78CC-E6C4-E95989AC377B}"/>
          </ac:spMkLst>
        </pc:spChg>
        <pc:spChg chg="mod">
          <ac:chgData name="Victor Aumaitre" userId="379d7840-47ba-428f-9f95-660059feb219" providerId="ADAL" clId="{8E2CC9BA-CB9A-5093-8A9B-190C45947F08}" dt="2026-05-08T03:04:01.001" v="6505" actId="2711"/>
          <ac:spMkLst>
            <pc:docMk/>
            <pc:sldMk cId="3034227909" sldId="2147483628"/>
            <ac:spMk id="16" creationId="{49E02996-213A-150C-0C49-3D49BA6ABC49}"/>
          </ac:spMkLst>
        </pc:spChg>
        <pc:spChg chg="mod">
          <ac:chgData name="Victor Aumaitre" userId="379d7840-47ba-428f-9f95-660059feb219" providerId="ADAL" clId="{8E2CC9BA-CB9A-5093-8A9B-190C45947F08}" dt="2026-05-08T03:04:01.001" v="6505" actId="2711"/>
          <ac:spMkLst>
            <pc:docMk/>
            <pc:sldMk cId="3034227909" sldId="2147483628"/>
            <ac:spMk id="19" creationId="{514141F3-0BE0-3DE0-F832-6B23F437E57D}"/>
          </ac:spMkLst>
        </pc:spChg>
        <pc:spChg chg="mod">
          <ac:chgData name="Victor Aumaitre" userId="379d7840-47ba-428f-9f95-660059feb219" providerId="ADAL" clId="{8E2CC9BA-CB9A-5093-8A9B-190C45947F08}" dt="2026-05-08T03:04:01.001" v="6505" actId="2711"/>
          <ac:spMkLst>
            <pc:docMk/>
            <pc:sldMk cId="3034227909" sldId="2147483628"/>
            <ac:spMk id="20" creationId="{79F6F030-9803-9BC3-7794-27687F865048}"/>
          </ac:spMkLst>
        </pc:spChg>
        <pc:spChg chg="mod">
          <ac:chgData name="Victor Aumaitre" userId="379d7840-47ba-428f-9f95-660059feb219" providerId="ADAL" clId="{8E2CC9BA-CB9A-5093-8A9B-190C45947F08}" dt="2026-05-08T03:04:01.001" v="6505" actId="2711"/>
          <ac:spMkLst>
            <pc:docMk/>
            <pc:sldMk cId="3034227909" sldId="2147483628"/>
            <ac:spMk id="22" creationId="{0A1199F6-05B7-654D-FA80-4972B85FD5B5}"/>
          </ac:spMkLst>
        </pc:spChg>
        <pc:spChg chg="mod">
          <ac:chgData name="Victor Aumaitre" userId="379d7840-47ba-428f-9f95-660059feb219" providerId="ADAL" clId="{8E2CC9BA-CB9A-5093-8A9B-190C45947F08}" dt="2026-05-08T03:04:01.001" v="6505" actId="2711"/>
          <ac:spMkLst>
            <pc:docMk/>
            <pc:sldMk cId="3034227909" sldId="2147483628"/>
            <ac:spMk id="25" creationId="{44318E41-05CF-581B-B309-9CCE9A12B290}"/>
          </ac:spMkLst>
        </pc:spChg>
        <pc:spChg chg="mod">
          <ac:chgData name="Victor Aumaitre" userId="379d7840-47ba-428f-9f95-660059feb219" providerId="ADAL" clId="{8E2CC9BA-CB9A-5093-8A9B-190C45947F08}" dt="2026-05-08T03:04:01.001" v="6505" actId="2711"/>
          <ac:spMkLst>
            <pc:docMk/>
            <pc:sldMk cId="3034227909" sldId="2147483628"/>
            <ac:spMk id="28" creationId="{930B39D5-5C8C-1139-EE39-F5D8EF8DE4A9}"/>
          </ac:spMkLst>
        </pc:spChg>
        <pc:spChg chg="mod">
          <ac:chgData name="Victor Aumaitre" userId="379d7840-47ba-428f-9f95-660059feb219" providerId="ADAL" clId="{8E2CC9BA-CB9A-5093-8A9B-190C45947F08}" dt="2026-05-08T03:04:01.001" v="6505" actId="2711"/>
          <ac:spMkLst>
            <pc:docMk/>
            <pc:sldMk cId="3034227909" sldId="2147483628"/>
            <ac:spMk id="31" creationId="{1A334BC4-EA63-921E-BB8E-DE5EE27F1857}"/>
          </ac:spMkLst>
        </pc:spChg>
        <pc:spChg chg="mod">
          <ac:chgData name="Victor Aumaitre" userId="379d7840-47ba-428f-9f95-660059feb219" providerId="ADAL" clId="{8E2CC9BA-CB9A-5093-8A9B-190C45947F08}" dt="2026-05-08T03:03:51.298" v="6504" actId="108"/>
          <ac:spMkLst>
            <pc:docMk/>
            <pc:sldMk cId="3034227909" sldId="2147483628"/>
            <ac:spMk id="34" creationId="{8C21602B-BB90-5BAC-EA0A-C6CE57C70CAF}"/>
          </ac:spMkLst>
        </pc:spChg>
      </pc:sldChg>
      <pc:sldChg chg="addSp delSp modSp del mod modShow">
        <pc:chgData name="Victor Aumaitre" userId="379d7840-47ba-428f-9f95-660059feb219" providerId="ADAL" clId="{8E2CC9BA-CB9A-5093-8A9B-190C45947F08}" dt="2026-05-08T15:49:05.459" v="8073" actId="2696"/>
        <pc:sldMkLst>
          <pc:docMk/>
          <pc:sldMk cId="89259513" sldId="2147483629"/>
        </pc:sldMkLst>
        <pc:spChg chg="mod">
          <ac:chgData name="Victor Aumaitre" userId="379d7840-47ba-428f-9f95-660059feb219" providerId="ADAL" clId="{8E2CC9BA-CB9A-5093-8A9B-190C45947F08}" dt="2026-05-08T03:04:22.499" v="6512" actId="2711"/>
          <ac:spMkLst>
            <pc:docMk/>
            <pc:sldMk cId="89259513" sldId="2147483629"/>
            <ac:spMk id="2" creationId="{5FAA378A-6FA0-EF2F-315A-EDDB46690784}"/>
          </ac:spMkLst>
        </pc:spChg>
        <pc:spChg chg="mod">
          <ac:chgData name="Victor Aumaitre" userId="379d7840-47ba-428f-9f95-660059feb219" providerId="ADAL" clId="{8E2CC9BA-CB9A-5093-8A9B-190C45947F08}" dt="2026-05-08T03:04:15.750" v="6511" actId="20577"/>
          <ac:spMkLst>
            <pc:docMk/>
            <pc:sldMk cId="89259513" sldId="2147483629"/>
            <ac:spMk id="7" creationId="{88DD6E46-ECCE-1D75-F207-EB8732BD5D7B}"/>
          </ac:spMkLst>
        </pc:spChg>
        <pc:spChg chg="mod">
          <ac:chgData name="Victor Aumaitre" userId="379d7840-47ba-428f-9f95-660059feb219" providerId="ADAL" clId="{8E2CC9BA-CB9A-5093-8A9B-190C45947F08}" dt="2026-05-08T02:51:10.092" v="6414"/>
          <ac:spMkLst>
            <pc:docMk/>
            <pc:sldMk cId="89259513" sldId="2147483629"/>
            <ac:spMk id="8" creationId="{20553254-1EFB-7095-6853-4C3230B5A247}"/>
          </ac:spMkLst>
        </pc:spChg>
        <pc:spChg chg="add mod">
          <ac:chgData name="Victor Aumaitre" userId="379d7840-47ba-428f-9f95-660059feb219" providerId="ADAL" clId="{8E2CC9BA-CB9A-5093-8A9B-190C45947F08}" dt="2026-05-08T12:38:05.542" v="7085"/>
          <ac:spMkLst>
            <pc:docMk/>
            <pc:sldMk cId="89259513" sldId="2147483629"/>
            <ac:spMk id="10" creationId="{BC7B312C-66AA-CF47-EF3D-B91C2B33B586}"/>
          </ac:spMkLst>
        </pc:spChg>
        <pc:spChg chg="add del">
          <ac:chgData name="Victor Aumaitre" userId="379d7840-47ba-428f-9f95-660059feb219" providerId="ADAL" clId="{8E2CC9BA-CB9A-5093-8A9B-190C45947F08}" dt="2026-05-08T02:51:06.085" v="6413" actId="22"/>
          <ac:spMkLst>
            <pc:docMk/>
            <pc:sldMk cId="89259513" sldId="2147483629"/>
            <ac:spMk id="11" creationId="{4DFF21AD-0D2C-27E9-1759-E6A60C722D67}"/>
          </ac:spMkLst>
        </pc:spChg>
        <pc:spChg chg="mod">
          <ac:chgData name="Victor Aumaitre" userId="379d7840-47ba-428f-9f95-660059feb219" providerId="ADAL" clId="{8E2CC9BA-CB9A-5093-8A9B-190C45947F08}" dt="2026-05-08T03:04:22.499" v="6512" actId="2711"/>
          <ac:spMkLst>
            <pc:docMk/>
            <pc:sldMk cId="89259513" sldId="2147483629"/>
            <ac:spMk id="13" creationId="{7A77D9CC-47E0-88BA-1471-EFFE29A967BA}"/>
          </ac:spMkLst>
        </pc:spChg>
        <pc:spChg chg="mod">
          <ac:chgData name="Victor Aumaitre" userId="379d7840-47ba-428f-9f95-660059feb219" providerId="ADAL" clId="{8E2CC9BA-CB9A-5093-8A9B-190C45947F08}" dt="2026-05-08T03:04:22.499" v="6512" actId="2711"/>
          <ac:spMkLst>
            <pc:docMk/>
            <pc:sldMk cId="89259513" sldId="2147483629"/>
            <ac:spMk id="17" creationId="{9B58016F-DA86-A04C-A267-E35F4900C72B}"/>
          </ac:spMkLst>
        </pc:spChg>
        <pc:spChg chg="mod">
          <ac:chgData name="Victor Aumaitre" userId="379d7840-47ba-428f-9f95-660059feb219" providerId="ADAL" clId="{8E2CC9BA-CB9A-5093-8A9B-190C45947F08}" dt="2026-05-08T03:04:22.499" v="6512" actId="2711"/>
          <ac:spMkLst>
            <pc:docMk/>
            <pc:sldMk cId="89259513" sldId="2147483629"/>
            <ac:spMk id="19" creationId="{F24F7003-B5E8-F36E-A79D-E95DD03D08CE}"/>
          </ac:spMkLst>
        </pc:spChg>
        <pc:spChg chg="mod">
          <ac:chgData name="Victor Aumaitre" userId="379d7840-47ba-428f-9f95-660059feb219" providerId="ADAL" clId="{8E2CC9BA-CB9A-5093-8A9B-190C45947F08}" dt="2026-05-08T03:04:22.499" v="6512" actId="2711"/>
          <ac:spMkLst>
            <pc:docMk/>
            <pc:sldMk cId="89259513" sldId="2147483629"/>
            <ac:spMk id="22" creationId="{E5A2DB92-D0F9-6692-4DC2-14A96616C8E8}"/>
          </ac:spMkLst>
        </pc:spChg>
        <pc:spChg chg="mod">
          <ac:chgData name="Victor Aumaitre" userId="379d7840-47ba-428f-9f95-660059feb219" providerId="ADAL" clId="{8E2CC9BA-CB9A-5093-8A9B-190C45947F08}" dt="2026-05-08T03:04:22.499" v="6512" actId="2711"/>
          <ac:spMkLst>
            <pc:docMk/>
            <pc:sldMk cId="89259513" sldId="2147483629"/>
            <ac:spMk id="25" creationId="{8984C22C-9740-98B5-C4CB-F99B2F34DE5D}"/>
          </ac:spMkLst>
        </pc:spChg>
        <pc:spChg chg="mod">
          <ac:chgData name="Victor Aumaitre" userId="379d7840-47ba-428f-9f95-660059feb219" providerId="ADAL" clId="{8E2CC9BA-CB9A-5093-8A9B-190C45947F08}" dt="2026-05-08T03:04:22.499" v="6512" actId="2711"/>
          <ac:spMkLst>
            <pc:docMk/>
            <pc:sldMk cId="89259513" sldId="2147483629"/>
            <ac:spMk id="26" creationId="{FB8D3FA3-027B-CD8E-95D9-B746057411C1}"/>
          </ac:spMkLst>
        </pc:spChg>
        <pc:spChg chg="mod">
          <ac:chgData name="Victor Aumaitre" userId="379d7840-47ba-428f-9f95-660059feb219" providerId="ADAL" clId="{8E2CC9BA-CB9A-5093-8A9B-190C45947F08}" dt="2026-05-08T03:04:22.499" v="6512" actId="2711"/>
          <ac:spMkLst>
            <pc:docMk/>
            <pc:sldMk cId="89259513" sldId="2147483629"/>
            <ac:spMk id="29" creationId="{36C6A781-C9E8-F51F-DCCF-9BEE11426D55}"/>
          </ac:spMkLst>
        </pc:spChg>
        <pc:spChg chg="mod">
          <ac:chgData name="Victor Aumaitre" userId="379d7840-47ba-428f-9f95-660059feb219" providerId="ADAL" clId="{8E2CC9BA-CB9A-5093-8A9B-190C45947F08}" dt="2026-05-08T03:04:22.499" v="6512" actId="2711"/>
          <ac:spMkLst>
            <pc:docMk/>
            <pc:sldMk cId="89259513" sldId="2147483629"/>
            <ac:spMk id="32" creationId="{D6053B2B-74E9-B4B8-E6F3-66257900A0F0}"/>
          </ac:spMkLst>
        </pc:spChg>
        <pc:spChg chg="mod">
          <ac:chgData name="Victor Aumaitre" userId="379d7840-47ba-428f-9f95-660059feb219" providerId="ADAL" clId="{8E2CC9BA-CB9A-5093-8A9B-190C45947F08}" dt="2026-05-08T03:04:43.865" v="6513" actId="108"/>
          <ac:spMkLst>
            <pc:docMk/>
            <pc:sldMk cId="89259513" sldId="2147483629"/>
            <ac:spMk id="34" creationId="{D47D5FD3-882E-C5DD-A690-CA55187CDB7A}"/>
          </ac:spMkLst>
        </pc:spChg>
        <pc:spChg chg="mod">
          <ac:chgData name="Victor Aumaitre" userId="379d7840-47ba-428f-9f95-660059feb219" providerId="ADAL" clId="{8E2CC9BA-CB9A-5093-8A9B-190C45947F08}" dt="2026-05-08T03:04:22.499" v="6512" actId="2711"/>
          <ac:spMkLst>
            <pc:docMk/>
            <pc:sldMk cId="89259513" sldId="2147483629"/>
            <ac:spMk id="43" creationId="{98B2A5CA-AD41-DCCB-119E-014CACB4FF01}"/>
          </ac:spMkLst>
        </pc:spChg>
      </pc:sldChg>
      <pc:sldChg chg="addSp modSp del mod modShow">
        <pc:chgData name="Victor Aumaitre" userId="379d7840-47ba-428f-9f95-660059feb219" providerId="ADAL" clId="{8E2CC9BA-CB9A-5093-8A9B-190C45947F08}" dt="2026-05-08T15:49:04.956" v="8004" actId="2696"/>
        <pc:sldMkLst>
          <pc:docMk/>
          <pc:sldMk cId="2604379679" sldId="2147483630"/>
        </pc:sldMkLst>
        <pc:spChg chg="mod">
          <ac:chgData name="Victor Aumaitre" userId="379d7840-47ba-428f-9f95-660059feb219" providerId="ADAL" clId="{8E2CC9BA-CB9A-5093-8A9B-190C45947F08}" dt="2026-05-08T03:05:16.125" v="6516" actId="2711"/>
          <ac:spMkLst>
            <pc:docMk/>
            <pc:sldMk cId="2604379679" sldId="2147483630"/>
            <ac:spMk id="2" creationId="{0261C8E7-293A-CAC3-4425-85B400A2B6AC}"/>
          </ac:spMkLst>
        </pc:spChg>
        <pc:spChg chg="mod">
          <ac:chgData name="Victor Aumaitre" userId="379d7840-47ba-428f-9f95-660059feb219" providerId="ADAL" clId="{8E2CC9BA-CB9A-5093-8A9B-190C45947F08}" dt="2026-05-08T02:53:27.088" v="6431" actId="20577"/>
          <ac:spMkLst>
            <pc:docMk/>
            <pc:sldMk cId="2604379679" sldId="2147483630"/>
            <ac:spMk id="3" creationId="{39DB5701-D1A5-9122-2EAD-E88FC343221B}"/>
          </ac:spMkLst>
        </pc:spChg>
        <pc:spChg chg="mod">
          <ac:chgData name="Victor Aumaitre" userId="379d7840-47ba-428f-9f95-660059feb219" providerId="ADAL" clId="{8E2CC9BA-CB9A-5093-8A9B-190C45947F08}" dt="2026-05-08T02:51:16.085" v="6415"/>
          <ac:spMkLst>
            <pc:docMk/>
            <pc:sldMk cId="2604379679" sldId="2147483630"/>
            <ac:spMk id="4" creationId="{798C4995-D692-2721-CFE3-25E3CF8C4535}"/>
          </ac:spMkLst>
        </pc:spChg>
        <pc:spChg chg="mod">
          <ac:chgData name="Victor Aumaitre" userId="379d7840-47ba-428f-9f95-660059feb219" providerId="ADAL" clId="{8E2CC9BA-CB9A-5093-8A9B-190C45947F08}" dt="2026-05-08T03:05:16.125" v="6516" actId="2711"/>
          <ac:spMkLst>
            <pc:docMk/>
            <pc:sldMk cId="2604379679" sldId="2147483630"/>
            <ac:spMk id="7" creationId="{BECD61C7-2DDB-32BC-23E3-33E4CBE260C7}"/>
          </ac:spMkLst>
        </pc:spChg>
        <pc:spChg chg="add mod">
          <ac:chgData name="Victor Aumaitre" userId="379d7840-47ba-428f-9f95-660059feb219" providerId="ADAL" clId="{8E2CC9BA-CB9A-5093-8A9B-190C45947F08}" dt="2026-05-08T12:38:08.072" v="7087"/>
          <ac:spMkLst>
            <pc:docMk/>
            <pc:sldMk cId="2604379679" sldId="2147483630"/>
            <ac:spMk id="8" creationId="{9C6B2659-9155-4D51-AC86-64F96487D07D}"/>
          </ac:spMkLst>
        </pc:spChg>
        <pc:spChg chg="mod">
          <ac:chgData name="Victor Aumaitre" userId="379d7840-47ba-428f-9f95-660059feb219" providerId="ADAL" clId="{8E2CC9BA-CB9A-5093-8A9B-190C45947F08}" dt="2026-05-08T03:05:16.125" v="6516" actId="2711"/>
          <ac:spMkLst>
            <pc:docMk/>
            <pc:sldMk cId="2604379679" sldId="2147483630"/>
            <ac:spMk id="12" creationId="{A4B2372B-F5D9-07C2-BA22-E8580D845347}"/>
          </ac:spMkLst>
        </pc:spChg>
        <pc:spChg chg="mod">
          <ac:chgData name="Victor Aumaitre" userId="379d7840-47ba-428f-9f95-660059feb219" providerId="ADAL" clId="{8E2CC9BA-CB9A-5093-8A9B-190C45947F08}" dt="2026-05-08T02:53:53.587" v="6432" actId="255"/>
          <ac:spMkLst>
            <pc:docMk/>
            <pc:sldMk cId="2604379679" sldId="2147483630"/>
            <ac:spMk id="13" creationId="{03E710B7-1940-151C-CEA5-30AB7605EE08}"/>
          </ac:spMkLst>
        </pc:spChg>
        <pc:spChg chg="mod">
          <ac:chgData name="Victor Aumaitre" userId="379d7840-47ba-428f-9f95-660059feb219" providerId="ADAL" clId="{8E2CC9BA-CB9A-5093-8A9B-190C45947F08}" dt="2026-05-08T03:05:16.125" v="6516" actId="2711"/>
          <ac:spMkLst>
            <pc:docMk/>
            <pc:sldMk cId="2604379679" sldId="2147483630"/>
            <ac:spMk id="15" creationId="{8D4A4ECE-1FFD-8124-C81F-7CDE1DC26F95}"/>
          </ac:spMkLst>
        </pc:spChg>
        <pc:spChg chg="mod">
          <ac:chgData name="Victor Aumaitre" userId="379d7840-47ba-428f-9f95-660059feb219" providerId="ADAL" clId="{8E2CC9BA-CB9A-5093-8A9B-190C45947F08}" dt="2026-05-08T03:05:16.125" v="6516" actId="2711"/>
          <ac:spMkLst>
            <pc:docMk/>
            <pc:sldMk cId="2604379679" sldId="2147483630"/>
            <ac:spMk id="18" creationId="{FEB554EA-E19D-5E2F-6D15-F08A3939A991}"/>
          </ac:spMkLst>
        </pc:spChg>
        <pc:spChg chg="mod">
          <ac:chgData name="Victor Aumaitre" userId="379d7840-47ba-428f-9f95-660059feb219" providerId="ADAL" clId="{8E2CC9BA-CB9A-5093-8A9B-190C45947F08}" dt="2026-05-08T03:05:16.125" v="6516" actId="2711"/>
          <ac:spMkLst>
            <pc:docMk/>
            <pc:sldMk cId="2604379679" sldId="2147483630"/>
            <ac:spMk id="21" creationId="{C44FEF7B-C7F5-CEBE-C593-E7D3C8982401}"/>
          </ac:spMkLst>
        </pc:spChg>
        <pc:spChg chg="mod">
          <ac:chgData name="Victor Aumaitre" userId="379d7840-47ba-428f-9f95-660059feb219" providerId="ADAL" clId="{8E2CC9BA-CB9A-5093-8A9B-190C45947F08}" dt="2026-05-08T03:05:16.125" v="6516" actId="2711"/>
          <ac:spMkLst>
            <pc:docMk/>
            <pc:sldMk cId="2604379679" sldId="2147483630"/>
            <ac:spMk id="24" creationId="{9584D8AA-C010-A2BF-AE40-F71F6E4438D1}"/>
          </ac:spMkLst>
        </pc:spChg>
        <pc:spChg chg="mod">
          <ac:chgData name="Victor Aumaitre" userId="379d7840-47ba-428f-9f95-660059feb219" providerId="ADAL" clId="{8E2CC9BA-CB9A-5093-8A9B-190C45947F08}" dt="2026-05-08T03:05:16.125" v="6516" actId="2711"/>
          <ac:spMkLst>
            <pc:docMk/>
            <pc:sldMk cId="2604379679" sldId="2147483630"/>
            <ac:spMk id="28" creationId="{CB225718-2630-19B5-D43A-F02E2C12647D}"/>
          </ac:spMkLst>
        </pc:spChg>
        <pc:spChg chg="mod">
          <ac:chgData name="Victor Aumaitre" userId="379d7840-47ba-428f-9f95-660059feb219" providerId="ADAL" clId="{8E2CC9BA-CB9A-5093-8A9B-190C45947F08}" dt="2026-05-08T03:05:16.125" v="6516" actId="2711"/>
          <ac:spMkLst>
            <pc:docMk/>
            <pc:sldMk cId="2604379679" sldId="2147483630"/>
            <ac:spMk id="31" creationId="{B19970B4-C00A-39A7-491A-F3181F18BA27}"/>
          </ac:spMkLst>
        </pc:spChg>
        <pc:spChg chg="mod">
          <ac:chgData name="Victor Aumaitre" userId="379d7840-47ba-428f-9f95-660059feb219" providerId="ADAL" clId="{8E2CC9BA-CB9A-5093-8A9B-190C45947F08}" dt="2026-05-08T03:04:56.648" v="6514" actId="108"/>
          <ac:spMkLst>
            <pc:docMk/>
            <pc:sldMk cId="2604379679" sldId="2147483630"/>
            <ac:spMk id="32" creationId="{5C5B5BA3-0C01-E005-D781-803E278DA0E3}"/>
          </ac:spMkLst>
        </pc:spChg>
        <pc:spChg chg="mod">
          <ac:chgData name="Victor Aumaitre" userId="379d7840-47ba-428f-9f95-660059feb219" providerId="ADAL" clId="{8E2CC9BA-CB9A-5093-8A9B-190C45947F08}" dt="2026-05-08T03:05:16.125" v="6516" actId="2711"/>
          <ac:spMkLst>
            <pc:docMk/>
            <pc:sldMk cId="2604379679" sldId="2147483630"/>
            <ac:spMk id="39" creationId="{A3450A44-A46E-506B-85D3-BF4B970CBE75}"/>
          </ac:spMkLst>
        </pc:spChg>
      </pc:sldChg>
      <pc:sldChg chg="delSp modSp del mod modShow">
        <pc:chgData name="Victor Aumaitre" userId="379d7840-47ba-428f-9f95-660059feb219" providerId="ADAL" clId="{8E2CC9BA-CB9A-5093-8A9B-190C45947F08}" dt="2026-05-08T15:49:05.026" v="8014" actId="2696"/>
        <pc:sldMkLst>
          <pc:docMk/>
          <pc:sldMk cId="3578174137" sldId="2147483632"/>
        </pc:sldMkLst>
        <pc:spChg chg="mod">
          <ac:chgData name="Victor Aumaitre" userId="379d7840-47ba-428f-9f95-660059feb219" providerId="ADAL" clId="{8E2CC9BA-CB9A-5093-8A9B-190C45947F08}" dt="2026-05-08T02:54:23.078" v="6434" actId="2711"/>
          <ac:spMkLst>
            <pc:docMk/>
            <pc:sldMk cId="3578174137" sldId="2147483632"/>
            <ac:spMk id="2" creationId="{3C4FA6FD-F3A8-872D-EF74-B1BFB3741C0A}"/>
          </ac:spMkLst>
        </pc:spChg>
        <pc:spChg chg="mod">
          <ac:chgData name="Victor Aumaitre" userId="379d7840-47ba-428f-9f95-660059feb219" providerId="ADAL" clId="{8E2CC9BA-CB9A-5093-8A9B-190C45947F08}" dt="2026-05-08T02:54:23.078" v="6434" actId="2711"/>
          <ac:spMkLst>
            <pc:docMk/>
            <pc:sldMk cId="3578174137" sldId="2147483632"/>
            <ac:spMk id="14" creationId="{387CEC70-F808-3A07-2D66-3CC0E36C4AD5}"/>
          </ac:spMkLst>
        </pc:spChg>
        <pc:spChg chg="mod">
          <ac:chgData name="Victor Aumaitre" userId="379d7840-47ba-428f-9f95-660059feb219" providerId="ADAL" clId="{8E2CC9BA-CB9A-5093-8A9B-190C45947F08}" dt="2026-05-08T02:54:23.078" v="6434" actId="2711"/>
          <ac:spMkLst>
            <pc:docMk/>
            <pc:sldMk cId="3578174137" sldId="2147483632"/>
            <ac:spMk id="15" creationId="{2EC0A5F6-84AC-31FF-45EE-8C96023A2A00}"/>
          </ac:spMkLst>
        </pc:spChg>
        <pc:spChg chg="mod">
          <ac:chgData name="Victor Aumaitre" userId="379d7840-47ba-428f-9f95-660059feb219" providerId="ADAL" clId="{8E2CC9BA-CB9A-5093-8A9B-190C45947F08}" dt="2026-05-08T02:54:23.078" v="6434" actId="2711"/>
          <ac:spMkLst>
            <pc:docMk/>
            <pc:sldMk cId="3578174137" sldId="2147483632"/>
            <ac:spMk id="17" creationId="{1FE4023B-97AF-BF2F-FC25-8DC1B840EB41}"/>
          </ac:spMkLst>
        </pc:spChg>
        <pc:spChg chg="mod">
          <ac:chgData name="Victor Aumaitre" userId="379d7840-47ba-428f-9f95-660059feb219" providerId="ADAL" clId="{8E2CC9BA-CB9A-5093-8A9B-190C45947F08}" dt="2026-05-08T02:54:13.254" v="6433" actId="2711"/>
          <ac:spMkLst>
            <pc:docMk/>
            <pc:sldMk cId="3578174137" sldId="2147483632"/>
            <ac:spMk id="18" creationId="{0872BC66-48D7-2F80-FBE5-A98466B64807}"/>
          </ac:spMkLst>
        </pc:spChg>
        <pc:spChg chg="mod">
          <ac:chgData name="Victor Aumaitre" userId="379d7840-47ba-428f-9f95-660059feb219" providerId="ADAL" clId="{8E2CC9BA-CB9A-5093-8A9B-190C45947F08}" dt="2026-05-08T02:54:23.078" v="6434" actId="2711"/>
          <ac:spMkLst>
            <pc:docMk/>
            <pc:sldMk cId="3578174137" sldId="2147483632"/>
            <ac:spMk id="20" creationId="{A1DEBCB7-F9F0-8596-04D1-5B6ABC8D9210}"/>
          </ac:spMkLst>
        </pc:spChg>
        <pc:spChg chg="mod">
          <ac:chgData name="Victor Aumaitre" userId="379d7840-47ba-428f-9f95-660059feb219" providerId="ADAL" clId="{8E2CC9BA-CB9A-5093-8A9B-190C45947F08}" dt="2026-05-08T02:54:23.078" v="6434" actId="2711"/>
          <ac:spMkLst>
            <pc:docMk/>
            <pc:sldMk cId="3578174137" sldId="2147483632"/>
            <ac:spMk id="26" creationId="{07DCEF6F-1164-4787-7EAB-DD1FC5899DDA}"/>
          </ac:spMkLst>
        </pc:spChg>
        <pc:spChg chg="mod">
          <ac:chgData name="Victor Aumaitre" userId="379d7840-47ba-428f-9f95-660059feb219" providerId="ADAL" clId="{8E2CC9BA-CB9A-5093-8A9B-190C45947F08}" dt="2026-05-08T02:54:36.066" v="6437" actId="20577"/>
          <ac:spMkLst>
            <pc:docMk/>
            <pc:sldMk cId="3578174137" sldId="2147483632"/>
            <ac:spMk id="27" creationId="{F375FCBD-62E5-1572-29F4-45921F0610A0}"/>
          </ac:spMkLst>
        </pc:spChg>
        <pc:spChg chg="mod">
          <ac:chgData name="Victor Aumaitre" userId="379d7840-47ba-428f-9f95-660059feb219" providerId="ADAL" clId="{8E2CC9BA-CB9A-5093-8A9B-190C45947F08}" dt="2026-05-08T02:45:27.388" v="6317"/>
          <ac:spMkLst>
            <pc:docMk/>
            <pc:sldMk cId="3578174137" sldId="2147483632"/>
            <ac:spMk id="28" creationId="{5616C8B8-A724-F28F-5200-813E5710B6E1}"/>
          </ac:spMkLst>
        </pc:spChg>
        <pc:spChg chg="mod">
          <ac:chgData name="Victor Aumaitre" userId="379d7840-47ba-428f-9f95-660059feb219" providerId="ADAL" clId="{8E2CC9BA-CB9A-5093-8A9B-190C45947F08}" dt="2026-05-08T02:54:23.078" v="6434" actId="2711"/>
          <ac:spMkLst>
            <pc:docMk/>
            <pc:sldMk cId="3578174137" sldId="2147483632"/>
            <ac:spMk id="33" creationId="{F836BDDE-9750-D5F8-A624-01BE3961EA01}"/>
          </ac:spMkLst>
        </pc:spChg>
        <pc:spChg chg="mod">
          <ac:chgData name="Victor Aumaitre" userId="379d7840-47ba-428f-9f95-660059feb219" providerId="ADAL" clId="{8E2CC9BA-CB9A-5093-8A9B-190C45947F08}" dt="2026-05-08T02:54:23.078" v="6434" actId="2711"/>
          <ac:spMkLst>
            <pc:docMk/>
            <pc:sldMk cId="3578174137" sldId="2147483632"/>
            <ac:spMk id="35" creationId="{66746696-1861-C254-99F8-2AE93FB1FA82}"/>
          </ac:spMkLst>
        </pc:spChg>
        <pc:spChg chg="mod">
          <ac:chgData name="Victor Aumaitre" userId="379d7840-47ba-428f-9f95-660059feb219" providerId="ADAL" clId="{8E2CC9BA-CB9A-5093-8A9B-190C45947F08}" dt="2026-05-08T02:54:23.078" v="6434" actId="2711"/>
          <ac:spMkLst>
            <pc:docMk/>
            <pc:sldMk cId="3578174137" sldId="2147483632"/>
            <ac:spMk id="38" creationId="{F8876235-0629-C4C1-424C-9D618CDCEEE0}"/>
          </ac:spMkLst>
        </pc:spChg>
        <pc:spChg chg="mod">
          <ac:chgData name="Victor Aumaitre" userId="379d7840-47ba-428f-9f95-660059feb219" providerId="ADAL" clId="{8E2CC9BA-CB9A-5093-8A9B-190C45947F08}" dt="2026-05-08T02:54:23.078" v="6434" actId="2711"/>
          <ac:spMkLst>
            <pc:docMk/>
            <pc:sldMk cId="3578174137" sldId="2147483632"/>
            <ac:spMk id="39" creationId="{1F7918C6-EF97-F925-8503-B618F821CEEC}"/>
          </ac:spMkLst>
        </pc:spChg>
        <pc:grpChg chg="del">
          <ac:chgData name="Victor Aumaitre" userId="379d7840-47ba-428f-9f95-660059feb219" providerId="ADAL" clId="{8E2CC9BA-CB9A-5093-8A9B-190C45947F08}" dt="2026-05-08T02:45:37.326" v="6318" actId="478"/>
          <ac:grpSpMkLst>
            <pc:docMk/>
            <pc:sldMk cId="3578174137" sldId="2147483632"/>
            <ac:grpSpMk id="3" creationId="{6C57D0A1-8881-E898-DDD7-0014AB612E7D}"/>
          </ac:grpSpMkLst>
        </pc:grpChg>
        <pc:grpChg chg="del">
          <ac:chgData name="Victor Aumaitre" userId="379d7840-47ba-428f-9f95-660059feb219" providerId="ADAL" clId="{8E2CC9BA-CB9A-5093-8A9B-190C45947F08}" dt="2026-05-08T02:45:37.326" v="6318" actId="478"/>
          <ac:grpSpMkLst>
            <pc:docMk/>
            <pc:sldMk cId="3578174137" sldId="2147483632"/>
            <ac:grpSpMk id="10" creationId="{FA70885E-73BB-43E8-85D3-B0FFF22669AD}"/>
          </ac:grpSpMkLst>
        </pc:grpChg>
        <pc:grpChg chg="del">
          <ac:chgData name="Victor Aumaitre" userId="379d7840-47ba-428f-9f95-660059feb219" providerId="ADAL" clId="{8E2CC9BA-CB9A-5093-8A9B-190C45947F08}" dt="2026-05-08T02:45:37.326" v="6318" actId="478"/>
          <ac:grpSpMkLst>
            <pc:docMk/>
            <pc:sldMk cId="3578174137" sldId="2147483632"/>
            <ac:grpSpMk id="24" creationId="{1E632D90-841F-82C7-038D-756153115D8C}"/>
          </ac:grpSpMkLst>
        </pc:grpChg>
        <pc:grpChg chg="del">
          <ac:chgData name="Victor Aumaitre" userId="379d7840-47ba-428f-9f95-660059feb219" providerId="ADAL" clId="{8E2CC9BA-CB9A-5093-8A9B-190C45947F08}" dt="2026-05-08T02:45:37.326" v="6318" actId="478"/>
          <ac:grpSpMkLst>
            <pc:docMk/>
            <pc:sldMk cId="3578174137" sldId="2147483632"/>
            <ac:grpSpMk id="43" creationId="{0C41C6A9-F4FD-F051-ED3E-14DF4D7D95C7}"/>
          </ac:grpSpMkLst>
        </pc:grpChg>
      </pc:sldChg>
      <pc:sldChg chg="addSp modSp del mod modShow">
        <pc:chgData name="Victor Aumaitre" userId="379d7840-47ba-428f-9f95-660059feb219" providerId="ADAL" clId="{8E2CC9BA-CB9A-5093-8A9B-190C45947F08}" dt="2026-05-08T15:49:04.946" v="8002" actId="2696"/>
        <pc:sldMkLst>
          <pc:docMk/>
          <pc:sldMk cId="2402745676" sldId="2147483633"/>
        </pc:sldMkLst>
        <pc:spChg chg="add mod">
          <ac:chgData name="Victor Aumaitre" userId="379d7840-47ba-428f-9f95-660059feb219" providerId="ADAL" clId="{8E2CC9BA-CB9A-5093-8A9B-190C45947F08}" dt="2026-05-08T12:37:25.890" v="7076"/>
          <ac:spMkLst>
            <pc:docMk/>
            <pc:sldMk cId="2402745676" sldId="2147483633"/>
            <ac:spMk id="3" creationId="{A7A3F867-12CE-8C47-5124-026D26DF3814}"/>
          </ac:spMkLst>
        </pc:spChg>
        <pc:spChg chg="mod">
          <ac:chgData name="Victor Aumaitre" userId="379d7840-47ba-428f-9f95-660059feb219" providerId="ADAL" clId="{8E2CC9BA-CB9A-5093-8A9B-190C45947F08}" dt="2026-05-08T02:56:08.766" v="6456" actId="2711"/>
          <ac:spMkLst>
            <pc:docMk/>
            <pc:sldMk cId="2402745676" sldId="2147483633"/>
            <ac:spMk id="13" creationId="{4464FABA-C2B7-5942-71CE-10EF43155AED}"/>
          </ac:spMkLst>
        </pc:spChg>
        <pc:spChg chg="mod">
          <ac:chgData name="Victor Aumaitre" userId="379d7840-47ba-428f-9f95-660059feb219" providerId="ADAL" clId="{8E2CC9BA-CB9A-5093-8A9B-190C45947F08}" dt="2026-05-08T02:56:08.766" v="6456" actId="2711"/>
          <ac:spMkLst>
            <pc:docMk/>
            <pc:sldMk cId="2402745676" sldId="2147483633"/>
            <ac:spMk id="17" creationId="{661B0EBC-46A1-B821-FEB6-28C3169CB1E6}"/>
          </ac:spMkLst>
        </pc:spChg>
        <pc:spChg chg="mod">
          <ac:chgData name="Victor Aumaitre" userId="379d7840-47ba-428f-9f95-660059feb219" providerId="ADAL" clId="{8E2CC9BA-CB9A-5093-8A9B-190C45947F08}" dt="2026-05-08T02:56:08.766" v="6456" actId="2711"/>
          <ac:spMkLst>
            <pc:docMk/>
            <pc:sldMk cId="2402745676" sldId="2147483633"/>
            <ac:spMk id="25" creationId="{6589E0E7-F63E-7D5B-914D-5E7B51A6D7DC}"/>
          </ac:spMkLst>
        </pc:spChg>
        <pc:spChg chg="mod">
          <ac:chgData name="Victor Aumaitre" userId="379d7840-47ba-428f-9f95-660059feb219" providerId="ADAL" clId="{8E2CC9BA-CB9A-5093-8A9B-190C45947F08}" dt="2026-05-08T02:56:08.766" v="6456" actId="2711"/>
          <ac:spMkLst>
            <pc:docMk/>
            <pc:sldMk cId="2402745676" sldId="2147483633"/>
            <ac:spMk id="26" creationId="{BA4AE0D4-6ACB-CCA1-627C-C6AA0908F61E}"/>
          </ac:spMkLst>
        </pc:spChg>
        <pc:spChg chg="mod">
          <ac:chgData name="Victor Aumaitre" userId="379d7840-47ba-428f-9f95-660059feb219" providerId="ADAL" clId="{8E2CC9BA-CB9A-5093-8A9B-190C45947F08}" dt="2026-05-08T02:55:56.933" v="6455" actId="20577"/>
          <ac:spMkLst>
            <pc:docMk/>
            <pc:sldMk cId="2402745676" sldId="2147483633"/>
            <ac:spMk id="27" creationId="{C643D38C-781B-A154-FC3E-741A9DE57635}"/>
          </ac:spMkLst>
        </pc:spChg>
        <pc:spChg chg="mod">
          <ac:chgData name="Victor Aumaitre" userId="379d7840-47ba-428f-9f95-660059feb219" providerId="ADAL" clId="{8E2CC9BA-CB9A-5093-8A9B-190C45947F08}" dt="2026-05-08T02:49:40.692" v="6397"/>
          <ac:spMkLst>
            <pc:docMk/>
            <pc:sldMk cId="2402745676" sldId="2147483633"/>
            <ac:spMk id="28" creationId="{9D4156BD-F3B3-A141-EF87-BD4B7251B3A4}"/>
          </ac:spMkLst>
        </pc:spChg>
        <pc:spChg chg="mod">
          <ac:chgData name="Victor Aumaitre" userId="379d7840-47ba-428f-9f95-660059feb219" providerId="ADAL" clId="{8E2CC9BA-CB9A-5093-8A9B-190C45947F08}" dt="2026-05-08T02:56:08.766" v="6456" actId="2711"/>
          <ac:spMkLst>
            <pc:docMk/>
            <pc:sldMk cId="2402745676" sldId="2147483633"/>
            <ac:spMk id="33" creationId="{E8D70ADD-D02A-B0D5-1D67-5F21CF013D21}"/>
          </ac:spMkLst>
        </pc:spChg>
        <pc:spChg chg="mod">
          <ac:chgData name="Victor Aumaitre" userId="379d7840-47ba-428f-9f95-660059feb219" providerId="ADAL" clId="{8E2CC9BA-CB9A-5093-8A9B-190C45947F08}" dt="2026-05-08T02:56:08.766" v="6456" actId="2711"/>
          <ac:spMkLst>
            <pc:docMk/>
            <pc:sldMk cId="2402745676" sldId="2147483633"/>
            <ac:spMk id="36" creationId="{0672792A-CC3A-E6BE-A6B1-987596E52AD5}"/>
          </ac:spMkLst>
        </pc:spChg>
        <pc:spChg chg="mod">
          <ac:chgData name="Victor Aumaitre" userId="379d7840-47ba-428f-9f95-660059feb219" providerId="ADAL" clId="{8E2CC9BA-CB9A-5093-8A9B-190C45947F08}" dt="2026-05-08T02:56:08.766" v="6456" actId="2711"/>
          <ac:spMkLst>
            <pc:docMk/>
            <pc:sldMk cId="2402745676" sldId="2147483633"/>
            <ac:spMk id="37" creationId="{A9147175-6B0F-06AA-DD24-CC9DDE3ECC77}"/>
          </ac:spMkLst>
        </pc:spChg>
        <pc:spChg chg="mod">
          <ac:chgData name="Victor Aumaitre" userId="379d7840-47ba-428f-9f95-660059feb219" providerId="ADAL" clId="{8E2CC9BA-CB9A-5093-8A9B-190C45947F08}" dt="2026-05-08T02:56:08.766" v="6456" actId="2711"/>
          <ac:spMkLst>
            <pc:docMk/>
            <pc:sldMk cId="2402745676" sldId="2147483633"/>
            <ac:spMk id="39" creationId="{F61A3ADF-CCAA-0F08-37B4-E656D99EC749}"/>
          </ac:spMkLst>
        </pc:spChg>
        <pc:spChg chg="mod">
          <ac:chgData name="Victor Aumaitre" userId="379d7840-47ba-428f-9f95-660059feb219" providerId="ADAL" clId="{8E2CC9BA-CB9A-5093-8A9B-190C45947F08}" dt="2026-05-08T02:56:08.766" v="6456" actId="2711"/>
          <ac:spMkLst>
            <pc:docMk/>
            <pc:sldMk cId="2402745676" sldId="2147483633"/>
            <ac:spMk id="40" creationId="{CE9746F3-214D-4B13-B262-DF88B7FA4125}"/>
          </ac:spMkLst>
        </pc:spChg>
        <pc:spChg chg="mod">
          <ac:chgData name="Victor Aumaitre" userId="379d7840-47ba-428f-9f95-660059feb219" providerId="ADAL" clId="{8E2CC9BA-CB9A-5093-8A9B-190C45947F08}" dt="2026-05-08T02:56:08.766" v="6456" actId="2711"/>
          <ac:spMkLst>
            <pc:docMk/>
            <pc:sldMk cId="2402745676" sldId="2147483633"/>
            <ac:spMk id="47" creationId="{7585BFA4-1CA0-19A8-F2BD-4477A9A758EF}"/>
          </ac:spMkLst>
        </pc:spChg>
        <pc:spChg chg="mod">
          <ac:chgData name="Victor Aumaitre" userId="379d7840-47ba-428f-9f95-660059feb219" providerId="ADAL" clId="{8E2CC9BA-CB9A-5093-8A9B-190C45947F08}" dt="2026-05-08T02:57:54.233" v="6463" actId="108"/>
          <ac:spMkLst>
            <pc:docMk/>
            <pc:sldMk cId="2402745676" sldId="2147483633"/>
            <ac:spMk id="48" creationId="{5CAAB3DA-75D2-1466-B3FE-269FA98B665A}"/>
          </ac:spMkLst>
        </pc:spChg>
      </pc:sldChg>
      <pc:sldChg chg="addSp modSp del mod modShow">
        <pc:chgData name="Victor Aumaitre" userId="379d7840-47ba-428f-9f95-660059feb219" providerId="ADAL" clId="{8E2CC9BA-CB9A-5093-8A9B-190C45947F08}" dt="2026-05-08T15:49:04.855" v="7990" actId="2696"/>
        <pc:sldMkLst>
          <pc:docMk/>
          <pc:sldMk cId="1181449732" sldId="2147483634"/>
        </pc:sldMkLst>
        <pc:spChg chg="add mod">
          <ac:chgData name="Victor Aumaitre" userId="379d7840-47ba-428f-9f95-660059feb219" providerId="ADAL" clId="{8E2CC9BA-CB9A-5093-8A9B-190C45947F08}" dt="2026-05-08T12:37:28.022" v="7077"/>
          <ac:spMkLst>
            <pc:docMk/>
            <pc:sldMk cId="1181449732" sldId="2147483634"/>
            <ac:spMk id="3" creationId="{9DEC190F-873C-A322-269D-AD9C1D45D348}"/>
          </ac:spMkLst>
        </pc:spChg>
        <pc:spChg chg="mod">
          <ac:chgData name="Victor Aumaitre" userId="379d7840-47ba-428f-9f95-660059feb219" providerId="ADAL" clId="{8E2CC9BA-CB9A-5093-8A9B-190C45947F08}" dt="2026-05-08T02:56:20.628" v="6457" actId="2711"/>
          <ac:spMkLst>
            <pc:docMk/>
            <pc:sldMk cId="1181449732" sldId="2147483634"/>
            <ac:spMk id="20" creationId="{E96A81E0-39F3-1D62-63AB-1AFD1D1DB135}"/>
          </ac:spMkLst>
        </pc:spChg>
        <pc:spChg chg="mod">
          <ac:chgData name="Victor Aumaitre" userId="379d7840-47ba-428f-9f95-660059feb219" providerId="ADAL" clId="{8E2CC9BA-CB9A-5093-8A9B-190C45947F08}" dt="2026-05-08T02:56:20.628" v="6457" actId="2711"/>
          <ac:spMkLst>
            <pc:docMk/>
            <pc:sldMk cId="1181449732" sldId="2147483634"/>
            <ac:spMk id="22" creationId="{874428D7-6BDA-03E4-3A46-D36FA2E333EE}"/>
          </ac:spMkLst>
        </pc:spChg>
        <pc:spChg chg="mod">
          <ac:chgData name="Victor Aumaitre" userId="379d7840-47ba-428f-9f95-660059feb219" providerId="ADAL" clId="{8E2CC9BA-CB9A-5093-8A9B-190C45947F08}" dt="2026-05-08T02:56:20.628" v="6457" actId="2711"/>
          <ac:spMkLst>
            <pc:docMk/>
            <pc:sldMk cId="1181449732" sldId="2147483634"/>
            <ac:spMk id="23" creationId="{3ACFF2D9-9299-7A01-72D8-262F61AE291D}"/>
          </ac:spMkLst>
        </pc:spChg>
        <pc:spChg chg="mod">
          <ac:chgData name="Victor Aumaitre" userId="379d7840-47ba-428f-9f95-660059feb219" providerId="ADAL" clId="{8E2CC9BA-CB9A-5093-8A9B-190C45947F08}" dt="2026-05-08T02:56:20.628" v="6457" actId="2711"/>
          <ac:spMkLst>
            <pc:docMk/>
            <pc:sldMk cId="1181449732" sldId="2147483634"/>
            <ac:spMk id="25" creationId="{6589E0E7-F63E-7D5B-914D-5E7B51A6D7DC}"/>
          </ac:spMkLst>
        </pc:spChg>
        <pc:spChg chg="mod">
          <ac:chgData name="Victor Aumaitre" userId="379d7840-47ba-428f-9f95-660059feb219" providerId="ADAL" clId="{8E2CC9BA-CB9A-5093-8A9B-190C45947F08}" dt="2026-05-08T02:56:20.628" v="6457" actId="2711"/>
          <ac:spMkLst>
            <pc:docMk/>
            <pc:sldMk cId="1181449732" sldId="2147483634"/>
            <ac:spMk id="26" creationId="{BA4AE0D4-6ACB-CCA1-627C-C6AA0908F61E}"/>
          </ac:spMkLst>
        </pc:spChg>
        <pc:spChg chg="mod">
          <ac:chgData name="Victor Aumaitre" userId="379d7840-47ba-428f-9f95-660059feb219" providerId="ADAL" clId="{8E2CC9BA-CB9A-5093-8A9B-190C45947F08}" dt="2026-05-08T02:56:24.895" v="6460" actId="20577"/>
          <ac:spMkLst>
            <pc:docMk/>
            <pc:sldMk cId="1181449732" sldId="2147483634"/>
            <ac:spMk id="27" creationId="{C643D38C-781B-A154-FC3E-741A9DE57635}"/>
          </ac:spMkLst>
        </pc:spChg>
        <pc:spChg chg="mod">
          <ac:chgData name="Victor Aumaitre" userId="379d7840-47ba-428f-9f95-660059feb219" providerId="ADAL" clId="{8E2CC9BA-CB9A-5093-8A9B-190C45947F08}" dt="2026-05-08T02:49:47.414" v="6398"/>
          <ac:spMkLst>
            <pc:docMk/>
            <pc:sldMk cId="1181449732" sldId="2147483634"/>
            <ac:spMk id="28" creationId="{9D4156BD-F3B3-A141-EF87-BD4B7251B3A4}"/>
          </ac:spMkLst>
        </pc:spChg>
        <pc:spChg chg="mod">
          <ac:chgData name="Victor Aumaitre" userId="379d7840-47ba-428f-9f95-660059feb219" providerId="ADAL" clId="{8E2CC9BA-CB9A-5093-8A9B-190C45947F08}" dt="2026-05-08T02:56:20.628" v="6457" actId="2711"/>
          <ac:spMkLst>
            <pc:docMk/>
            <pc:sldMk cId="1181449732" sldId="2147483634"/>
            <ac:spMk id="29" creationId="{BB3C7AA2-1E53-D098-FF22-9BCF1AFA2D35}"/>
          </ac:spMkLst>
        </pc:spChg>
        <pc:spChg chg="mod">
          <ac:chgData name="Victor Aumaitre" userId="379d7840-47ba-428f-9f95-660059feb219" providerId="ADAL" clId="{8E2CC9BA-CB9A-5093-8A9B-190C45947F08}" dt="2026-05-08T02:56:20.628" v="6457" actId="2711"/>
          <ac:spMkLst>
            <pc:docMk/>
            <pc:sldMk cId="1181449732" sldId="2147483634"/>
            <ac:spMk id="36" creationId="{0672792A-CC3A-E6BE-A6B1-987596E52AD5}"/>
          </ac:spMkLst>
        </pc:spChg>
        <pc:spChg chg="mod">
          <ac:chgData name="Victor Aumaitre" userId="379d7840-47ba-428f-9f95-660059feb219" providerId="ADAL" clId="{8E2CC9BA-CB9A-5093-8A9B-190C45947F08}" dt="2026-05-08T02:56:20.628" v="6457" actId="2711"/>
          <ac:spMkLst>
            <pc:docMk/>
            <pc:sldMk cId="1181449732" sldId="2147483634"/>
            <ac:spMk id="37" creationId="{A9147175-6B0F-06AA-DD24-CC9DDE3ECC77}"/>
          </ac:spMkLst>
        </pc:spChg>
        <pc:spChg chg="mod">
          <ac:chgData name="Victor Aumaitre" userId="379d7840-47ba-428f-9f95-660059feb219" providerId="ADAL" clId="{8E2CC9BA-CB9A-5093-8A9B-190C45947F08}" dt="2026-05-08T02:56:20.628" v="6457" actId="2711"/>
          <ac:spMkLst>
            <pc:docMk/>
            <pc:sldMk cId="1181449732" sldId="2147483634"/>
            <ac:spMk id="38" creationId="{958F88CD-2C19-B093-9191-94EDDAC4D43B}"/>
          </ac:spMkLst>
        </pc:spChg>
        <pc:spChg chg="mod">
          <ac:chgData name="Victor Aumaitre" userId="379d7840-47ba-428f-9f95-660059feb219" providerId="ADAL" clId="{8E2CC9BA-CB9A-5093-8A9B-190C45947F08}" dt="2026-05-08T02:56:20.628" v="6457" actId="2711"/>
          <ac:spMkLst>
            <pc:docMk/>
            <pc:sldMk cId="1181449732" sldId="2147483634"/>
            <ac:spMk id="39" creationId="{F61A3ADF-CCAA-0F08-37B4-E656D99EC749}"/>
          </ac:spMkLst>
        </pc:spChg>
        <pc:spChg chg="mod">
          <ac:chgData name="Victor Aumaitre" userId="379d7840-47ba-428f-9f95-660059feb219" providerId="ADAL" clId="{8E2CC9BA-CB9A-5093-8A9B-190C45947F08}" dt="2026-05-08T02:58:38.352" v="6464" actId="108"/>
          <ac:spMkLst>
            <pc:docMk/>
            <pc:sldMk cId="1181449732" sldId="2147483634"/>
            <ac:spMk id="48" creationId="{5CAAB3DA-75D2-1466-B3FE-269FA98B665A}"/>
          </ac:spMkLst>
        </pc:spChg>
      </pc:sldChg>
      <pc:sldChg chg="addSp modSp del mod modShow">
        <pc:chgData name="Victor Aumaitre" userId="379d7840-47ba-428f-9f95-660059feb219" providerId="ADAL" clId="{8E2CC9BA-CB9A-5093-8A9B-190C45947F08}" dt="2026-05-08T15:49:05.379" v="8062" actId="2696"/>
        <pc:sldMkLst>
          <pc:docMk/>
          <pc:sldMk cId="2941937503" sldId="2147483635"/>
        </pc:sldMkLst>
        <pc:spChg chg="mod">
          <ac:chgData name="Victor Aumaitre" userId="379d7840-47ba-428f-9f95-660059feb219" providerId="ADAL" clId="{8E2CC9BA-CB9A-5093-8A9B-190C45947F08}" dt="2026-05-08T02:58:59.918" v="6469" actId="2711"/>
          <ac:spMkLst>
            <pc:docMk/>
            <pc:sldMk cId="2941937503" sldId="2147483635"/>
            <ac:spMk id="2" creationId="{79C9F613-6ADC-F134-3AA1-D78F39260016}"/>
          </ac:spMkLst>
        </pc:spChg>
        <pc:spChg chg="add mod">
          <ac:chgData name="Victor Aumaitre" userId="379d7840-47ba-428f-9f95-660059feb219" providerId="ADAL" clId="{8E2CC9BA-CB9A-5093-8A9B-190C45947F08}" dt="2026-05-08T12:37:45.068" v="7078"/>
          <ac:spMkLst>
            <pc:docMk/>
            <pc:sldMk cId="2941937503" sldId="2147483635"/>
            <ac:spMk id="3" creationId="{CA6A8F1D-E20F-1169-9B93-F9DA1AB5212C}"/>
          </ac:spMkLst>
        </pc:spChg>
        <pc:spChg chg="mod">
          <ac:chgData name="Victor Aumaitre" userId="379d7840-47ba-428f-9f95-660059feb219" providerId="ADAL" clId="{8E2CC9BA-CB9A-5093-8A9B-190C45947F08}" dt="2026-05-08T02:58:59.918" v="6469" actId="2711"/>
          <ac:spMkLst>
            <pc:docMk/>
            <pc:sldMk cId="2941937503" sldId="2147483635"/>
            <ac:spMk id="13" creationId="{4D0B07D3-B3B4-CD40-B26E-532D1BE19954}"/>
          </ac:spMkLst>
        </pc:spChg>
        <pc:spChg chg="mod">
          <ac:chgData name="Victor Aumaitre" userId="379d7840-47ba-428f-9f95-660059feb219" providerId="ADAL" clId="{8E2CC9BA-CB9A-5093-8A9B-190C45947F08}" dt="2026-05-08T02:58:59.918" v="6469" actId="2711"/>
          <ac:spMkLst>
            <pc:docMk/>
            <pc:sldMk cId="2941937503" sldId="2147483635"/>
            <ac:spMk id="17" creationId="{661B0EBC-46A1-B821-FEB6-28C3169CB1E6}"/>
          </ac:spMkLst>
        </pc:spChg>
        <pc:spChg chg="mod">
          <ac:chgData name="Victor Aumaitre" userId="379d7840-47ba-428f-9f95-660059feb219" providerId="ADAL" clId="{8E2CC9BA-CB9A-5093-8A9B-190C45947F08}" dt="2026-05-08T02:58:59.918" v="6469" actId="2711"/>
          <ac:spMkLst>
            <pc:docMk/>
            <pc:sldMk cId="2941937503" sldId="2147483635"/>
            <ac:spMk id="19" creationId="{DA9184E9-1D20-2369-AA9B-B8D65261FBB3}"/>
          </ac:spMkLst>
        </pc:spChg>
        <pc:spChg chg="mod">
          <ac:chgData name="Victor Aumaitre" userId="379d7840-47ba-428f-9f95-660059feb219" providerId="ADAL" clId="{8E2CC9BA-CB9A-5093-8A9B-190C45947F08}" dt="2026-05-08T02:58:59.918" v="6469" actId="2711"/>
          <ac:spMkLst>
            <pc:docMk/>
            <pc:sldMk cId="2941937503" sldId="2147483635"/>
            <ac:spMk id="25" creationId="{6589E0E7-F63E-7D5B-914D-5E7B51A6D7DC}"/>
          </ac:spMkLst>
        </pc:spChg>
        <pc:spChg chg="mod">
          <ac:chgData name="Victor Aumaitre" userId="379d7840-47ba-428f-9f95-660059feb219" providerId="ADAL" clId="{8E2CC9BA-CB9A-5093-8A9B-190C45947F08}" dt="2026-05-08T02:58:49.705" v="6468" actId="20577"/>
          <ac:spMkLst>
            <pc:docMk/>
            <pc:sldMk cId="2941937503" sldId="2147483635"/>
            <ac:spMk id="27" creationId="{C643D38C-781B-A154-FC3E-741A9DE57635}"/>
          </ac:spMkLst>
        </pc:spChg>
        <pc:spChg chg="mod">
          <ac:chgData name="Victor Aumaitre" userId="379d7840-47ba-428f-9f95-660059feb219" providerId="ADAL" clId="{8E2CC9BA-CB9A-5093-8A9B-190C45947F08}" dt="2026-05-08T02:50:01.717" v="6401" actId="20577"/>
          <ac:spMkLst>
            <pc:docMk/>
            <pc:sldMk cId="2941937503" sldId="2147483635"/>
            <ac:spMk id="28" creationId="{9D4156BD-F3B3-A141-EF87-BD4B7251B3A4}"/>
          </ac:spMkLst>
        </pc:spChg>
        <pc:spChg chg="mod">
          <ac:chgData name="Victor Aumaitre" userId="379d7840-47ba-428f-9f95-660059feb219" providerId="ADAL" clId="{8E2CC9BA-CB9A-5093-8A9B-190C45947F08}" dt="2026-05-08T02:58:59.918" v="6469" actId="2711"/>
          <ac:spMkLst>
            <pc:docMk/>
            <pc:sldMk cId="2941937503" sldId="2147483635"/>
            <ac:spMk id="33" creationId="{E8D70ADD-D02A-B0D5-1D67-5F21CF013D21}"/>
          </ac:spMkLst>
        </pc:spChg>
        <pc:spChg chg="mod">
          <ac:chgData name="Victor Aumaitre" userId="379d7840-47ba-428f-9f95-660059feb219" providerId="ADAL" clId="{8E2CC9BA-CB9A-5093-8A9B-190C45947F08}" dt="2026-05-08T02:58:59.918" v="6469" actId="2711"/>
          <ac:spMkLst>
            <pc:docMk/>
            <pc:sldMk cId="2941937503" sldId="2147483635"/>
            <ac:spMk id="36" creationId="{0672792A-CC3A-E6BE-A6B1-987596E52AD5}"/>
          </ac:spMkLst>
        </pc:spChg>
        <pc:spChg chg="mod">
          <ac:chgData name="Victor Aumaitre" userId="379d7840-47ba-428f-9f95-660059feb219" providerId="ADAL" clId="{8E2CC9BA-CB9A-5093-8A9B-190C45947F08}" dt="2026-05-08T02:58:59.918" v="6469" actId="2711"/>
          <ac:spMkLst>
            <pc:docMk/>
            <pc:sldMk cId="2941937503" sldId="2147483635"/>
            <ac:spMk id="39" creationId="{F61A3ADF-CCAA-0F08-37B4-E656D99EC749}"/>
          </ac:spMkLst>
        </pc:spChg>
        <pc:spChg chg="mod">
          <ac:chgData name="Victor Aumaitre" userId="379d7840-47ba-428f-9f95-660059feb219" providerId="ADAL" clId="{8E2CC9BA-CB9A-5093-8A9B-190C45947F08}" dt="2026-05-08T02:58:59.918" v="6469" actId="2711"/>
          <ac:spMkLst>
            <pc:docMk/>
            <pc:sldMk cId="2941937503" sldId="2147483635"/>
            <ac:spMk id="40" creationId="{CE9746F3-214D-4B13-B262-DF88B7FA4125}"/>
          </ac:spMkLst>
        </pc:spChg>
        <pc:spChg chg="mod">
          <ac:chgData name="Victor Aumaitre" userId="379d7840-47ba-428f-9f95-660059feb219" providerId="ADAL" clId="{8E2CC9BA-CB9A-5093-8A9B-190C45947F08}" dt="2026-05-08T02:58:59.918" v="6469" actId="2711"/>
          <ac:spMkLst>
            <pc:docMk/>
            <pc:sldMk cId="2941937503" sldId="2147483635"/>
            <ac:spMk id="47" creationId="{7585BFA4-1CA0-19A8-F2BD-4477A9A758EF}"/>
          </ac:spMkLst>
        </pc:spChg>
        <pc:spChg chg="mod">
          <ac:chgData name="Victor Aumaitre" userId="379d7840-47ba-428f-9f95-660059feb219" providerId="ADAL" clId="{8E2CC9BA-CB9A-5093-8A9B-190C45947F08}" dt="2026-05-08T02:58:46.003" v="6465" actId="108"/>
          <ac:spMkLst>
            <pc:docMk/>
            <pc:sldMk cId="2941937503" sldId="2147483635"/>
            <ac:spMk id="48" creationId="{5CAAB3DA-75D2-1466-B3FE-269FA98B665A}"/>
          </ac:spMkLst>
        </pc:spChg>
      </pc:sldChg>
      <pc:sldChg chg="addSp delSp modSp del mod modShow">
        <pc:chgData name="Victor Aumaitre" userId="379d7840-47ba-428f-9f95-660059feb219" providerId="ADAL" clId="{8E2CC9BA-CB9A-5093-8A9B-190C45947F08}" dt="2026-05-08T15:49:05.257" v="8043" actId="2696"/>
        <pc:sldMkLst>
          <pc:docMk/>
          <pc:sldMk cId="1546481170" sldId="2147483636"/>
        </pc:sldMkLst>
        <pc:spChg chg="mod">
          <ac:chgData name="Victor Aumaitre" userId="379d7840-47ba-428f-9f95-660059feb219" providerId="ADAL" clId="{8E2CC9BA-CB9A-5093-8A9B-190C45947F08}" dt="2026-05-08T03:00:24.690" v="6479" actId="2711"/>
          <ac:spMkLst>
            <pc:docMk/>
            <pc:sldMk cId="1546481170" sldId="2147483636"/>
            <ac:spMk id="2" creationId="{3C4FA6FD-F3A8-872D-EF74-B1BFB3741C0A}"/>
          </ac:spMkLst>
        </pc:spChg>
        <pc:spChg chg="add mod">
          <ac:chgData name="Victor Aumaitre" userId="379d7840-47ba-428f-9f95-660059feb219" providerId="ADAL" clId="{8E2CC9BA-CB9A-5093-8A9B-190C45947F08}" dt="2026-05-08T12:37:49.957" v="7080"/>
          <ac:spMkLst>
            <pc:docMk/>
            <pc:sldMk cId="1546481170" sldId="2147483636"/>
            <ac:spMk id="3" creationId="{2F6CD169-36A3-8582-0513-D841B6C88B48}"/>
          </ac:spMkLst>
        </pc:spChg>
        <pc:spChg chg="add del">
          <ac:chgData name="Victor Aumaitre" userId="379d7840-47ba-428f-9f95-660059feb219" providerId="ADAL" clId="{8E2CC9BA-CB9A-5093-8A9B-190C45947F08}" dt="2026-05-08T02:50:18.297" v="6405" actId="478"/>
          <ac:spMkLst>
            <pc:docMk/>
            <pc:sldMk cId="1546481170" sldId="2147483636"/>
            <ac:spMk id="4" creationId="{52CB51A7-34F1-4A2B-1D4D-7EA2EB5147FB}"/>
          </ac:spMkLst>
        </pc:spChg>
        <pc:spChg chg="mod">
          <ac:chgData name="Victor Aumaitre" userId="379d7840-47ba-428f-9f95-660059feb219" providerId="ADAL" clId="{8E2CC9BA-CB9A-5093-8A9B-190C45947F08}" dt="2026-05-08T03:00:24.690" v="6479" actId="2711"/>
          <ac:spMkLst>
            <pc:docMk/>
            <pc:sldMk cId="1546481170" sldId="2147483636"/>
            <ac:spMk id="11" creationId="{7C941B51-78FE-A68E-A28B-D3C0016CB022}"/>
          </ac:spMkLst>
        </pc:spChg>
        <pc:spChg chg="mod">
          <ac:chgData name="Victor Aumaitre" userId="379d7840-47ba-428f-9f95-660059feb219" providerId="ADAL" clId="{8E2CC9BA-CB9A-5093-8A9B-190C45947F08}" dt="2026-05-08T03:00:24.690" v="6479" actId="2711"/>
          <ac:spMkLst>
            <pc:docMk/>
            <pc:sldMk cId="1546481170" sldId="2147483636"/>
            <ac:spMk id="18" creationId="{0872BC66-48D7-2F80-FBE5-A98466B64807}"/>
          </ac:spMkLst>
        </pc:spChg>
        <pc:spChg chg="mod">
          <ac:chgData name="Victor Aumaitre" userId="379d7840-47ba-428f-9f95-660059feb219" providerId="ADAL" clId="{8E2CC9BA-CB9A-5093-8A9B-190C45947F08}" dt="2026-05-08T03:00:24.690" v="6479" actId="2711"/>
          <ac:spMkLst>
            <pc:docMk/>
            <pc:sldMk cId="1546481170" sldId="2147483636"/>
            <ac:spMk id="20" creationId="{A1DEBCB7-F9F0-8596-04D1-5B6ABC8D9210}"/>
          </ac:spMkLst>
        </pc:spChg>
        <pc:spChg chg="mod">
          <ac:chgData name="Victor Aumaitre" userId="379d7840-47ba-428f-9f95-660059feb219" providerId="ADAL" clId="{8E2CC9BA-CB9A-5093-8A9B-190C45947F08}" dt="2026-05-08T03:00:24.690" v="6479" actId="2711"/>
          <ac:spMkLst>
            <pc:docMk/>
            <pc:sldMk cId="1546481170" sldId="2147483636"/>
            <ac:spMk id="22" creationId="{C6E0AB51-B466-EC4B-2C61-8EED28F4AA58}"/>
          </ac:spMkLst>
        </pc:spChg>
        <pc:spChg chg="mod">
          <ac:chgData name="Victor Aumaitre" userId="379d7840-47ba-428f-9f95-660059feb219" providerId="ADAL" clId="{8E2CC9BA-CB9A-5093-8A9B-190C45947F08}" dt="2026-05-08T03:00:13.602" v="6478" actId="20577"/>
          <ac:spMkLst>
            <pc:docMk/>
            <pc:sldMk cId="1546481170" sldId="2147483636"/>
            <ac:spMk id="27" creationId="{F375FCBD-62E5-1572-29F4-45921F0610A0}"/>
          </ac:spMkLst>
        </pc:spChg>
        <pc:spChg chg="mod">
          <ac:chgData name="Victor Aumaitre" userId="379d7840-47ba-428f-9f95-660059feb219" providerId="ADAL" clId="{8E2CC9BA-CB9A-5093-8A9B-190C45947F08}" dt="2026-05-08T02:50:15.546" v="6404"/>
          <ac:spMkLst>
            <pc:docMk/>
            <pc:sldMk cId="1546481170" sldId="2147483636"/>
            <ac:spMk id="28" creationId="{5616C8B8-A724-F28F-5200-813E5710B6E1}"/>
          </ac:spMkLst>
        </pc:spChg>
        <pc:spChg chg="mod">
          <ac:chgData name="Victor Aumaitre" userId="379d7840-47ba-428f-9f95-660059feb219" providerId="ADAL" clId="{8E2CC9BA-CB9A-5093-8A9B-190C45947F08}" dt="2026-05-08T03:00:24.690" v="6479" actId="2711"/>
          <ac:spMkLst>
            <pc:docMk/>
            <pc:sldMk cId="1546481170" sldId="2147483636"/>
            <ac:spMk id="29" creationId="{C6CDA3A3-B566-50E9-5E36-FF18A82D1C8D}"/>
          </ac:spMkLst>
        </pc:spChg>
        <pc:spChg chg="mod">
          <ac:chgData name="Victor Aumaitre" userId="379d7840-47ba-428f-9f95-660059feb219" providerId="ADAL" clId="{8E2CC9BA-CB9A-5093-8A9B-190C45947F08}" dt="2026-05-08T03:00:24.690" v="6479" actId="2711"/>
          <ac:spMkLst>
            <pc:docMk/>
            <pc:sldMk cId="1546481170" sldId="2147483636"/>
            <ac:spMk id="34" creationId="{4986E5E0-DF69-2E84-5783-0AE0B2E80DF9}"/>
          </ac:spMkLst>
        </pc:spChg>
        <pc:spChg chg="mod">
          <ac:chgData name="Victor Aumaitre" userId="379d7840-47ba-428f-9f95-660059feb219" providerId="ADAL" clId="{8E2CC9BA-CB9A-5093-8A9B-190C45947F08}" dt="2026-05-08T03:00:24.690" v="6479" actId="2711"/>
          <ac:spMkLst>
            <pc:docMk/>
            <pc:sldMk cId="1546481170" sldId="2147483636"/>
            <ac:spMk id="37" creationId="{0223A294-E197-2136-C362-F865B4BEAA77}"/>
          </ac:spMkLst>
        </pc:spChg>
        <pc:spChg chg="mod">
          <ac:chgData name="Victor Aumaitre" userId="379d7840-47ba-428f-9f95-660059feb219" providerId="ADAL" clId="{8E2CC9BA-CB9A-5093-8A9B-190C45947F08}" dt="2026-05-08T03:00:24.690" v="6479" actId="2711"/>
          <ac:spMkLst>
            <pc:docMk/>
            <pc:sldMk cId="1546481170" sldId="2147483636"/>
            <ac:spMk id="41" creationId="{188AF744-B756-B736-7599-A304F4DA4306}"/>
          </ac:spMkLst>
        </pc:spChg>
        <pc:spChg chg="mod">
          <ac:chgData name="Victor Aumaitre" userId="379d7840-47ba-428f-9f95-660059feb219" providerId="ADAL" clId="{8E2CC9BA-CB9A-5093-8A9B-190C45947F08}" dt="2026-05-08T03:00:24.690" v="6479" actId="2711"/>
          <ac:spMkLst>
            <pc:docMk/>
            <pc:sldMk cId="1546481170" sldId="2147483636"/>
            <ac:spMk id="46" creationId="{18FED337-1CED-E1B4-D164-ADF2DDE3A992}"/>
          </ac:spMkLst>
        </pc:spChg>
        <pc:spChg chg="mod">
          <ac:chgData name="Victor Aumaitre" userId="379d7840-47ba-428f-9f95-660059feb219" providerId="ADAL" clId="{8E2CC9BA-CB9A-5093-8A9B-190C45947F08}" dt="2026-05-07T22:32:34.844" v="4712" actId="12"/>
          <ac:spMkLst>
            <pc:docMk/>
            <pc:sldMk cId="1546481170" sldId="2147483636"/>
            <ac:spMk id="48" creationId="{2DCE5D50-A7A4-01EA-62BF-289D6A51E930}"/>
          </ac:spMkLst>
        </pc:spChg>
      </pc:sldChg>
      <pc:sldChg chg="addSp modSp del mod modShow">
        <pc:chgData name="Victor Aumaitre" userId="379d7840-47ba-428f-9f95-660059feb219" providerId="ADAL" clId="{8E2CC9BA-CB9A-5093-8A9B-190C45947F08}" dt="2026-05-08T15:49:05.479" v="8077" actId="2696"/>
        <pc:sldMkLst>
          <pc:docMk/>
          <pc:sldMk cId="850034108" sldId="2147483637"/>
        </pc:sldMkLst>
        <pc:spChg chg="add mod">
          <ac:chgData name="Victor Aumaitre" userId="379d7840-47ba-428f-9f95-660059feb219" providerId="ADAL" clId="{8E2CC9BA-CB9A-5093-8A9B-190C45947F08}" dt="2026-05-08T12:37:52.016" v="7081"/>
          <ac:spMkLst>
            <pc:docMk/>
            <pc:sldMk cId="850034108" sldId="2147483637"/>
            <ac:spMk id="2" creationId="{81D70D93-80C1-0719-CE9E-176997F4F6B1}"/>
          </ac:spMkLst>
        </pc:spChg>
        <pc:spChg chg="mod">
          <ac:chgData name="Victor Aumaitre" userId="379d7840-47ba-428f-9f95-660059feb219" providerId="ADAL" clId="{8E2CC9BA-CB9A-5093-8A9B-190C45947F08}" dt="2026-05-08T03:00:37.574" v="6482" actId="20577"/>
          <ac:spMkLst>
            <pc:docMk/>
            <pc:sldMk cId="850034108" sldId="2147483637"/>
            <ac:spMk id="51" creationId="{24768ADB-F1F4-CBA7-5F73-2D0EDA5DD245}"/>
          </ac:spMkLst>
        </pc:spChg>
        <pc:spChg chg="mod">
          <ac:chgData name="Victor Aumaitre" userId="379d7840-47ba-428f-9f95-660059feb219" providerId="ADAL" clId="{8E2CC9BA-CB9A-5093-8A9B-190C45947F08}" dt="2026-05-08T02:50:26.403" v="6406"/>
          <ac:spMkLst>
            <pc:docMk/>
            <pc:sldMk cId="850034108" sldId="2147483637"/>
            <ac:spMk id="52" creationId="{D073727E-08C6-6ED5-51BC-8828DEB54AA2}"/>
          </ac:spMkLst>
        </pc:spChg>
        <pc:spChg chg="mod">
          <ac:chgData name="Victor Aumaitre" userId="379d7840-47ba-428f-9f95-660059feb219" providerId="ADAL" clId="{8E2CC9BA-CB9A-5093-8A9B-190C45947F08}" dt="2026-05-08T03:00:45.132" v="6483" actId="2711"/>
          <ac:spMkLst>
            <pc:docMk/>
            <pc:sldMk cId="850034108" sldId="2147483637"/>
            <ac:spMk id="57" creationId="{71B51A07-C365-9C1B-9576-82BA91B56E12}"/>
          </ac:spMkLst>
        </pc:spChg>
        <pc:spChg chg="mod">
          <ac:chgData name="Victor Aumaitre" userId="379d7840-47ba-428f-9f95-660059feb219" providerId="ADAL" clId="{8E2CC9BA-CB9A-5093-8A9B-190C45947F08}" dt="2026-05-08T03:00:45.132" v="6483" actId="2711"/>
          <ac:spMkLst>
            <pc:docMk/>
            <pc:sldMk cId="850034108" sldId="2147483637"/>
            <ac:spMk id="59" creationId="{3D77484E-508A-6006-7A91-58FF3DBF6347}"/>
          </ac:spMkLst>
        </pc:spChg>
        <pc:spChg chg="mod">
          <ac:chgData name="Victor Aumaitre" userId="379d7840-47ba-428f-9f95-660059feb219" providerId="ADAL" clId="{8E2CC9BA-CB9A-5093-8A9B-190C45947F08}" dt="2026-05-08T03:00:45.132" v="6483" actId="2711"/>
          <ac:spMkLst>
            <pc:docMk/>
            <pc:sldMk cId="850034108" sldId="2147483637"/>
            <ac:spMk id="62" creationId="{FCB7A9EE-6B3F-BCCD-2277-7E3EDDB7BA51}"/>
          </ac:spMkLst>
        </pc:spChg>
        <pc:spChg chg="mod">
          <ac:chgData name="Victor Aumaitre" userId="379d7840-47ba-428f-9f95-660059feb219" providerId="ADAL" clId="{8E2CC9BA-CB9A-5093-8A9B-190C45947F08}" dt="2026-05-08T03:00:45.132" v="6483" actId="2711"/>
          <ac:spMkLst>
            <pc:docMk/>
            <pc:sldMk cId="850034108" sldId="2147483637"/>
            <ac:spMk id="63" creationId="{5DA6CBDC-517C-F355-7572-3306CB3FB477}"/>
          </ac:spMkLst>
        </pc:spChg>
        <pc:spChg chg="mod">
          <ac:chgData name="Victor Aumaitre" userId="379d7840-47ba-428f-9f95-660059feb219" providerId="ADAL" clId="{8E2CC9BA-CB9A-5093-8A9B-190C45947F08}" dt="2026-05-08T03:00:45.132" v="6483" actId="2711"/>
          <ac:spMkLst>
            <pc:docMk/>
            <pc:sldMk cId="850034108" sldId="2147483637"/>
            <ac:spMk id="66" creationId="{247565CF-0AD0-5090-72A7-56383AE357D4}"/>
          </ac:spMkLst>
        </pc:spChg>
        <pc:spChg chg="mod">
          <ac:chgData name="Victor Aumaitre" userId="379d7840-47ba-428f-9f95-660059feb219" providerId="ADAL" clId="{8E2CC9BA-CB9A-5093-8A9B-190C45947F08}" dt="2026-05-08T03:00:45.132" v="6483" actId="2711"/>
          <ac:spMkLst>
            <pc:docMk/>
            <pc:sldMk cId="850034108" sldId="2147483637"/>
            <ac:spMk id="69" creationId="{FF7C9FD1-1E18-9A8E-8513-694E880BC542}"/>
          </ac:spMkLst>
        </pc:spChg>
        <pc:spChg chg="mod">
          <ac:chgData name="Victor Aumaitre" userId="379d7840-47ba-428f-9f95-660059feb219" providerId="ADAL" clId="{8E2CC9BA-CB9A-5093-8A9B-190C45947F08}" dt="2026-05-08T03:00:45.132" v="6483" actId="2711"/>
          <ac:spMkLst>
            <pc:docMk/>
            <pc:sldMk cId="850034108" sldId="2147483637"/>
            <ac:spMk id="72" creationId="{94B932EE-5F01-4E67-6D96-B2019C272656}"/>
          </ac:spMkLst>
        </pc:spChg>
        <pc:spChg chg="mod">
          <ac:chgData name="Victor Aumaitre" userId="379d7840-47ba-428f-9f95-660059feb219" providerId="ADAL" clId="{8E2CC9BA-CB9A-5093-8A9B-190C45947F08}" dt="2026-05-08T03:00:45.132" v="6483" actId="2711"/>
          <ac:spMkLst>
            <pc:docMk/>
            <pc:sldMk cId="850034108" sldId="2147483637"/>
            <ac:spMk id="73" creationId="{E30B0EB5-959A-E77F-EC31-94E8C0101594}"/>
          </ac:spMkLst>
        </pc:spChg>
        <pc:spChg chg="mod">
          <ac:chgData name="Victor Aumaitre" userId="379d7840-47ba-428f-9f95-660059feb219" providerId="ADAL" clId="{8E2CC9BA-CB9A-5093-8A9B-190C45947F08}" dt="2026-05-08T03:00:45.132" v="6483" actId="2711"/>
          <ac:spMkLst>
            <pc:docMk/>
            <pc:sldMk cId="850034108" sldId="2147483637"/>
            <ac:spMk id="76" creationId="{074AE2B4-6DA6-7DEA-FF9D-A573C93DC8AC}"/>
          </ac:spMkLst>
        </pc:spChg>
        <pc:spChg chg="mod">
          <ac:chgData name="Victor Aumaitre" userId="379d7840-47ba-428f-9f95-660059feb219" providerId="ADAL" clId="{8E2CC9BA-CB9A-5093-8A9B-190C45947F08}" dt="2026-05-08T02:59:54.680" v="6472" actId="108"/>
          <ac:spMkLst>
            <pc:docMk/>
            <pc:sldMk cId="850034108" sldId="2147483637"/>
            <ac:spMk id="78" creationId="{EB4394D4-B865-8B66-FD56-22877F9447DE}"/>
          </ac:spMkLst>
        </pc:spChg>
        <pc:spChg chg="mod">
          <ac:chgData name="Victor Aumaitre" userId="379d7840-47ba-428f-9f95-660059feb219" providerId="ADAL" clId="{8E2CC9BA-CB9A-5093-8A9B-190C45947F08}" dt="2026-05-08T03:00:45.132" v="6483" actId="2711"/>
          <ac:spMkLst>
            <pc:docMk/>
            <pc:sldMk cId="850034108" sldId="2147483637"/>
            <ac:spMk id="88" creationId="{F65624E2-B0B9-8B07-F025-50F4881AB67A}"/>
          </ac:spMkLst>
        </pc:spChg>
      </pc:sldChg>
      <pc:sldChg chg="addSp delSp modSp mod">
        <pc:chgData name="Victor Aumaitre" userId="379d7840-47ba-428f-9f95-660059feb219" providerId="ADAL" clId="{8E2CC9BA-CB9A-5093-8A9B-190C45947F08}" dt="2026-05-07T22:05:06.637" v="4620" actId="478"/>
        <pc:sldMkLst>
          <pc:docMk/>
          <pc:sldMk cId="608067389" sldId="2147483638"/>
        </pc:sldMkLst>
        <pc:spChg chg="add mod">
          <ac:chgData name="Victor Aumaitre" userId="379d7840-47ba-428f-9f95-660059feb219" providerId="ADAL" clId="{8E2CC9BA-CB9A-5093-8A9B-190C45947F08}" dt="2026-05-07T22:04:41.233" v="4615" actId="20577"/>
          <ac:spMkLst>
            <pc:docMk/>
            <pc:sldMk cId="608067389" sldId="2147483638"/>
            <ac:spMk id="6" creationId="{EA44EE1D-00D1-1096-9CF9-62E4F41D5FD0}"/>
          </ac:spMkLst>
        </pc:spChg>
        <pc:spChg chg="add mod">
          <ac:chgData name="Victor Aumaitre" userId="379d7840-47ba-428f-9f95-660059feb219" providerId="ADAL" clId="{8E2CC9BA-CB9A-5093-8A9B-190C45947F08}" dt="2026-05-07T22:04:59.080" v="4618" actId="20577"/>
          <ac:spMkLst>
            <pc:docMk/>
            <pc:sldMk cId="608067389" sldId="2147483638"/>
            <ac:spMk id="8" creationId="{3D135B9C-C784-E85F-51D9-D49A8C2B87EC}"/>
          </ac:spMkLst>
        </pc:spChg>
        <pc:spChg chg="del mod">
          <ac:chgData name="Victor Aumaitre" userId="379d7840-47ba-428f-9f95-660059feb219" providerId="ADAL" clId="{8E2CC9BA-CB9A-5093-8A9B-190C45947F08}" dt="2026-05-07T22:05:06.637" v="4620" actId="478"/>
          <ac:spMkLst>
            <pc:docMk/>
            <pc:sldMk cId="608067389" sldId="2147483638"/>
            <ac:spMk id="27" creationId="{D11F0E08-BF05-9D37-5D50-51546033BA22}"/>
          </ac:spMkLst>
        </pc:spChg>
        <pc:spChg chg="del mod">
          <ac:chgData name="Victor Aumaitre" userId="379d7840-47ba-428f-9f95-660059feb219" providerId="ADAL" clId="{8E2CC9BA-CB9A-5093-8A9B-190C45947F08}" dt="2026-05-07T22:05:03.928" v="4619" actId="478"/>
          <ac:spMkLst>
            <pc:docMk/>
            <pc:sldMk cId="608067389" sldId="2147483638"/>
            <ac:spMk id="28" creationId="{F2FFA6CF-0ABC-48B1-1ABB-6F25CC15BDEC}"/>
          </ac:spMkLst>
        </pc:spChg>
      </pc:sldChg>
      <pc:sldChg chg="addSp delSp modSp add del mod ord">
        <pc:chgData name="Victor Aumaitre" userId="379d7840-47ba-428f-9f95-660059feb219" providerId="ADAL" clId="{8E2CC9BA-CB9A-5093-8A9B-190C45947F08}" dt="2026-05-08T15:48:58.423" v="7987" actId="2696"/>
        <pc:sldMkLst>
          <pc:docMk/>
          <pc:sldMk cId="3934525119" sldId="2147483639"/>
        </pc:sldMkLst>
        <pc:spChg chg="mod">
          <ac:chgData name="Victor Aumaitre" userId="379d7840-47ba-428f-9f95-660059feb219" providerId="ADAL" clId="{8E2CC9BA-CB9A-5093-8A9B-190C45947F08}" dt="2026-05-07T23:05:54.905" v="4920" actId="14100"/>
          <ac:spMkLst>
            <pc:docMk/>
            <pc:sldMk cId="3934525119" sldId="2147483639"/>
            <ac:spMk id="3" creationId="{64306A2F-035D-CC6A-F80C-E2CC2C47727C}"/>
          </ac:spMkLst>
        </pc:spChg>
        <pc:spChg chg="mod">
          <ac:chgData name="Victor Aumaitre" userId="379d7840-47ba-428f-9f95-660059feb219" providerId="ADAL" clId="{8E2CC9BA-CB9A-5093-8A9B-190C45947F08}" dt="2026-05-07T23:00:49.141" v="4888" actId="20577"/>
          <ac:spMkLst>
            <pc:docMk/>
            <pc:sldMk cId="3934525119" sldId="2147483639"/>
            <ac:spMk id="4" creationId="{260AB80C-74A4-D259-C612-C5C1283EC65E}"/>
          </ac:spMkLst>
        </pc:spChg>
        <pc:spChg chg="mod">
          <ac:chgData name="Victor Aumaitre" userId="379d7840-47ba-428f-9f95-660059feb219" providerId="ADAL" clId="{8E2CC9BA-CB9A-5093-8A9B-190C45947F08}" dt="2026-05-07T23:01:20.693" v="4895" actId="20577"/>
          <ac:spMkLst>
            <pc:docMk/>
            <pc:sldMk cId="3934525119" sldId="2147483639"/>
            <ac:spMk id="8" creationId="{48AF9C25-C5A9-1111-0D3B-8CAA02AC3AD0}"/>
          </ac:spMkLst>
        </pc:spChg>
        <pc:spChg chg="mod">
          <ac:chgData name="Victor Aumaitre" userId="379d7840-47ba-428f-9f95-660059feb219" providerId="ADAL" clId="{8E2CC9BA-CB9A-5093-8A9B-190C45947F08}" dt="2026-05-07T23:00:52.341" v="4890" actId="20577"/>
          <ac:spMkLst>
            <pc:docMk/>
            <pc:sldMk cId="3934525119" sldId="2147483639"/>
            <ac:spMk id="10" creationId="{62966447-F5A9-DCE7-B79B-105D37BF0C3B}"/>
          </ac:spMkLst>
        </pc:spChg>
        <pc:spChg chg="mod">
          <ac:chgData name="Victor Aumaitre" userId="379d7840-47ba-428f-9f95-660059feb219" providerId="ADAL" clId="{8E2CC9BA-CB9A-5093-8A9B-190C45947F08}" dt="2026-05-07T23:01:29.182" v="4896"/>
          <ac:spMkLst>
            <pc:docMk/>
            <pc:sldMk cId="3934525119" sldId="2147483639"/>
            <ac:spMk id="12" creationId="{3AE7CABA-3CC7-3CFE-DC0B-C88957A0FAD5}"/>
          </ac:spMkLst>
        </pc:spChg>
        <pc:spChg chg="mod">
          <ac:chgData name="Victor Aumaitre" userId="379d7840-47ba-428f-9f95-660059feb219" providerId="ADAL" clId="{8E2CC9BA-CB9A-5093-8A9B-190C45947F08}" dt="2026-05-07T23:00:57.305" v="4892" actId="20577"/>
          <ac:spMkLst>
            <pc:docMk/>
            <pc:sldMk cId="3934525119" sldId="2147483639"/>
            <ac:spMk id="14" creationId="{DAD56932-36F7-D658-7D99-41FCBFF469D1}"/>
          </ac:spMkLst>
        </pc:spChg>
        <pc:spChg chg="mod">
          <ac:chgData name="Victor Aumaitre" userId="379d7840-47ba-428f-9f95-660059feb219" providerId="ADAL" clId="{8E2CC9BA-CB9A-5093-8A9B-190C45947F08}" dt="2026-05-07T23:01:36.679" v="4897"/>
          <ac:spMkLst>
            <pc:docMk/>
            <pc:sldMk cId="3934525119" sldId="2147483639"/>
            <ac:spMk id="16" creationId="{8603C8DB-C1B9-4955-272D-18B807B57839}"/>
          </ac:spMkLst>
        </pc:spChg>
        <pc:spChg chg="del">
          <ac:chgData name="Victor Aumaitre" userId="379d7840-47ba-428f-9f95-660059feb219" providerId="ADAL" clId="{8E2CC9BA-CB9A-5093-8A9B-190C45947F08}" dt="2026-05-07T23:01:05.877" v="4893" actId="478"/>
          <ac:spMkLst>
            <pc:docMk/>
            <pc:sldMk cId="3934525119" sldId="2147483639"/>
            <ac:spMk id="17" creationId="{59B7E87A-95FC-28D5-4957-7A04A0971E0E}"/>
          </ac:spMkLst>
        </pc:spChg>
        <pc:spChg chg="add mod">
          <ac:chgData name="Victor Aumaitre" userId="379d7840-47ba-428f-9f95-660059feb219" providerId="ADAL" clId="{8E2CC9BA-CB9A-5093-8A9B-190C45947F08}" dt="2026-05-08T12:34:38.265" v="6976"/>
          <ac:spMkLst>
            <pc:docMk/>
            <pc:sldMk cId="3934525119" sldId="2147483639"/>
            <ac:spMk id="17" creationId="{73F62060-683D-CF65-2506-E4EBD8805688}"/>
          </ac:spMkLst>
        </pc:spChg>
        <pc:spChg chg="del">
          <ac:chgData name="Victor Aumaitre" userId="379d7840-47ba-428f-9f95-660059feb219" providerId="ADAL" clId="{8E2CC9BA-CB9A-5093-8A9B-190C45947F08}" dt="2026-05-07T23:01:05.877" v="4893" actId="478"/>
          <ac:spMkLst>
            <pc:docMk/>
            <pc:sldMk cId="3934525119" sldId="2147483639"/>
            <ac:spMk id="18" creationId="{A0375D7B-5D6A-249A-094E-6E464E378DB8}"/>
          </ac:spMkLst>
        </pc:spChg>
        <pc:spChg chg="del">
          <ac:chgData name="Victor Aumaitre" userId="379d7840-47ba-428f-9f95-660059feb219" providerId="ADAL" clId="{8E2CC9BA-CB9A-5093-8A9B-190C45947F08}" dt="2026-05-07T23:01:05.877" v="4893" actId="478"/>
          <ac:spMkLst>
            <pc:docMk/>
            <pc:sldMk cId="3934525119" sldId="2147483639"/>
            <ac:spMk id="19" creationId="{379392FF-1947-4B7E-9A66-0653DBB0A544}"/>
          </ac:spMkLst>
        </pc:spChg>
        <pc:spChg chg="del">
          <ac:chgData name="Victor Aumaitre" userId="379d7840-47ba-428f-9f95-660059feb219" providerId="ADAL" clId="{8E2CC9BA-CB9A-5093-8A9B-190C45947F08}" dt="2026-05-07T23:01:05.877" v="4893" actId="478"/>
          <ac:spMkLst>
            <pc:docMk/>
            <pc:sldMk cId="3934525119" sldId="2147483639"/>
            <ac:spMk id="20" creationId="{B628119C-D381-08AA-ECF0-AEB2E8267700}"/>
          </ac:spMkLst>
        </pc:spChg>
        <pc:spChg chg="del">
          <ac:chgData name="Victor Aumaitre" userId="379d7840-47ba-428f-9f95-660059feb219" providerId="ADAL" clId="{8E2CC9BA-CB9A-5093-8A9B-190C45947F08}" dt="2026-05-07T23:01:05.877" v="4893" actId="478"/>
          <ac:spMkLst>
            <pc:docMk/>
            <pc:sldMk cId="3934525119" sldId="2147483639"/>
            <ac:spMk id="25" creationId="{5437334E-9796-7EB4-BF39-2C850B10B7A4}"/>
          </ac:spMkLst>
        </pc:spChg>
        <pc:spChg chg="mod">
          <ac:chgData name="Victor Aumaitre" userId="379d7840-47ba-428f-9f95-660059feb219" providerId="ADAL" clId="{8E2CC9BA-CB9A-5093-8A9B-190C45947F08}" dt="2026-05-07T23:00:07.555" v="4881" actId="20577"/>
          <ac:spMkLst>
            <pc:docMk/>
            <pc:sldMk cId="3934525119" sldId="2147483639"/>
            <ac:spMk id="27" creationId="{FE2FC78E-9693-5236-7B8C-6DB86C00FEF0}"/>
          </ac:spMkLst>
        </pc:spChg>
        <pc:spChg chg="mod">
          <ac:chgData name="Victor Aumaitre" userId="379d7840-47ba-428f-9f95-660059feb219" providerId="ADAL" clId="{8E2CC9BA-CB9A-5093-8A9B-190C45947F08}" dt="2026-05-08T02:43:22.851" v="6310"/>
          <ac:spMkLst>
            <pc:docMk/>
            <pc:sldMk cId="3934525119" sldId="2147483639"/>
            <ac:spMk id="28" creationId="{F4D02EB7-D934-06FC-C842-A1903F2F8DEF}"/>
          </ac:spMkLst>
        </pc:spChg>
        <pc:spChg chg="mod">
          <ac:chgData name="Victor Aumaitre" userId="379d7840-47ba-428f-9f95-660059feb219" providerId="ADAL" clId="{8E2CC9BA-CB9A-5093-8A9B-190C45947F08}" dt="2026-05-07T23:04:14.800" v="4908" actId="20577"/>
          <ac:spMkLst>
            <pc:docMk/>
            <pc:sldMk cId="3934525119" sldId="2147483639"/>
            <ac:spMk id="30" creationId="{2CB7C426-FBB9-F491-21EF-8950F92FFB4F}"/>
          </ac:spMkLst>
        </pc:spChg>
        <pc:spChg chg="mod">
          <ac:chgData name="Victor Aumaitre" userId="379d7840-47ba-428f-9f95-660059feb219" providerId="ADAL" clId="{8E2CC9BA-CB9A-5093-8A9B-190C45947F08}" dt="2026-05-07T23:25:26.137" v="5105" actId="1035"/>
          <ac:spMkLst>
            <pc:docMk/>
            <pc:sldMk cId="3934525119" sldId="2147483639"/>
            <ac:spMk id="31" creationId="{DA37E2EA-14C1-49FB-6F5D-2F09906F496B}"/>
          </ac:spMkLst>
        </pc:spChg>
        <pc:spChg chg="mod">
          <ac:chgData name="Victor Aumaitre" userId="379d7840-47ba-428f-9f95-660059feb219" providerId="ADAL" clId="{8E2CC9BA-CB9A-5093-8A9B-190C45947F08}" dt="2026-05-07T23:25:26.137" v="5105" actId="1035"/>
          <ac:spMkLst>
            <pc:docMk/>
            <pc:sldMk cId="3934525119" sldId="2147483639"/>
            <ac:spMk id="32" creationId="{49E9BB4A-C6DE-A1BF-B328-56703A2A7D2F}"/>
          </ac:spMkLst>
        </pc:spChg>
        <pc:spChg chg="mod">
          <ac:chgData name="Victor Aumaitre" userId="379d7840-47ba-428f-9f95-660059feb219" providerId="ADAL" clId="{8E2CC9BA-CB9A-5093-8A9B-190C45947F08}" dt="2026-05-07T23:25:26.137" v="5105" actId="1035"/>
          <ac:spMkLst>
            <pc:docMk/>
            <pc:sldMk cId="3934525119" sldId="2147483639"/>
            <ac:spMk id="33" creationId="{D9020763-DEA4-C71A-A5DC-3CA669A8CB99}"/>
          </ac:spMkLst>
        </pc:spChg>
        <pc:spChg chg="mod">
          <ac:chgData name="Victor Aumaitre" userId="379d7840-47ba-428f-9f95-660059feb219" providerId="ADAL" clId="{8E2CC9BA-CB9A-5093-8A9B-190C45947F08}" dt="2026-05-07T23:03:07.849" v="4904" actId="20577"/>
          <ac:spMkLst>
            <pc:docMk/>
            <pc:sldMk cId="3934525119" sldId="2147483639"/>
            <ac:spMk id="34" creationId="{AF017865-B147-C6E4-7D47-4845C30B10F0}"/>
          </ac:spMkLst>
        </pc:spChg>
        <pc:spChg chg="mod">
          <ac:chgData name="Victor Aumaitre" userId="379d7840-47ba-428f-9f95-660059feb219" providerId="ADAL" clId="{8E2CC9BA-CB9A-5093-8A9B-190C45947F08}" dt="2026-05-07T23:05:04.061" v="4912" actId="20577"/>
          <ac:spMkLst>
            <pc:docMk/>
            <pc:sldMk cId="3934525119" sldId="2147483639"/>
            <ac:spMk id="35" creationId="{E776AC01-8087-0DBD-A766-1F0C70BB2381}"/>
          </ac:spMkLst>
        </pc:spChg>
        <pc:spChg chg="del">
          <ac:chgData name="Victor Aumaitre" userId="379d7840-47ba-428f-9f95-660059feb219" providerId="ADAL" clId="{8E2CC9BA-CB9A-5093-8A9B-190C45947F08}" dt="2026-05-07T23:01:05.877" v="4893" actId="478"/>
          <ac:spMkLst>
            <pc:docMk/>
            <pc:sldMk cId="3934525119" sldId="2147483639"/>
            <ac:spMk id="36" creationId="{93AB2C8A-425B-2CF5-0C02-5AF0BB89DD31}"/>
          </ac:spMkLst>
        </pc:spChg>
        <pc:spChg chg="mod">
          <ac:chgData name="Victor Aumaitre" userId="379d7840-47ba-428f-9f95-660059feb219" providerId="ADAL" clId="{8E2CC9BA-CB9A-5093-8A9B-190C45947F08}" dt="2026-05-07T23:02:46.525" v="4900" actId="20577"/>
          <ac:spMkLst>
            <pc:docMk/>
            <pc:sldMk cId="3934525119" sldId="2147483639"/>
            <ac:spMk id="91" creationId="{B4F08505-1967-751F-D50B-85CA77FE8604}"/>
          </ac:spMkLst>
        </pc:spChg>
        <pc:spChg chg="mod">
          <ac:chgData name="Victor Aumaitre" userId="379d7840-47ba-428f-9f95-660059feb219" providerId="ADAL" clId="{8E2CC9BA-CB9A-5093-8A9B-190C45947F08}" dt="2026-05-07T23:03:45.084" v="4905"/>
          <ac:spMkLst>
            <pc:docMk/>
            <pc:sldMk cId="3934525119" sldId="2147483639"/>
            <ac:spMk id="95" creationId="{09954CBB-5157-B1BB-A69F-68F81BFD7D2B}"/>
          </ac:spMkLst>
        </pc:spChg>
        <pc:spChg chg="mod">
          <ac:chgData name="Victor Aumaitre" userId="379d7840-47ba-428f-9f95-660059feb219" providerId="ADAL" clId="{8E2CC9BA-CB9A-5093-8A9B-190C45947F08}" dt="2026-05-07T23:04:40.547" v="4909"/>
          <ac:spMkLst>
            <pc:docMk/>
            <pc:sldMk cId="3934525119" sldId="2147483639"/>
            <ac:spMk id="99" creationId="{967FEC5F-2463-4392-7745-240D687BDC93}"/>
          </ac:spMkLst>
        </pc:spChg>
        <pc:spChg chg="del">
          <ac:chgData name="Victor Aumaitre" userId="379d7840-47ba-428f-9f95-660059feb219" providerId="ADAL" clId="{8E2CC9BA-CB9A-5093-8A9B-190C45947F08}" dt="2026-05-07T23:01:05.877" v="4893" actId="478"/>
          <ac:spMkLst>
            <pc:docMk/>
            <pc:sldMk cId="3934525119" sldId="2147483639"/>
            <ac:spMk id="101" creationId="{107C10C9-EC27-FB04-8532-7362B3B83BC9}"/>
          </ac:spMkLst>
        </pc:spChg>
        <pc:spChg chg="del">
          <ac:chgData name="Victor Aumaitre" userId="379d7840-47ba-428f-9f95-660059feb219" providerId="ADAL" clId="{8E2CC9BA-CB9A-5093-8A9B-190C45947F08}" dt="2026-05-07T23:01:05.877" v="4893" actId="478"/>
          <ac:spMkLst>
            <pc:docMk/>
            <pc:sldMk cId="3934525119" sldId="2147483639"/>
            <ac:spMk id="102" creationId="{8C3EBFCE-EF16-4DBC-E886-3A404AFC1983}"/>
          </ac:spMkLst>
        </pc:spChg>
        <pc:spChg chg="del">
          <ac:chgData name="Victor Aumaitre" userId="379d7840-47ba-428f-9f95-660059feb219" providerId="ADAL" clId="{8E2CC9BA-CB9A-5093-8A9B-190C45947F08}" dt="2026-05-07T23:01:05.877" v="4893" actId="478"/>
          <ac:spMkLst>
            <pc:docMk/>
            <pc:sldMk cId="3934525119" sldId="2147483639"/>
            <ac:spMk id="103" creationId="{E87777C8-4F99-3246-4F93-16C692B3AC91}"/>
          </ac:spMkLst>
        </pc:spChg>
      </pc:sldChg>
      <pc:sldChg chg="addSp modSp add del mod">
        <pc:chgData name="Victor Aumaitre" userId="379d7840-47ba-428f-9f95-660059feb219" providerId="ADAL" clId="{8E2CC9BA-CB9A-5093-8A9B-190C45947F08}" dt="2026-05-08T15:48:58.397" v="7984" actId="2696"/>
        <pc:sldMkLst>
          <pc:docMk/>
          <pc:sldMk cId="3711429164" sldId="2147483640"/>
        </pc:sldMkLst>
        <pc:spChg chg="mod">
          <ac:chgData name="Victor Aumaitre" userId="379d7840-47ba-428f-9f95-660059feb219" providerId="ADAL" clId="{8E2CC9BA-CB9A-5093-8A9B-190C45947F08}" dt="2026-05-07T23:08:25.324" v="4939" actId="14100"/>
          <ac:spMkLst>
            <pc:docMk/>
            <pc:sldMk cId="3711429164" sldId="2147483640"/>
            <ac:spMk id="3" creationId="{55A47D34-B23F-E823-BF7C-9C4232057D7D}"/>
          </ac:spMkLst>
        </pc:spChg>
        <pc:spChg chg="mod">
          <ac:chgData name="Victor Aumaitre" userId="379d7840-47ba-428f-9f95-660059feb219" providerId="ADAL" clId="{8E2CC9BA-CB9A-5093-8A9B-190C45947F08}" dt="2026-05-07T23:06:50.133" v="4926" actId="20577"/>
          <ac:spMkLst>
            <pc:docMk/>
            <pc:sldMk cId="3711429164" sldId="2147483640"/>
            <ac:spMk id="4" creationId="{32435DBE-4150-6CE2-5D63-2E847927DBAD}"/>
          </ac:spMkLst>
        </pc:spChg>
        <pc:spChg chg="mod">
          <ac:chgData name="Victor Aumaitre" userId="379d7840-47ba-428f-9f95-660059feb219" providerId="ADAL" clId="{8E2CC9BA-CB9A-5093-8A9B-190C45947F08}" dt="2026-05-07T23:08:08.727" v="4938" actId="20577"/>
          <ac:spMkLst>
            <pc:docMk/>
            <pc:sldMk cId="3711429164" sldId="2147483640"/>
            <ac:spMk id="8" creationId="{F56717DE-1A9F-E523-4004-305DB7D038BB}"/>
          </ac:spMkLst>
        </pc:spChg>
        <pc:spChg chg="mod">
          <ac:chgData name="Victor Aumaitre" userId="379d7840-47ba-428f-9f95-660059feb219" providerId="ADAL" clId="{8E2CC9BA-CB9A-5093-8A9B-190C45947F08}" dt="2026-05-07T23:06:56.014" v="4930" actId="20577"/>
          <ac:spMkLst>
            <pc:docMk/>
            <pc:sldMk cId="3711429164" sldId="2147483640"/>
            <ac:spMk id="10" creationId="{B9355314-0154-38F1-8BD8-1E17537FAAE3}"/>
          </ac:spMkLst>
        </pc:spChg>
        <pc:spChg chg="mod">
          <ac:chgData name="Victor Aumaitre" userId="379d7840-47ba-428f-9f95-660059feb219" providerId="ADAL" clId="{8E2CC9BA-CB9A-5093-8A9B-190C45947F08}" dt="2026-05-07T23:11:38.411" v="4958" actId="1036"/>
          <ac:spMkLst>
            <pc:docMk/>
            <pc:sldMk cId="3711429164" sldId="2147483640"/>
            <ac:spMk id="12" creationId="{4FA625D7-4AA7-ADCE-5DAB-83579AD633C5}"/>
          </ac:spMkLst>
        </pc:spChg>
        <pc:spChg chg="mod">
          <ac:chgData name="Victor Aumaitre" userId="379d7840-47ba-428f-9f95-660059feb219" providerId="ADAL" clId="{8E2CC9BA-CB9A-5093-8A9B-190C45947F08}" dt="2026-05-07T23:07:00.816" v="4934" actId="20577"/>
          <ac:spMkLst>
            <pc:docMk/>
            <pc:sldMk cId="3711429164" sldId="2147483640"/>
            <ac:spMk id="14" creationId="{0AB8E2A6-E535-7B75-A158-68FC44E511AF}"/>
          </ac:spMkLst>
        </pc:spChg>
        <pc:spChg chg="mod">
          <ac:chgData name="Victor Aumaitre" userId="379d7840-47ba-428f-9f95-660059feb219" providerId="ADAL" clId="{8E2CC9BA-CB9A-5093-8A9B-190C45947F08}" dt="2026-05-07T23:08:47.233" v="4943" actId="20577"/>
          <ac:spMkLst>
            <pc:docMk/>
            <pc:sldMk cId="3711429164" sldId="2147483640"/>
            <ac:spMk id="16" creationId="{1CA89A51-88A1-B8F3-3D8A-8770E01A37C4}"/>
          </ac:spMkLst>
        </pc:spChg>
        <pc:spChg chg="mod">
          <ac:chgData name="Victor Aumaitre" userId="379d7840-47ba-428f-9f95-660059feb219" providerId="ADAL" clId="{8E2CC9BA-CB9A-5093-8A9B-190C45947F08}" dt="2026-05-07T23:07:06.607" v="4936" actId="20577"/>
          <ac:spMkLst>
            <pc:docMk/>
            <pc:sldMk cId="3711429164" sldId="2147483640"/>
            <ac:spMk id="18" creationId="{95D60294-A057-B3D5-C005-3458CE3D4E9C}"/>
          </ac:spMkLst>
        </pc:spChg>
        <pc:spChg chg="mod">
          <ac:chgData name="Victor Aumaitre" userId="379d7840-47ba-428f-9f95-660059feb219" providerId="ADAL" clId="{8E2CC9BA-CB9A-5093-8A9B-190C45947F08}" dt="2026-05-07T23:08:58.237" v="4945" actId="20577"/>
          <ac:spMkLst>
            <pc:docMk/>
            <pc:sldMk cId="3711429164" sldId="2147483640"/>
            <ac:spMk id="20" creationId="{02E5840B-1F6B-B5DE-DEEF-C12E90D79689}"/>
          </ac:spMkLst>
        </pc:spChg>
        <pc:spChg chg="add mod">
          <ac:chgData name="Victor Aumaitre" userId="379d7840-47ba-428f-9f95-660059feb219" providerId="ADAL" clId="{8E2CC9BA-CB9A-5093-8A9B-190C45947F08}" dt="2026-05-08T12:34:40.189" v="6977"/>
          <ac:spMkLst>
            <pc:docMk/>
            <pc:sldMk cId="3711429164" sldId="2147483640"/>
            <ac:spMk id="21" creationId="{266742BE-0284-AB29-9D1D-34D08034BC95}"/>
          </ac:spMkLst>
        </pc:spChg>
        <pc:spChg chg="mod">
          <ac:chgData name="Victor Aumaitre" userId="379d7840-47ba-428f-9f95-660059feb219" providerId="ADAL" clId="{8E2CC9BA-CB9A-5093-8A9B-190C45947F08}" dt="2026-05-07T23:06:31.458" v="4924" actId="20577"/>
          <ac:spMkLst>
            <pc:docMk/>
            <pc:sldMk cId="3711429164" sldId="2147483640"/>
            <ac:spMk id="27" creationId="{4FB6B9C3-A413-E563-5ABE-D5E6E209D9E4}"/>
          </ac:spMkLst>
        </pc:spChg>
        <pc:spChg chg="mod">
          <ac:chgData name="Victor Aumaitre" userId="379d7840-47ba-428f-9f95-660059feb219" providerId="ADAL" clId="{8E2CC9BA-CB9A-5093-8A9B-190C45947F08}" dt="2026-05-08T02:43:28.586" v="6311"/>
          <ac:spMkLst>
            <pc:docMk/>
            <pc:sldMk cId="3711429164" sldId="2147483640"/>
            <ac:spMk id="28" creationId="{79B0A65B-4A5A-398E-F021-B6AABC6368FB}"/>
          </ac:spMkLst>
        </pc:spChg>
        <pc:spChg chg="mod">
          <ac:chgData name="Victor Aumaitre" userId="379d7840-47ba-428f-9f95-660059feb219" providerId="ADAL" clId="{8E2CC9BA-CB9A-5093-8A9B-190C45947F08}" dt="2026-05-07T23:14:07.706" v="4974" actId="20577"/>
          <ac:spMkLst>
            <pc:docMk/>
            <pc:sldMk cId="3711429164" sldId="2147483640"/>
            <ac:spMk id="30" creationId="{0103871E-B874-6B38-EEF8-D0EEC5CBBC39}"/>
          </ac:spMkLst>
        </pc:spChg>
        <pc:spChg chg="mod">
          <ac:chgData name="Victor Aumaitre" userId="379d7840-47ba-428f-9f95-660059feb219" providerId="ADAL" clId="{8E2CC9BA-CB9A-5093-8A9B-190C45947F08}" dt="2026-05-07T23:11:05.393" v="4956" actId="6549"/>
          <ac:spMkLst>
            <pc:docMk/>
            <pc:sldMk cId="3711429164" sldId="2147483640"/>
            <ac:spMk id="33" creationId="{6A40A88A-0670-BF57-538E-B2F84341B44D}"/>
          </ac:spMkLst>
        </pc:spChg>
        <pc:spChg chg="mod">
          <ac:chgData name="Victor Aumaitre" userId="379d7840-47ba-428f-9f95-660059feb219" providerId="ADAL" clId="{8E2CC9BA-CB9A-5093-8A9B-190C45947F08}" dt="2026-05-07T23:13:13.079" v="4962" actId="20577"/>
          <ac:spMkLst>
            <pc:docMk/>
            <pc:sldMk cId="3711429164" sldId="2147483640"/>
            <ac:spMk id="34" creationId="{D65AF86B-1DF4-ECAE-4DE3-2A01C1F4ED84}"/>
          </ac:spMkLst>
        </pc:spChg>
        <pc:spChg chg="mod">
          <ac:chgData name="Victor Aumaitre" userId="379d7840-47ba-428f-9f95-660059feb219" providerId="ADAL" clId="{8E2CC9BA-CB9A-5093-8A9B-190C45947F08}" dt="2026-05-07T23:15:47.160" v="4980" actId="20577"/>
          <ac:spMkLst>
            <pc:docMk/>
            <pc:sldMk cId="3711429164" sldId="2147483640"/>
            <ac:spMk id="35" creationId="{332939A8-21BC-FCB6-547A-879E9712B9FE}"/>
          </ac:spMkLst>
        </pc:spChg>
        <pc:spChg chg="mod">
          <ac:chgData name="Victor Aumaitre" userId="379d7840-47ba-428f-9f95-660059feb219" providerId="ADAL" clId="{8E2CC9BA-CB9A-5093-8A9B-190C45947F08}" dt="2026-05-07T23:18:22.544" v="5012" actId="313"/>
          <ac:spMkLst>
            <pc:docMk/>
            <pc:sldMk cId="3711429164" sldId="2147483640"/>
            <ac:spMk id="36" creationId="{D3802826-E897-92C0-20F5-327B69A451C2}"/>
          </ac:spMkLst>
        </pc:spChg>
        <pc:spChg chg="mod">
          <ac:chgData name="Victor Aumaitre" userId="379d7840-47ba-428f-9f95-660059feb219" providerId="ADAL" clId="{8E2CC9BA-CB9A-5093-8A9B-190C45947F08}" dt="2026-05-07T23:09:15.447" v="4947" actId="20577"/>
          <ac:spMkLst>
            <pc:docMk/>
            <pc:sldMk cId="3711429164" sldId="2147483640"/>
            <ac:spMk id="91" creationId="{F1B22398-7B31-F087-C469-BD342EB7C619}"/>
          </ac:spMkLst>
        </pc:spChg>
        <pc:spChg chg="mod">
          <ac:chgData name="Victor Aumaitre" userId="379d7840-47ba-428f-9f95-660059feb219" providerId="ADAL" clId="{8E2CC9BA-CB9A-5093-8A9B-190C45947F08}" dt="2026-05-07T23:09:30.412" v="4949" actId="20577"/>
          <ac:spMkLst>
            <pc:docMk/>
            <pc:sldMk cId="3711429164" sldId="2147483640"/>
            <ac:spMk id="95" creationId="{0B012FD3-867F-9C37-76FF-B30F892960EF}"/>
          </ac:spMkLst>
        </pc:spChg>
        <pc:spChg chg="mod">
          <ac:chgData name="Victor Aumaitre" userId="379d7840-47ba-428f-9f95-660059feb219" providerId="ADAL" clId="{8E2CC9BA-CB9A-5093-8A9B-190C45947F08}" dt="2026-05-07T23:10:09.465" v="4951" actId="20577"/>
          <ac:spMkLst>
            <pc:docMk/>
            <pc:sldMk cId="3711429164" sldId="2147483640"/>
            <ac:spMk id="99" creationId="{3D1E71C6-199B-EAF8-D94C-10F9C5F56002}"/>
          </ac:spMkLst>
        </pc:spChg>
        <pc:spChg chg="mod">
          <ac:chgData name="Victor Aumaitre" userId="379d7840-47ba-428f-9f95-660059feb219" providerId="ADAL" clId="{8E2CC9BA-CB9A-5093-8A9B-190C45947F08}" dt="2026-05-07T23:10:23.072" v="4953" actId="20577"/>
          <ac:spMkLst>
            <pc:docMk/>
            <pc:sldMk cId="3711429164" sldId="2147483640"/>
            <ac:spMk id="103" creationId="{B1AAB5A4-2B6A-3986-D55B-00E2CB119E3A}"/>
          </ac:spMkLst>
        </pc:spChg>
      </pc:sldChg>
      <pc:sldChg chg="addSp delSp modSp add del mod">
        <pc:chgData name="Victor Aumaitre" userId="379d7840-47ba-428f-9f95-660059feb219" providerId="ADAL" clId="{8E2CC9BA-CB9A-5093-8A9B-190C45947F08}" dt="2026-05-08T15:48:58.388" v="7983" actId="2696"/>
        <pc:sldMkLst>
          <pc:docMk/>
          <pc:sldMk cId="706417967" sldId="2147483641"/>
        </pc:sldMkLst>
        <pc:spChg chg="mod">
          <ac:chgData name="Victor Aumaitre" userId="379d7840-47ba-428f-9f95-660059feb219" providerId="ADAL" clId="{8E2CC9BA-CB9A-5093-8A9B-190C45947F08}" dt="2026-05-07T23:21:49.127" v="5020" actId="20577"/>
          <ac:spMkLst>
            <pc:docMk/>
            <pc:sldMk cId="706417967" sldId="2147483641"/>
            <ac:spMk id="4" creationId="{3FED705A-0E06-1F47-DDBD-5A428A3573F3}"/>
          </ac:spMkLst>
        </pc:spChg>
        <pc:spChg chg="mod">
          <ac:chgData name="Victor Aumaitre" userId="379d7840-47ba-428f-9f95-660059feb219" providerId="ADAL" clId="{8E2CC9BA-CB9A-5093-8A9B-190C45947F08}" dt="2026-05-07T23:20:10.668" v="5016" actId="20577"/>
          <ac:spMkLst>
            <pc:docMk/>
            <pc:sldMk cId="706417967" sldId="2147483641"/>
            <ac:spMk id="8" creationId="{39C76C93-6925-9358-DD5B-6E84996B80FD}"/>
          </ac:spMkLst>
        </pc:spChg>
        <pc:spChg chg="add mod">
          <ac:chgData name="Victor Aumaitre" userId="379d7840-47ba-428f-9f95-660059feb219" providerId="ADAL" clId="{8E2CC9BA-CB9A-5093-8A9B-190C45947F08}" dt="2026-05-08T12:34:41.876" v="6978"/>
          <ac:spMkLst>
            <pc:docMk/>
            <pc:sldMk cId="706417967" sldId="2147483641"/>
            <ac:spMk id="9" creationId="{74116384-DD40-813F-EC5E-AB5781717433}"/>
          </ac:spMkLst>
        </pc:spChg>
        <pc:spChg chg="del">
          <ac:chgData name="Victor Aumaitre" userId="379d7840-47ba-428f-9f95-660059feb219" providerId="ADAL" clId="{8E2CC9BA-CB9A-5093-8A9B-190C45947F08}" dt="2026-05-07T23:19:55.897" v="5014" actId="478"/>
          <ac:spMkLst>
            <pc:docMk/>
            <pc:sldMk cId="706417967" sldId="2147483641"/>
            <ac:spMk id="10" creationId="{9C425E8D-1CA7-F346-1399-7CC7CD14145D}"/>
          </ac:spMkLst>
        </pc:spChg>
        <pc:spChg chg="del">
          <ac:chgData name="Victor Aumaitre" userId="379d7840-47ba-428f-9f95-660059feb219" providerId="ADAL" clId="{8E2CC9BA-CB9A-5093-8A9B-190C45947F08}" dt="2026-05-07T23:19:55.897" v="5014" actId="478"/>
          <ac:spMkLst>
            <pc:docMk/>
            <pc:sldMk cId="706417967" sldId="2147483641"/>
            <ac:spMk id="12" creationId="{67BA8696-2C69-286D-41A7-6C76A4BF2A77}"/>
          </ac:spMkLst>
        </pc:spChg>
        <pc:spChg chg="del">
          <ac:chgData name="Victor Aumaitre" userId="379d7840-47ba-428f-9f95-660059feb219" providerId="ADAL" clId="{8E2CC9BA-CB9A-5093-8A9B-190C45947F08}" dt="2026-05-07T23:19:55.897" v="5014" actId="478"/>
          <ac:spMkLst>
            <pc:docMk/>
            <pc:sldMk cId="706417967" sldId="2147483641"/>
            <ac:spMk id="15" creationId="{6D7C25C5-4104-BBE7-393E-A2064C5AC6D6}"/>
          </ac:spMkLst>
        </pc:spChg>
        <pc:spChg chg="del">
          <ac:chgData name="Victor Aumaitre" userId="379d7840-47ba-428f-9f95-660059feb219" providerId="ADAL" clId="{8E2CC9BA-CB9A-5093-8A9B-190C45947F08}" dt="2026-05-07T23:19:55.897" v="5014" actId="478"/>
          <ac:spMkLst>
            <pc:docMk/>
            <pc:sldMk cId="706417967" sldId="2147483641"/>
            <ac:spMk id="16" creationId="{4F4F654F-2A75-2D28-96D0-1217762F39E6}"/>
          </ac:spMkLst>
        </pc:spChg>
        <pc:spChg chg="del">
          <ac:chgData name="Victor Aumaitre" userId="379d7840-47ba-428f-9f95-660059feb219" providerId="ADAL" clId="{8E2CC9BA-CB9A-5093-8A9B-190C45947F08}" dt="2026-05-07T23:19:55.897" v="5014" actId="478"/>
          <ac:spMkLst>
            <pc:docMk/>
            <pc:sldMk cId="706417967" sldId="2147483641"/>
            <ac:spMk id="23" creationId="{A9276BE1-120E-9FF1-2ABC-766F2E52542F}"/>
          </ac:spMkLst>
        </pc:spChg>
        <pc:spChg chg="del">
          <ac:chgData name="Victor Aumaitre" userId="379d7840-47ba-428f-9f95-660059feb219" providerId="ADAL" clId="{8E2CC9BA-CB9A-5093-8A9B-190C45947F08}" dt="2026-05-07T23:19:55.897" v="5014" actId="478"/>
          <ac:spMkLst>
            <pc:docMk/>
            <pc:sldMk cId="706417967" sldId="2147483641"/>
            <ac:spMk id="24" creationId="{8D44CFC1-2D2D-4CDF-AB80-1346E940315D}"/>
          </ac:spMkLst>
        </pc:spChg>
        <pc:spChg chg="mod">
          <ac:chgData name="Victor Aumaitre" userId="379d7840-47ba-428f-9f95-660059feb219" providerId="ADAL" clId="{8E2CC9BA-CB9A-5093-8A9B-190C45947F08}" dt="2026-05-07T23:21:43.349" v="5018" actId="20577"/>
          <ac:spMkLst>
            <pc:docMk/>
            <pc:sldMk cId="706417967" sldId="2147483641"/>
            <ac:spMk id="27" creationId="{9E223F2A-BBFD-740C-E1D4-18C0FD9D636A}"/>
          </ac:spMkLst>
        </pc:spChg>
        <pc:spChg chg="mod">
          <ac:chgData name="Victor Aumaitre" userId="379d7840-47ba-428f-9f95-660059feb219" providerId="ADAL" clId="{8E2CC9BA-CB9A-5093-8A9B-190C45947F08}" dt="2026-05-08T02:43:34.805" v="6312"/>
          <ac:spMkLst>
            <pc:docMk/>
            <pc:sldMk cId="706417967" sldId="2147483641"/>
            <ac:spMk id="28" creationId="{8F88F27C-2F32-C3FB-1A92-D1C88631B4CB}"/>
          </ac:spMkLst>
        </pc:spChg>
        <pc:spChg chg="del">
          <ac:chgData name="Victor Aumaitre" userId="379d7840-47ba-428f-9f95-660059feb219" providerId="ADAL" clId="{8E2CC9BA-CB9A-5093-8A9B-190C45947F08}" dt="2026-05-07T23:19:55.897" v="5014" actId="478"/>
          <ac:spMkLst>
            <pc:docMk/>
            <pc:sldMk cId="706417967" sldId="2147483641"/>
            <ac:spMk id="30" creationId="{6BCE17DF-0878-2E7A-C60B-68C6FDCCC6B7}"/>
          </ac:spMkLst>
        </pc:spChg>
        <pc:spChg chg="mod">
          <ac:chgData name="Victor Aumaitre" userId="379d7840-47ba-428f-9f95-660059feb219" providerId="ADAL" clId="{8E2CC9BA-CB9A-5093-8A9B-190C45947F08}" dt="2026-05-07T23:25:08.791" v="5077" actId="1035"/>
          <ac:spMkLst>
            <pc:docMk/>
            <pc:sldMk cId="706417967" sldId="2147483641"/>
            <ac:spMk id="31" creationId="{47EBBD9C-71B8-5F99-5EF5-1102EB552A92}"/>
          </ac:spMkLst>
        </pc:spChg>
        <pc:spChg chg="mod">
          <ac:chgData name="Victor Aumaitre" userId="379d7840-47ba-428f-9f95-660059feb219" providerId="ADAL" clId="{8E2CC9BA-CB9A-5093-8A9B-190C45947F08}" dt="2026-05-07T23:25:08.791" v="5077" actId="1035"/>
          <ac:spMkLst>
            <pc:docMk/>
            <pc:sldMk cId="706417967" sldId="2147483641"/>
            <ac:spMk id="32" creationId="{C3516622-07EA-002E-1DD1-FA2F2E9AA3B0}"/>
          </ac:spMkLst>
        </pc:spChg>
        <pc:spChg chg="mod">
          <ac:chgData name="Victor Aumaitre" userId="379d7840-47ba-428f-9f95-660059feb219" providerId="ADAL" clId="{8E2CC9BA-CB9A-5093-8A9B-190C45947F08}" dt="2026-05-07T23:25:08.791" v="5077" actId="1035"/>
          <ac:spMkLst>
            <pc:docMk/>
            <pc:sldMk cId="706417967" sldId="2147483641"/>
            <ac:spMk id="33" creationId="{95FB3C1A-533A-3AFA-36F6-78733B9A630C}"/>
          </ac:spMkLst>
        </pc:spChg>
        <pc:spChg chg="mod">
          <ac:chgData name="Victor Aumaitre" userId="379d7840-47ba-428f-9f95-660059feb219" providerId="ADAL" clId="{8E2CC9BA-CB9A-5093-8A9B-190C45947F08}" dt="2026-05-07T23:23:47.944" v="5026" actId="20577"/>
          <ac:spMkLst>
            <pc:docMk/>
            <pc:sldMk cId="706417967" sldId="2147483641"/>
            <ac:spMk id="34" creationId="{DA1E7F08-EAE5-48F5-1D3D-888EF905976A}"/>
          </ac:spMkLst>
        </pc:spChg>
        <pc:spChg chg="del">
          <ac:chgData name="Victor Aumaitre" userId="379d7840-47ba-428f-9f95-660059feb219" providerId="ADAL" clId="{8E2CC9BA-CB9A-5093-8A9B-190C45947F08}" dt="2026-05-07T23:19:55.897" v="5014" actId="478"/>
          <ac:spMkLst>
            <pc:docMk/>
            <pc:sldMk cId="706417967" sldId="2147483641"/>
            <ac:spMk id="35" creationId="{27BD871D-A7A1-9DD8-5692-ADB344A90C37}"/>
          </ac:spMkLst>
        </pc:spChg>
        <pc:spChg chg="mod">
          <ac:chgData name="Victor Aumaitre" userId="379d7840-47ba-428f-9f95-660059feb219" providerId="ADAL" clId="{8E2CC9BA-CB9A-5093-8A9B-190C45947F08}" dt="2026-05-07T23:22:31.314" v="5023" actId="14100"/>
          <ac:spMkLst>
            <pc:docMk/>
            <pc:sldMk cId="706417967" sldId="2147483641"/>
            <ac:spMk id="91" creationId="{0C6F8715-6856-42C7-61F8-575E11B87EEC}"/>
          </ac:spMkLst>
        </pc:spChg>
        <pc:spChg chg="del">
          <ac:chgData name="Victor Aumaitre" userId="379d7840-47ba-428f-9f95-660059feb219" providerId="ADAL" clId="{8E2CC9BA-CB9A-5093-8A9B-190C45947F08}" dt="2026-05-07T23:19:55.897" v="5014" actId="478"/>
          <ac:spMkLst>
            <pc:docMk/>
            <pc:sldMk cId="706417967" sldId="2147483641"/>
            <ac:spMk id="95" creationId="{6611D4FC-070A-01CF-9F56-A70DFC8941AC}"/>
          </ac:spMkLst>
        </pc:spChg>
        <pc:spChg chg="del">
          <ac:chgData name="Victor Aumaitre" userId="379d7840-47ba-428f-9f95-660059feb219" providerId="ADAL" clId="{8E2CC9BA-CB9A-5093-8A9B-190C45947F08}" dt="2026-05-07T23:19:55.897" v="5014" actId="478"/>
          <ac:spMkLst>
            <pc:docMk/>
            <pc:sldMk cId="706417967" sldId="2147483641"/>
            <ac:spMk id="99" creationId="{8284739E-1265-0AC5-4EDD-A602BC5AAB6A}"/>
          </ac:spMkLst>
        </pc:spChg>
      </pc:sldChg>
      <pc:sldChg chg="addSp modSp add del mod">
        <pc:chgData name="Victor Aumaitre" userId="379d7840-47ba-428f-9f95-660059feb219" providerId="ADAL" clId="{8E2CC9BA-CB9A-5093-8A9B-190C45947F08}" dt="2026-05-08T15:48:58.370" v="7981" actId="2696"/>
        <pc:sldMkLst>
          <pc:docMk/>
          <pc:sldMk cId="766651874" sldId="2147483642"/>
        </pc:sldMkLst>
        <pc:spChg chg="mod">
          <ac:chgData name="Victor Aumaitre" userId="379d7840-47ba-428f-9f95-660059feb219" providerId="ADAL" clId="{8E2CC9BA-CB9A-5093-8A9B-190C45947F08}" dt="2026-05-07T23:26:46.045" v="5110" actId="20577"/>
          <ac:spMkLst>
            <pc:docMk/>
            <pc:sldMk cId="766651874" sldId="2147483642"/>
            <ac:spMk id="4" creationId="{C7606597-5D8B-FA3F-F2D1-EB04E01F1EBE}"/>
          </ac:spMkLst>
        </pc:spChg>
        <pc:spChg chg="mod">
          <ac:chgData name="Victor Aumaitre" userId="379d7840-47ba-428f-9f95-660059feb219" providerId="ADAL" clId="{8E2CC9BA-CB9A-5093-8A9B-190C45947F08}" dt="2026-05-07T23:27:18.730" v="5118" actId="20577"/>
          <ac:spMkLst>
            <pc:docMk/>
            <pc:sldMk cId="766651874" sldId="2147483642"/>
            <ac:spMk id="8" creationId="{B1C64F71-8867-B8F7-8A6A-6D364305242C}"/>
          </ac:spMkLst>
        </pc:spChg>
        <pc:spChg chg="mod">
          <ac:chgData name="Victor Aumaitre" userId="379d7840-47ba-428f-9f95-660059feb219" providerId="ADAL" clId="{8E2CC9BA-CB9A-5093-8A9B-190C45947F08}" dt="2026-05-07T23:26:52.177" v="5112" actId="20577"/>
          <ac:spMkLst>
            <pc:docMk/>
            <pc:sldMk cId="766651874" sldId="2147483642"/>
            <ac:spMk id="10" creationId="{9585454C-9640-2D68-EB53-5000B419711D}"/>
          </ac:spMkLst>
        </pc:spChg>
        <pc:spChg chg="mod">
          <ac:chgData name="Victor Aumaitre" userId="379d7840-47ba-428f-9f95-660059feb219" providerId="ADAL" clId="{8E2CC9BA-CB9A-5093-8A9B-190C45947F08}" dt="2026-05-07T23:27:29.923" v="5119"/>
          <ac:spMkLst>
            <pc:docMk/>
            <pc:sldMk cId="766651874" sldId="2147483642"/>
            <ac:spMk id="12" creationId="{70D436FF-2305-C212-D494-826D61B800AF}"/>
          </ac:spMkLst>
        </pc:spChg>
        <pc:spChg chg="mod">
          <ac:chgData name="Victor Aumaitre" userId="379d7840-47ba-428f-9f95-660059feb219" providerId="ADAL" clId="{8E2CC9BA-CB9A-5093-8A9B-190C45947F08}" dt="2026-05-07T23:26:58.058" v="5116" actId="20577"/>
          <ac:spMkLst>
            <pc:docMk/>
            <pc:sldMk cId="766651874" sldId="2147483642"/>
            <ac:spMk id="14" creationId="{77B94278-F25E-4169-0EEF-DEC580F84B93}"/>
          </ac:spMkLst>
        </pc:spChg>
        <pc:spChg chg="mod">
          <ac:chgData name="Victor Aumaitre" userId="379d7840-47ba-428f-9f95-660059feb219" providerId="ADAL" clId="{8E2CC9BA-CB9A-5093-8A9B-190C45947F08}" dt="2026-05-07T23:27:41.333" v="5120"/>
          <ac:spMkLst>
            <pc:docMk/>
            <pc:sldMk cId="766651874" sldId="2147483642"/>
            <ac:spMk id="16" creationId="{9C27A75F-27AA-2724-39C7-FC22117712AE}"/>
          </ac:spMkLst>
        </pc:spChg>
        <pc:spChg chg="add mod">
          <ac:chgData name="Victor Aumaitre" userId="379d7840-47ba-428f-9f95-660059feb219" providerId="ADAL" clId="{8E2CC9BA-CB9A-5093-8A9B-190C45947F08}" dt="2026-05-08T12:34:44.014" v="6979"/>
          <ac:spMkLst>
            <pc:docMk/>
            <pc:sldMk cId="766651874" sldId="2147483642"/>
            <ac:spMk id="17" creationId="{576A4B38-0C4A-0B4C-9D5F-9B7181C757EB}"/>
          </ac:spMkLst>
        </pc:spChg>
        <pc:spChg chg="mod">
          <ac:chgData name="Victor Aumaitre" userId="379d7840-47ba-428f-9f95-660059feb219" providerId="ADAL" clId="{8E2CC9BA-CB9A-5093-8A9B-190C45947F08}" dt="2026-05-07T23:26:15.795" v="5108" actId="20577"/>
          <ac:spMkLst>
            <pc:docMk/>
            <pc:sldMk cId="766651874" sldId="2147483642"/>
            <ac:spMk id="27" creationId="{2E2967C9-1C38-1CFD-7EF8-8DEE7BA7FBA4}"/>
          </ac:spMkLst>
        </pc:spChg>
        <pc:spChg chg="mod">
          <ac:chgData name="Victor Aumaitre" userId="379d7840-47ba-428f-9f95-660059feb219" providerId="ADAL" clId="{8E2CC9BA-CB9A-5093-8A9B-190C45947F08}" dt="2026-05-08T02:43:40.573" v="6313"/>
          <ac:spMkLst>
            <pc:docMk/>
            <pc:sldMk cId="766651874" sldId="2147483642"/>
            <ac:spMk id="28" creationId="{A1FE202C-2CD9-520A-7865-784EEE0C1461}"/>
          </ac:spMkLst>
        </pc:spChg>
        <pc:spChg chg="mod">
          <ac:chgData name="Victor Aumaitre" userId="379d7840-47ba-428f-9f95-660059feb219" providerId="ADAL" clId="{8E2CC9BA-CB9A-5093-8A9B-190C45947F08}" dt="2026-05-07T23:33:54.753" v="5157" actId="20577"/>
          <ac:spMkLst>
            <pc:docMk/>
            <pc:sldMk cId="766651874" sldId="2147483642"/>
            <ac:spMk id="30" creationId="{57700540-F209-A98E-53E8-A006C3CC835A}"/>
          </ac:spMkLst>
        </pc:spChg>
        <pc:spChg chg="mod">
          <ac:chgData name="Victor Aumaitre" userId="379d7840-47ba-428f-9f95-660059feb219" providerId="ADAL" clId="{8E2CC9BA-CB9A-5093-8A9B-190C45947F08}" dt="2026-05-07T23:35:57.953" v="5161" actId="6549"/>
          <ac:spMkLst>
            <pc:docMk/>
            <pc:sldMk cId="766651874" sldId="2147483642"/>
            <ac:spMk id="33" creationId="{02EAFFB2-0DF2-0421-152D-4261585D8C83}"/>
          </ac:spMkLst>
        </pc:spChg>
        <pc:spChg chg="mod">
          <ac:chgData name="Victor Aumaitre" userId="379d7840-47ba-428f-9f95-660059feb219" providerId="ADAL" clId="{8E2CC9BA-CB9A-5093-8A9B-190C45947F08}" dt="2026-05-07T23:31:05.973" v="5145" actId="20577"/>
          <ac:spMkLst>
            <pc:docMk/>
            <pc:sldMk cId="766651874" sldId="2147483642"/>
            <ac:spMk id="34" creationId="{C4ACEFDE-3D81-A9A0-8321-0621830ADFD7}"/>
          </ac:spMkLst>
        </pc:spChg>
        <pc:spChg chg="mod">
          <ac:chgData name="Victor Aumaitre" userId="379d7840-47ba-428f-9f95-660059feb219" providerId="ADAL" clId="{8E2CC9BA-CB9A-5093-8A9B-190C45947F08}" dt="2026-05-07T23:32:29.345" v="5152" actId="20577"/>
          <ac:spMkLst>
            <pc:docMk/>
            <pc:sldMk cId="766651874" sldId="2147483642"/>
            <ac:spMk id="35" creationId="{196968F6-1A71-60DD-C9C7-0091F9744989}"/>
          </ac:spMkLst>
        </pc:spChg>
        <pc:spChg chg="mod">
          <ac:chgData name="Victor Aumaitre" userId="379d7840-47ba-428f-9f95-660059feb219" providerId="ADAL" clId="{8E2CC9BA-CB9A-5093-8A9B-190C45947F08}" dt="2026-05-07T23:28:42.011" v="5122" actId="20577"/>
          <ac:spMkLst>
            <pc:docMk/>
            <pc:sldMk cId="766651874" sldId="2147483642"/>
            <ac:spMk id="91" creationId="{50840F96-1522-3227-0C71-F7334F671EDB}"/>
          </ac:spMkLst>
        </pc:spChg>
        <pc:spChg chg="mod">
          <ac:chgData name="Victor Aumaitre" userId="379d7840-47ba-428f-9f95-660059feb219" providerId="ADAL" clId="{8E2CC9BA-CB9A-5093-8A9B-190C45947F08}" dt="2026-05-07T23:29:00.260" v="5124" actId="20577"/>
          <ac:spMkLst>
            <pc:docMk/>
            <pc:sldMk cId="766651874" sldId="2147483642"/>
            <ac:spMk id="95" creationId="{17FDB6E8-E501-1836-E392-8A1175357367}"/>
          </ac:spMkLst>
        </pc:spChg>
        <pc:spChg chg="mod">
          <ac:chgData name="Victor Aumaitre" userId="379d7840-47ba-428f-9f95-660059feb219" providerId="ADAL" clId="{8E2CC9BA-CB9A-5093-8A9B-190C45947F08}" dt="2026-05-07T23:29:17.185" v="5126" actId="20577"/>
          <ac:spMkLst>
            <pc:docMk/>
            <pc:sldMk cId="766651874" sldId="2147483642"/>
            <ac:spMk id="99" creationId="{96F16B70-95D8-4313-0612-206499873910}"/>
          </ac:spMkLst>
        </pc:spChg>
      </pc:sldChg>
      <pc:sldChg chg="addSp delSp modSp add del mod">
        <pc:chgData name="Victor Aumaitre" userId="379d7840-47ba-428f-9f95-660059feb219" providerId="ADAL" clId="{8E2CC9BA-CB9A-5093-8A9B-190C45947F08}" dt="2026-05-08T15:48:58.382" v="7982" actId="2696"/>
        <pc:sldMkLst>
          <pc:docMk/>
          <pc:sldMk cId="1934939917" sldId="2147483643"/>
        </pc:sldMkLst>
        <pc:spChg chg="mod">
          <ac:chgData name="Victor Aumaitre" userId="379d7840-47ba-428f-9f95-660059feb219" providerId="ADAL" clId="{8E2CC9BA-CB9A-5093-8A9B-190C45947F08}" dt="2026-05-07T23:43:23.853" v="5217" actId="14100"/>
          <ac:spMkLst>
            <pc:docMk/>
            <pc:sldMk cId="1934939917" sldId="2147483643"/>
            <ac:spMk id="3" creationId="{C3779D19-C081-E918-C331-C00AB10F5F21}"/>
          </ac:spMkLst>
        </pc:spChg>
        <pc:spChg chg="mod">
          <ac:chgData name="Victor Aumaitre" userId="379d7840-47ba-428f-9f95-660059feb219" providerId="ADAL" clId="{8E2CC9BA-CB9A-5093-8A9B-190C45947F08}" dt="2026-05-07T23:38:46.243" v="5177" actId="20577"/>
          <ac:spMkLst>
            <pc:docMk/>
            <pc:sldMk cId="1934939917" sldId="2147483643"/>
            <ac:spMk id="4" creationId="{933BF90C-3478-446B-E2E4-8D491E1966F5}"/>
          </ac:spMkLst>
        </pc:spChg>
        <pc:spChg chg="mod">
          <ac:chgData name="Victor Aumaitre" userId="379d7840-47ba-428f-9f95-660059feb219" providerId="ADAL" clId="{8E2CC9BA-CB9A-5093-8A9B-190C45947F08}" dt="2026-05-07T23:39:34.131" v="5179"/>
          <ac:spMkLst>
            <pc:docMk/>
            <pc:sldMk cId="1934939917" sldId="2147483643"/>
            <ac:spMk id="8" creationId="{4C2B5484-EFAF-DAB7-C01B-23AED46D2D85}"/>
          </ac:spMkLst>
        </pc:spChg>
        <pc:spChg chg="mod">
          <ac:chgData name="Victor Aumaitre" userId="379d7840-47ba-428f-9f95-660059feb219" providerId="ADAL" clId="{8E2CC9BA-CB9A-5093-8A9B-190C45947F08}" dt="2026-05-07T23:41:52.062" v="5197" actId="20577"/>
          <ac:spMkLst>
            <pc:docMk/>
            <pc:sldMk cId="1934939917" sldId="2147483643"/>
            <ac:spMk id="10" creationId="{B7CDC398-693B-942D-6D39-4B437AC15E0A}"/>
          </ac:spMkLst>
        </pc:spChg>
        <pc:spChg chg="mod">
          <ac:chgData name="Victor Aumaitre" userId="379d7840-47ba-428f-9f95-660059feb219" providerId="ADAL" clId="{8E2CC9BA-CB9A-5093-8A9B-190C45947F08}" dt="2026-05-07T23:42:56.107" v="5213" actId="20577"/>
          <ac:spMkLst>
            <pc:docMk/>
            <pc:sldMk cId="1934939917" sldId="2147483643"/>
            <ac:spMk id="12" creationId="{F1F3CC1D-CC4E-2340-088F-911BACEB5C05}"/>
          </ac:spMkLst>
        </pc:spChg>
        <pc:spChg chg="mod">
          <ac:chgData name="Victor Aumaitre" userId="379d7840-47ba-428f-9f95-660059feb219" providerId="ADAL" clId="{8E2CC9BA-CB9A-5093-8A9B-190C45947F08}" dt="2026-05-07T23:41:56.466" v="5199" actId="20577"/>
          <ac:spMkLst>
            <pc:docMk/>
            <pc:sldMk cId="1934939917" sldId="2147483643"/>
            <ac:spMk id="14" creationId="{B3E8C09B-DA9B-0AA7-2682-8390051AD635}"/>
          </ac:spMkLst>
        </pc:spChg>
        <pc:spChg chg="mod">
          <ac:chgData name="Victor Aumaitre" userId="379d7840-47ba-428f-9f95-660059feb219" providerId="ADAL" clId="{8E2CC9BA-CB9A-5093-8A9B-190C45947F08}" dt="2026-05-07T23:43:06.716" v="5215" actId="20577"/>
          <ac:spMkLst>
            <pc:docMk/>
            <pc:sldMk cId="1934939917" sldId="2147483643"/>
            <ac:spMk id="16" creationId="{B00231CF-4E12-CA2E-6757-4D2C9223E25D}"/>
          </ac:spMkLst>
        </pc:spChg>
        <pc:spChg chg="mod">
          <ac:chgData name="Victor Aumaitre" userId="379d7840-47ba-428f-9f95-660059feb219" providerId="ADAL" clId="{8E2CC9BA-CB9A-5093-8A9B-190C45947F08}" dt="2026-05-07T23:42:04.517" v="5203" actId="20577"/>
          <ac:spMkLst>
            <pc:docMk/>
            <pc:sldMk cId="1934939917" sldId="2147483643"/>
            <ac:spMk id="18" creationId="{CD1B502F-288F-4860-1E9A-CC61B5E0F6FC}"/>
          </ac:spMkLst>
        </pc:spChg>
        <pc:spChg chg="mod">
          <ac:chgData name="Victor Aumaitre" userId="379d7840-47ba-428f-9f95-660059feb219" providerId="ADAL" clId="{8E2CC9BA-CB9A-5093-8A9B-190C45947F08}" dt="2026-05-07T23:48:41.213" v="5235"/>
          <ac:spMkLst>
            <pc:docMk/>
            <pc:sldMk cId="1934939917" sldId="2147483643"/>
            <ac:spMk id="20" creationId="{8F136245-B25B-6FDA-2801-1A1B0775C592}"/>
          </ac:spMkLst>
        </pc:spChg>
        <pc:spChg chg="add mod">
          <ac:chgData name="Victor Aumaitre" userId="379d7840-47ba-428f-9f95-660059feb219" providerId="ADAL" clId="{8E2CC9BA-CB9A-5093-8A9B-190C45947F08}" dt="2026-05-07T23:37:48.291" v="5169" actId="1076"/>
          <ac:spMkLst>
            <pc:docMk/>
            <pc:sldMk cId="1934939917" sldId="2147483643"/>
            <ac:spMk id="21" creationId="{49308F00-87F7-BCAE-FCDD-27435CF324E5}"/>
          </ac:spMkLst>
        </pc:spChg>
        <pc:spChg chg="mod">
          <ac:chgData name="Victor Aumaitre" userId="379d7840-47ba-428f-9f95-660059feb219" providerId="ADAL" clId="{8E2CC9BA-CB9A-5093-8A9B-190C45947F08}" dt="2026-05-07T23:37:00.110" v="5165" actId="20577"/>
          <ac:spMkLst>
            <pc:docMk/>
            <pc:sldMk cId="1934939917" sldId="2147483643"/>
            <ac:spMk id="27" creationId="{03B98AB3-615D-1169-B533-5E03B9045E62}"/>
          </ac:spMkLst>
        </pc:spChg>
        <pc:spChg chg="mod">
          <ac:chgData name="Victor Aumaitre" userId="379d7840-47ba-428f-9f95-660059feb219" providerId="ADAL" clId="{8E2CC9BA-CB9A-5093-8A9B-190C45947F08}" dt="2026-05-08T02:43:10.656" v="6308"/>
          <ac:spMkLst>
            <pc:docMk/>
            <pc:sldMk cId="1934939917" sldId="2147483643"/>
            <ac:spMk id="28" creationId="{A2C2BA6F-7CE8-3B5E-B324-FDE387E12D0A}"/>
          </ac:spMkLst>
        </pc:spChg>
        <pc:spChg chg="mod">
          <ac:chgData name="Victor Aumaitre" userId="379d7840-47ba-428f-9f95-660059feb219" providerId="ADAL" clId="{8E2CC9BA-CB9A-5093-8A9B-190C45947F08}" dt="2026-05-08T03:15:58.793" v="6670" actId="108"/>
          <ac:spMkLst>
            <pc:docMk/>
            <pc:sldMk cId="1934939917" sldId="2147483643"/>
            <ac:spMk id="30" creationId="{370D6F9C-3369-6484-1C31-0A7F1BB7BCA6}"/>
          </ac:spMkLst>
        </pc:spChg>
        <pc:spChg chg="add mod">
          <ac:chgData name="Victor Aumaitre" userId="379d7840-47ba-428f-9f95-660059feb219" providerId="ADAL" clId="{8E2CC9BA-CB9A-5093-8A9B-190C45947F08}" dt="2026-05-08T12:34:34.157" v="6974"/>
          <ac:spMkLst>
            <pc:docMk/>
            <pc:sldMk cId="1934939917" sldId="2147483643"/>
            <ac:spMk id="31" creationId="{3151E8F3-1520-BB06-D4F6-B5AE820AD4DA}"/>
          </ac:spMkLst>
        </pc:spChg>
        <pc:spChg chg="del">
          <ac:chgData name="Victor Aumaitre" userId="379d7840-47ba-428f-9f95-660059feb219" providerId="ADAL" clId="{8E2CC9BA-CB9A-5093-8A9B-190C45947F08}" dt="2026-05-07T23:37:34.422" v="5167" actId="478"/>
          <ac:spMkLst>
            <pc:docMk/>
            <pc:sldMk cId="1934939917" sldId="2147483643"/>
            <ac:spMk id="31" creationId="{D3C8670E-7600-32E5-6205-10BEAA074284}"/>
          </ac:spMkLst>
        </pc:spChg>
        <pc:spChg chg="del">
          <ac:chgData name="Victor Aumaitre" userId="379d7840-47ba-428f-9f95-660059feb219" providerId="ADAL" clId="{8E2CC9BA-CB9A-5093-8A9B-190C45947F08}" dt="2026-05-07T23:37:34.422" v="5167" actId="478"/>
          <ac:spMkLst>
            <pc:docMk/>
            <pc:sldMk cId="1934939917" sldId="2147483643"/>
            <ac:spMk id="32" creationId="{D49F29B7-F5A3-823C-D53D-E00E1A3901C6}"/>
          </ac:spMkLst>
        </pc:spChg>
        <pc:spChg chg="del">
          <ac:chgData name="Victor Aumaitre" userId="379d7840-47ba-428f-9f95-660059feb219" providerId="ADAL" clId="{8E2CC9BA-CB9A-5093-8A9B-190C45947F08}" dt="2026-05-07T23:37:34.422" v="5167" actId="478"/>
          <ac:spMkLst>
            <pc:docMk/>
            <pc:sldMk cId="1934939917" sldId="2147483643"/>
            <ac:spMk id="33" creationId="{B8EA96E0-E387-7902-17F3-F3462E0E99B9}"/>
          </ac:spMkLst>
        </pc:spChg>
        <pc:spChg chg="mod">
          <ac:chgData name="Victor Aumaitre" userId="379d7840-47ba-428f-9f95-660059feb219" providerId="ADAL" clId="{8E2CC9BA-CB9A-5093-8A9B-190C45947F08}" dt="2026-05-08T03:15:48.042" v="6668" actId="108"/>
          <ac:spMkLst>
            <pc:docMk/>
            <pc:sldMk cId="1934939917" sldId="2147483643"/>
            <ac:spMk id="34" creationId="{51ECAEDC-3DE9-6234-3517-A770CC986FC0}"/>
          </ac:spMkLst>
        </pc:spChg>
        <pc:spChg chg="mod">
          <ac:chgData name="Victor Aumaitre" userId="379d7840-47ba-428f-9f95-660059feb219" providerId="ADAL" clId="{8E2CC9BA-CB9A-5093-8A9B-190C45947F08}" dt="2026-05-08T03:16:04.292" v="6671" actId="108"/>
          <ac:spMkLst>
            <pc:docMk/>
            <pc:sldMk cId="1934939917" sldId="2147483643"/>
            <ac:spMk id="35" creationId="{AFA0E9EF-621D-36FE-3C4F-F59B745D48D1}"/>
          </ac:spMkLst>
        </pc:spChg>
        <pc:spChg chg="mod">
          <ac:chgData name="Victor Aumaitre" userId="379d7840-47ba-428f-9f95-660059feb219" providerId="ADAL" clId="{8E2CC9BA-CB9A-5093-8A9B-190C45947F08}" dt="2026-05-08T03:16:08.506" v="6672" actId="108"/>
          <ac:spMkLst>
            <pc:docMk/>
            <pc:sldMk cId="1934939917" sldId="2147483643"/>
            <ac:spMk id="36" creationId="{E7827585-2789-B3FA-0B4F-E6A890918D55}"/>
          </ac:spMkLst>
        </pc:spChg>
        <pc:spChg chg="add mod">
          <ac:chgData name="Victor Aumaitre" userId="379d7840-47ba-428f-9f95-660059feb219" providerId="ADAL" clId="{8E2CC9BA-CB9A-5093-8A9B-190C45947F08}" dt="2026-05-07T23:42:08.337" v="5207" actId="20577"/>
          <ac:spMkLst>
            <pc:docMk/>
            <pc:sldMk cId="1934939917" sldId="2147483643"/>
            <ac:spMk id="37" creationId="{BD294940-AAA8-4165-2B60-3A6DB9780291}"/>
          </ac:spMkLst>
        </pc:spChg>
        <pc:spChg chg="add mod">
          <ac:chgData name="Victor Aumaitre" userId="379d7840-47ba-428f-9f95-660059feb219" providerId="ADAL" clId="{8E2CC9BA-CB9A-5093-8A9B-190C45947F08}" dt="2026-05-07T23:37:48.291" v="5169" actId="1076"/>
          <ac:spMkLst>
            <pc:docMk/>
            <pc:sldMk cId="1934939917" sldId="2147483643"/>
            <ac:spMk id="38" creationId="{3D9FE9C3-7CA7-5D9B-B25B-357DBDD4BA11}"/>
          </ac:spMkLst>
        </pc:spChg>
        <pc:spChg chg="add mod">
          <ac:chgData name="Victor Aumaitre" userId="379d7840-47ba-428f-9f95-660059feb219" providerId="ADAL" clId="{8E2CC9BA-CB9A-5093-8A9B-190C45947F08}" dt="2026-05-07T23:49:50.034" v="5239"/>
          <ac:spMkLst>
            <pc:docMk/>
            <pc:sldMk cId="1934939917" sldId="2147483643"/>
            <ac:spMk id="39" creationId="{45CDBEB0-A3F7-C30B-27CA-D5B4516460A8}"/>
          </ac:spMkLst>
        </pc:spChg>
        <pc:spChg chg="add mod">
          <ac:chgData name="Victor Aumaitre" userId="379d7840-47ba-428f-9f95-660059feb219" providerId="ADAL" clId="{8E2CC9BA-CB9A-5093-8A9B-190C45947F08}" dt="2026-05-07T23:37:48.291" v="5169" actId="1076"/>
          <ac:spMkLst>
            <pc:docMk/>
            <pc:sldMk cId="1934939917" sldId="2147483643"/>
            <ac:spMk id="40" creationId="{AC0593E4-74C2-EDD7-0319-38F6DA9DE5C2}"/>
          </ac:spMkLst>
        </pc:spChg>
        <pc:spChg chg="add mod">
          <ac:chgData name="Victor Aumaitre" userId="379d7840-47ba-428f-9f95-660059feb219" providerId="ADAL" clId="{8E2CC9BA-CB9A-5093-8A9B-190C45947F08}" dt="2026-05-07T23:37:48.291" v="5169" actId="1076"/>
          <ac:spMkLst>
            <pc:docMk/>
            <pc:sldMk cId="1934939917" sldId="2147483643"/>
            <ac:spMk id="41" creationId="{FFC48BD1-91B3-A894-3747-E646AA65EFD4}"/>
          </ac:spMkLst>
        </pc:spChg>
        <pc:spChg chg="add mod">
          <ac:chgData name="Victor Aumaitre" userId="379d7840-47ba-428f-9f95-660059feb219" providerId="ADAL" clId="{8E2CC9BA-CB9A-5093-8A9B-190C45947F08}" dt="2026-05-07T23:50:07.345" v="5242" actId="313"/>
          <ac:spMkLst>
            <pc:docMk/>
            <pc:sldMk cId="1934939917" sldId="2147483643"/>
            <ac:spMk id="42" creationId="{0003770A-7CE3-F007-48C9-93613A60067D}"/>
          </ac:spMkLst>
        </pc:spChg>
        <pc:spChg chg="add mod">
          <ac:chgData name="Victor Aumaitre" userId="379d7840-47ba-428f-9f95-660059feb219" providerId="ADAL" clId="{8E2CC9BA-CB9A-5093-8A9B-190C45947F08}" dt="2026-05-07T23:37:48.291" v="5169" actId="1076"/>
          <ac:spMkLst>
            <pc:docMk/>
            <pc:sldMk cId="1934939917" sldId="2147483643"/>
            <ac:spMk id="43" creationId="{9194CEDE-C70C-77AF-F674-9CDCC82BC0C6}"/>
          </ac:spMkLst>
        </pc:spChg>
        <pc:spChg chg="add mod">
          <ac:chgData name="Victor Aumaitre" userId="379d7840-47ba-428f-9f95-660059feb219" providerId="ADAL" clId="{8E2CC9BA-CB9A-5093-8A9B-190C45947F08}" dt="2026-05-08T03:16:14.404" v="6673" actId="108"/>
          <ac:spMkLst>
            <pc:docMk/>
            <pc:sldMk cId="1934939917" sldId="2147483643"/>
            <ac:spMk id="44" creationId="{EDDE6DE5-98F2-055B-5CCB-40F829400A11}"/>
          </ac:spMkLst>
        </pc:spChg>
        <pc:spChg chg="add mod">
          <ac:chgData name="Victor Aumaitre" userId="379d7840-47ba-428f-9f95-660059feb219" providerId="ADAL" clId="{8E2CC9BA-CB9A-5093-8A9B-190C45947F08}" dt="2026-05-07T23:37:56.974" v="5171" actId="1076"/>
          <ac:spMkLst>
            <pc:docMk/>
            <pc:sldMk cId="1934939917" sldId="2147483643"/>
            <ac:spMk id="45" creationId="{5B9C37F7-094C-3BE8-8879-D2F2FDE02FDB}"/>
          </ac:spMkLst>
        </pc:spChg>
        <pc:spChg chg="add mod">
          <ac:chgData name="Victor Aumaitre" userId="379d7840-47ba-428f-9f95-660059feb219" providerId="ADAL" clId="{8E2CC9BA-CB9A-5093-8A9B-190C45947F08}" dt="2026-05-07T23:42:31.957" v="5211" actId="20577"/>
          <ac:spMkLst>
            <pc:docMk/>
            <pc:sldMk cId="1934939917" sldId="2147483643"/>
            <ac:spMk id="46" creationId="{70E077DB-F360-8C36-879E-4D630C636A48}"/>
          </ac:spMkLst>
        </pc:spChg>
        <pc:spChg chg="add mod">
          <ac:chgData name="Victor Aumaitre" userId="379d7840-47ba-428f-9f95-660059feb219" providerId="ADAL" clId="{8E2CC9BA-CB9A-5093-8A9B-190C45947F08}" dt="2026-05-07T23:37:56.974" v="5171" actId="1076"/>
          <ac:spMkLst>
            <pc:docMk/>
            <pc:sldMk cId="1934939917" sldId="2147483643"/>
            <ac:spMk id="47" creationId="{3CB0BDC9-B6E5-5B69-D494-B67F36333083}"/>
          </ac:spMkLst>
        </pc:spChg>
        <pc:spChg chg="add mod">
          <ac:chgData name="Victor Aumaitre" userId="379d7840-47ba-428f-9f95-660059feb219" providerId="ADAL" clId="{8E2CC9BA-CB9A-5093-8A9B-190C45947F08}" dt="2026-05-07T23:50:24.118" v="5243"/>
          <ac:spMkLst>
            <pc:docMk/>
            <pc:sldMk cId="1934939917" sldId="2147483643"/>
            <ac:spMk id="48" creationId="{B4D8B2B6-D9FE-4E81-45E1-9969E251E260}"/>
          </ac:spMkLst>
        </pc:spChg>
        <pc:spChg chg="add mod">
          <ac:chgData name="Victor Aumaitre" userId="379d7840-47ba-428f-9f95-660059feb219" providerId="ADAL" clId="{8E2CC9BA-CB9A-5093-8A9B-190C45947F08}" dt="2026-05-07T23:37:56.974" v="5171" actId="1076"/>
          <ac:spMkLst>
            <pc:docMk/>
            <pc:sldMk cId="1934939917" sldId="2147483643"/>
            <ac:spMk id="49" creationId="{B42BCB2F-BEAF-B446-6D7A-33ECDBA6019D}"/>
          </ac:spMkLst>
        </pc:spChg>
        <pc:spChg chg="add mod">
          <ac:chgData name="Victor Aumaitre" userId="379d7840-47ba-428f-9f95-660059feb219" providerId="ADAL" clId="{8E2CC9BA-CB9A-5093-8A9B-190C45947F08}" dt="2026-05-07T23:37:56.974" v="5171" actId="1076"/>
          <ac:spMkLst>
            <pc:docMk/>
            <pc:sldMk cId="1934939917" sldId="2147483643"/>
            <ac:spMk id="50" creationId="{3763FFDD-35DD-D909-0487-8F26B48B3C75}"/>
          </ac:spMkLst>
        </pc:spChg>
        <pc:spChg chg="add mod">
          <ac:chgData name="Victor Aumaitre" userId="379d7840-47ba-428f-9f95-660059feb219" providerId="ADAL" clId="{8E2CC9BA-CB9A-5093-8A9B-190C45947F08}" dt="2026-05-07T23:50:35.510" v="5244"/>
          <ac:spMkLst>
            <pc:docMk/>
            <pc:sldMk cId="1934939917" sldId="2147483643"/>
            <ac:spMk id="51" creationId="{A0364C48-A845-520D-3074-650CC7800746}"/>
          </ac:spMkLst>
        </pc:spChg>
        <pc:spChg chg="add mod">
          <ac:chgData name="Victor Aumaitre" userId="379d7840-47ba-428f-9f95-660059feb219" providerId="ADAL" clId="{8E2CC9BA-CB9A-5093-8A9B-190C45947F08}" dt="2026-05-07T23:37:56.974" v="5171" actId="1076"/>
          <ac:spMkLst>
            <pc:docMk/>
            <pc:sldMk cId="1934939917" sldId="2147483643"/>
            <ac:spMk id="52" creationId="{97D277DC-FA33-5AF1-BD8F-4C1A8A300436}"/>
          </ac:spMkLst>
        </pc:spChg>
        <pc:spChg chg="add mod">
          <ac:chgData name="Victor Aumaitre" userId="379d7840-47ba-428f-9f95-660059feb219" providerId="ADAL" clId="{8E2CC9BA-CB9A-5093-8A9B-190C45947F08}" dt="2026-05-08T03:16:18.656" v="6674" actId="108"/>
          <ac:spMkLst>
            <pc:docMk/>
            <pc:sldMk cId="1934939917" sldId="2147483643"/>
            <ac:spMk id="53" creationId="{E28906B7-EB5F-73E1-9A7C-97EF6B471E8C}"/>
          </ac:spMkLst>
        </pc:spChg>
        <pc:spChg chg="mod">
          <ac:chgData name="Victor Aumaitre" userId="379d7840-47ba-428f-9f95-660059feb219" providerId="ADAL" clId="{8E2CC9BA-CB9A-5093-8A9B-190C45947F08}" dt="2026-05-07T23:39:46.870" v="5181" actId="20577"/>
          <ac:spMkLst>
            <pc:docMk/>
            <pc:sldMk cId="1934939917" sldId="2147483643"/>
            <ac:spMk id="91" creationId="{90C60583-5EF9-BD3F-62EE-56EFC4679FB1}"/>
          </ac:spMkLst>
        </pc:spChg>
        <pc:spChg chg="mod">
          <ac:chgData name="Victor Aumaitre" userId="379d7840-47ba-428f-9f95-660059feb219" providerId="ADAL" clId="{8E2CC9BA-CB9A-5093-8A9B-190C45947F08}" dt="2026-05-07T23:40:12.139" v="5185" actId="1036"/>
          <ac:spMkLst>
            <pc:docMk/>
            <pc:sldMk cId="1934939917" sldId="2147483643"/>
            <ac:spMk id="95" creationId="{14C53387-AD81-4E01-EE57-B323B695FA42}"/>
          </ac:spMkLst>
        </pc:spChg>
        <pc:spChg chg="mod">
          <ac:chgData name="Victor Aumaitre" userId="379d7840-47ba-428f-9f95-660059feb219" providerId="ADAL" clId="{8E2CC9BA-CB9A-5093-8A9B-190C45947F08}" dt="2026-05-07T23:49:07.321" v="5237" actId="20577"/>
          <ac:spMkLst>
            <pc:docMk/>
            <pc:sldMk cId="1934939917" sldId="2147483643"/>
            <ac:spMk id="99" creationId="{93453027-E2B5-9788-6E8E-74C9F2B164D2}"/>
          </ac:spMkLst>
        </pc:spChg>
        <pc:spChg chg="mod">
          <ac:chgData name="Victor Aumaitre" userId="379d7840-47ba-428f-9f95-660059feb219" providerId="ADAL" clId="{8E2CC9BA-CB9A-5093-8A9B-190C45947F08}" dt="2026-05-07T23:49:20.552" v="5238"/>
          <ac:spMkLst>
            <pc:docMk/>
            <pc:sldMk cId="1934939917" sldId="2147483643"/>
            <ac:spMk id="103" creationId="{DFD6D21C-00E8-50B8-8890-A470B8AEE315}"/>
          </ac:spMkLst>
        </pc:spChg>
      </pc:sldChg>
      <pc:sldChg chg="addSp modSp add del mod">
        <pc:chgData name="Victor Aumaitre" userId="379d7840-47ba-428f-9f95-660059feb219" providerId="ADAL" clId="{8E2CC9BA-CB9A-5093-8A9B-190C45947F08}" dt="2026-05-08T15:48:58.408" v="7985" actId="2696"/>
        <pc:sldMkLst>
          <pc:docMk/>
          <pc:sldMk cId="2121659850" sldId="2147483644"/>
        </pc:sldMkLst>
        <pc:spChg chg="mod">
          <ac:chgData name="Victor Aumaitre" userId="379d7840-47ba-428f-9f95-660059feb219" providerId="ADAL" clId="{8E2CC9BA-CB9A-5093-8A9B-190C45947F08}" dt="2026-05-07T23:47:09.367" v="5232" actId="14100"/>
          <ac:spMkLst>
            <pc:docMk/>
            <pc:sldMk cId="2121659850" sldId="2147483644"/>
            <ac:spMk id="3" creationId="{814D9DB6-D944-D657-A7A4-FE5F11D0C378}"/>
          </ac:spMkLst>
        </pc:spChg>
        <pc:spChg chg="mod">
          <ac:chgData name="Victor Aumaitre" userId="379d7840-47ba-428f-9f95-660059feb219" providerId="ADAL" clId="{8E2CC9BA-CB9A-5093-8A9B-190C45947F08}" dt="2026-05-07T23:52:00.674" v="5306" actId="20577"/>
          <ac:spMkLst>
            <pc:docMk/>
            <pc:sldMk cId="2121659850" sldId="2147483644"/>
            <ac:spMk id="4" creationId="{ED8305BA-DE76-8554-35A9-7A2C671A5CC0}"/>
          </ac:spMkLst>
        </pc:spChg>
        <pc:spChg chg="mod">
          <ac:chgData name="Victor Aumaitre" userId="379d7840-47ba-428f-9f95-660059feb219" providerId="ADAL" clId="{8E2CC9BA-CB9A-5093-8A9B-190C45947F08}" dt="2026-05-07T23:51:48.992" v="5302" actId="20577"/>
          <ac:spMkLst>
            <pc:docMk/>
            <pc:sldMk cId="2121659850" sldId="2147483644"/>
            <ac:spMk id="8" creationId="{8DE4CCDC-D1BA-C7BB-4C93-86ACFF54A761}"/>
          </ac:spMkLst>
        </pc:spChg>
        <pc:spChg chg="mod">
          <ac:chgData name="Victor Aumaitre" userId="379d7840-47ba-428f-9f95-660059feb219" providerId="ADAL" clId="{8E2CC9BA-CB9A-5093-8A9B-190C45947F08}" dt="2026-05-07T23:52:05.353" v="5310" actId="20577"/>
          <ac:spMkLst>
            <pc:docMk/>
            <pc:sldMk cId="2121659850" sldId="2147483644"/>
            <ac:spMk id="10" creationId="{310A2FCA-97F5-B0F3-A256-CF79CB4EF990}"/>
          </ac:spMkLst>
        </pc:spChg>
        <pc:spChg chg="mod">
          <ac:chgData name="Victor Aumaitre" userId="379d7840-47ba-428f-9f95-660059feb219" providerId="ADAL" clId="{8E2CC9BA-CB9A-5093-8A9B-190C45947F08}" dt="2026-05-07T23:56:03.193" v="5365" actId="20577"/>
          <ac:spMkLst>
            <pc:docMk/>
            <pc:sldMk cId="2121659850" sldId="2147483644"/>
            <ac:spMk id="12" creationId="{DAA7FD75-E797-A9B1-B8F0-FD2E20EEE52F}"/>
          </ac:spMkLst>
        </pc:spChg>
        <pc:spChg chg="mod">
          <ac:chgData name="Victor Aumaitre" userId="379d7840-47ba-428f-9f95-660059feb219" providerId="ADAL" clId="{8E2CC9BA-CB9A-5093-8A9B-190C45947F08}" dt="2026-05-07T23:52:12.462" v="5316" actId="20577"/>
          <ac:spMkLst>
            <pc:docMk/>
            <pc:sldMk cId="2121659850" sldId="2147483644"/>
            <ac:spMk id="14" creationId="{6EC9742E-AC60-D2A2-42E8-D5B430A79C4D}"/>
          </ac:spMkLst>
        </pc:spChg>
        <pc:spChg chg="mod">
          <ac:chgData name="Victor Aumaitre" userId="379d7840-47ba-428f-9f95-660059feb219" providerId="ADAL" clId="{8E2CC9BA-CB9A-5093-8A9B-190C45947F08}" dt="2026-05-07T23:53:22.430" v="5351"/>
          <ac:spMkLst>
            <pc:docMk/>
            <pc:sldMk cId="2121659850" sldId="2147483644"/>
            <ac:spMk id="16" creationId="{CD67126D-3DCA-318E-699B-71DD8E9AAD85}"/>
          </ac:spMkLst>
        </pc:spChg>
        <pc:spChg chg="mod">
          <ac:chgData name="Victor Aumaitre" userId="379d7840-47ba-428f-9f95-660059feb219" providerId="ADAL" clId="{8E2CC9BA-CB9A-5093-8A9B-190C45947F08}" dt="2026-05-07T23:52:16.604" v="5320" actId="20577"/>
          <ac:spMkLst>
            <pc:docMk/>
            <pc:sldMk cId="2121659850" sldId="2147483644"/>
            <ac:spMk id="18" creationId="{66F33F08-9731-2D03-11E8-DBE1B19B6DEB}"/>
          </ac:spMkLst>
        </pc:spChg>
        <pc:spChg chg="mod">
          <ac:chgData name="Victor Aumaitre" userId="379d7840-47ba-428f-9f95-660059feb219" providerId="ADAL" clId="{8E2CC9BA-CB9A-5093-8A9B-190C45947F08}" dt="2026-05-07T23:53:37.844" v="5352"/>
          <ac:spMkLst>
            <pc:docMk/>
            <pc:sldMk cId="2121659850" sldId="2147483644"/>
            <ac:spMk id="20" creationId="{92B98F99-6B3B-334E-5831-58D0F450FB1D}"/>
          </ac:spMkLst>
        </pc:spChg>
        <pc:spChg chg="add mod">
          <ac:chgData name="Victor Aumaitre" userId="379d7840-47ba-428f-9f95-660059feb219" providerId="ADAL" clId="{8E2CC9BA-CB9A-5093-8A9B-190C45947F08}" dt="2026-05-07T23:52:47.250" v="5347" actId="1076"/>
          <ac:spMkLst>
            <pc:docMk/>
            <pc:sldMk cId="2121659850" sldId="2147483644"/>
            <ac:spMk id="21" creationId="{A0DC80B4-31AF-7D58-C35C-D7E86A70024E}"/>
          </ac:spMkLst>
        </pc:spChg>
        <pc:spChg chg="mod">
          <ac:chgData name="Victor Aumaitre" userId="379d7840-47ba-428f-9f95-660059feb219" providerId="ADAL" clId="{8E2CC9BA-CB9A-5093-8A9B-190C45947F08}" dt="2026-05-07T23:46:57.163" v="5231" actId="20577"/>
          <ac:spMkLst>
            <pc:docMk/>
            <pc:sldMk cId="2121659850" sldId="2147483644"/>
            <ac:spMk id="27" creationId="{165E269B-3552-AEEA-0FA8-22254214E9E9}"/>
          </ac:spMkLst>
        </pc:spChg>
        <pc:spChg chg="mod">
          <ac:chgData name="Victor Aumaitre" userId="379d7840-47ba-428f-9f95-660059feb219" providerId="ADAL" clId="{8E2CC9BA-CB9A-5093-8A9B-190C45947F08}" dt="2026-05-08T02:43:17.197" v="6309"/>
          <ac:spMkLst>
            <pc:docMk/>
            <pc:sldMk cId="2121659850" sldId="2147483644"/>
            <ac:spMk id="28" creationId="{0DB2A94F-FD0A-0797-742F-76C51DA58439}"/>
          </ac:spMkLst>
        </pc:spChg>
        <pc:spChg chg="mod">
          <ac:chgData name="Victor Aumaitre" userId="379d7840-47ba-428f-9f95-660059feb219" providerId="ADAL" clId="{8E2CC9BA-CB9A-5093-8A9B-190C45947F08}" dt="2026-05-08T03:19:50.659" v="6712" actId="108"/>
          <ac:spMkLst>
            <pc:docMk/>
            <pc:sldMk cId="2121659850" sldId="2147483644"/>
            <ac:spMk id="30" creationId="{73858400-6E31-80E7-A798-BB6F6B879A9D}"/>
          </ac:spMkLst>
        </pc:spChg>
        <pc:spChg chg="mod">
          <ac:chgData name="Victor Aumaitre" userId="379d7840-47ba-428f-9f95-660059feb219" providerId="ADAL" clId="{8E2CC9BA-CB9A-5093-8A9B-190C45947F08}" dt="2026-05-07T23:52:35.314" v="5345" actId="1036"/>
          <ac:spMkLst>
            <pc:docMk/>
            <pc:sldMk cId="2121659850" sldId="2147483644"/>
            <ac:spMk id="31" creationId="{514C801F-5E7F-402B-9F19-A329CC77CD10}"/>
          </ac:spMkLst>
        </pc:spChg>
        <pc:spChg chg="mod">
          <ac:chgData name="Victor Aumaitre" userId="379d7840-47ba-428f-9f95-660059feb219" providerId="ADAL" clId="{8E2CC9BA-CB9A-5093-8A9B-190C45947F08}" dt="2026-05-07T23:52:35.314" v="5345" actId="1036"/>
          <ac:spMkLst>
            <pc:docMk/>
            <pc:sldMk cId="2121659850" sldId="2147483644"/>
            <ac:spMk id="32" creationId="{54442AE5-B821-C5D4-1A0F-0B56C7F20165}"/>
          </ac:spMkLst>
        </pc:spChg>
        <pc:spChg chg="mod">
          <ac:chgData name="Victor Aumaitre" userId="379d7840-47ba-428f-9f95-660059feb219" providerId="ADAL" clId="{8E2CC9BA-CB9A-5093-8A9B-190C45947F08}" dt="2026-05-08T03:16:27.552" v="6676" actId="20577"/>
          <ac:spMkLst>
            <pc:docMk/>
            <pc:sldMk cId="2121659850" sldId="2147483644"/>
            <ac:spMk id="33" creationId="{B3066527-3FCA-7F7F-968C-A947D8488F82}"/>
          </ac:spMkLst>
        </pc:spChg>
        <pc:spChg chg="mod">
          <ac:chgData name="Victor Aumaitre" userId="379d7840-47ba-428f-9f95-660059feb219" providerId="ADAL" clId="{8E2CC9BA-CB9A-5093-8A9B-190C45947F08}" dt="2026-05-08T03:19:36.891" v="6711" actId="20577"/>
          <ac:spMkLst>
            <pc:docMk/>
            <pc:sldMk cId="2121659850" sldId="2147483644"/>
            <ac:spMk id="34" creationId="{1B01F1BA-BAA0-5337-5E8D-6C910530345A}"/>
          </ac:spMkLst>
        </pc:spChg>
        <pc:spChg chg="mod">
          <ac:chgData name="Victor Aumaitre" userId="379d7840-47ba-428f-9f95-660059feb219" providerId="ADAL" clId="{8E2CC9BA-CB9A-5093-8A9B-190C45947F08}" dt="2026-05-08T03:20:02.606" v="6714" actId="108"/>
          <ac:spMkLst>
            <pc:docMk/>
            <pc:sldMk cId="2121659850" sldId="2147483644"/>
            <ac:spMk id="35" creationId="{F3FB144F-952F-C533-EB2A-33D837A01EB2}"/>
          </ac:spMkLst>
        </pc:spChg>
        <pc:spChg chg="mod">
          <ac:chgData name="Victor Aumaitre" userId="379d7840-47ba-428f-9f95-660059feb219" providerId="ADAL" clId="{8E2CC9BA-CB9A-5093-8A9B-190C45947F08}" dt="2026-05-08T03:20:08.920" v="6715" actId="108"/>
          <ac:spMkLst>
            <pc:docMk/>
            <pc:sldMk cId="2121659850" sldId="2147483644"/>
            <ac:spMk id="36" creationId="{2FC289B4-93E0-44F5-D8DC-C77015ADD384}"/>
          </ac:spMkLst>
        </pc:spChg>
        <pc:spChg chg="add mod">
          <ac:chgData name="Victor Aumaitre" userId="379d7840-47ba-428f-9f95-660059feb219" providerId="ADAL" clId="{8E2CC9BA-CB9A-5093-8A9B-190C45947F08}" dt="2026-05-07T23:52:52.648" v="5349" actId="20577"/>
          <ac:spMkLst>
            <pc:docMk/>
            <pc:sldMk cId="2121659850" sldId="2147483644"/>
            <ac:spMk id="37" creationId="{E90DE9B0-06BE-E974-6263-17A3EE51C5D9}"/>
          </ac:spMkLst>
        </pc:spChg>
        <pc:spChg chg="add mod">
          <ac:chgData name="Victor Aumaitre" userId="379d7840-47ba-428f-9f95-660059feb219" providerId="ADAL" clId="{8E2CC9BA-CB9A-5093-8A9B-190C45947F08}" dt="2026-05-07T23:52:47.250" v="5347" actId="1076"/>
          <ac:spMkLst>
            <pc:docMk/>
            <pc:sldMk cId="2121659850" sldId="2147483644"/>
            <ac:spMk id="38" creationId="{978725AC-7FB2-B64F-0149-ED7FEF8E4944}"/>
          </ac:spMkLst>
        </pc:spChg>
        <pc:spChg chg="add mod">
          <ac:chgData name="Victor Aumaitre" userId="379d7840-47ba-428f-9f95-660059feb219" providerId="ADAL" clId="{8E2CC9BA-CB9A-5093-8A9B-190C45947F08}" dt="2026-05-07T23:53:52.469" v="5355" actId="20577"/>
          <ac:spMkLst>
            <pc:docMk/>
            <pc:sldMk cId="2121659850" sldId="2147483644"/>
            <ac:spMk id="39" creationId="{3934DAA2-AEC1-6C10-07CB-E1A7C9DF309F}"/>
          </ac:spMkLst>
        </pc:spChg>
        <pc:spChg chg="add mod">
          <ac:chgData name="Victor Aumaitre" userId="379d7840-47ba-428f-9f95-660059feb219" providerId="ADAL" clId="{8E2CC9BA-CB9A-5093-8A9B-190C45947F08}" dt="2026-05-07T23:52:47.250" v="5347" actId="1076"/>
          <ac:spMkLst>
            <pc:docMk/>
            <pc:sldMk cId="2121659850" sldId="2147483644"/>
            <ac:spMk id="40" creationId="{43F433F2-3B21-A24D-46D8-42D370F3A5BA}"/>
          </ac:spMkLst>
        </pc:spChg>
        <pc:spChg chg="add mod">
          <ac:chgData name="Victor Aumaitre" userId="379d7840-47ba-428f-9f95-660059feb219" providerId="ADAL" clId="{8E2CC9BA-CB9A-5093-8A9B-190C45947F08}" dt="2026-05-07T23:52:47.250" v="5347" actId="1076"/>
          <ac:spMkLst>
            <pc:docMk/>
            <pc:sldMk cId="2121659850" sldId="2147483644"/>
            <ac:spMk id="41" creationId="{8E6C91D1-D5A9-1E23-72DA-FF6A2FC2057D}"/>
          </ac:spMkLst>
        </pc:spChg>
        <pc:spChg chg="add mod">
          <ac:chgData name="Victor Aumaitre" userId="379d7840-47ba-428f-9f95-660059feb219" providerId="ADAL" clId="{8E2CC9BA-CB9A-5093-8A9B-190C45947F08}" dt="2026-05-07T23:54:40.141" v="5359"/>
          <ac:spMkLst>
            <pc:docMk/>
            <pc:sldMk cId="2121659850" sldId="2147483644"/>
            <ac:spMk id="42" creationId="{68CABA00-1B6A-A7C5-4572-7EEE3B7C6457}"/>
          </ac:spMkLst>
        </pc:spChg>
        <pc:spChg chg="add mod">
          <ac:chgData name="Victor Aumaitre" userId="379d7840-47ba-428f-9f95-660059feb219" providerId="ADAL" clId="{8E2CC9BA-CB9A-5093-8A9B-190C45947F08}" dt="2026-05-07T23:52:47.250" v="5347" actId="1076"/>
          <ac:spMkLst>
            <pc:docMk/>
            <pc:sldMk cId="2121659850" sldId="2147483644"/>
            <ac:spMk id="43" creationId="{24EA11C8-45E4-943F-7FB9-DE353060AD25}"/>
          </ac:spMkLst>
        </pc:spChg>
        <pc:spChg chg="add mod">
          <ac:chgData name="Victor Aumaitre" userId="379d7840-47ba-428f-9f95-660059feb219" providerId="ADAL" clId="{8E2CC9BA-CB9A-5093-8A9B-190C45947F08}" dt="2026-05-08T03:20:14.709" v="6716" actId="108"/>
          <ac:spMkLst>
            <pc:docMk/>
            <pc:sldMk cId="2121659850" sldId="2147483644"/>
            <ac:spMk id="44" creationId="{EA883D70-0FFC-E9F0-EEEE-718F626F7635}"/>
          </ac:spMkLst>
        </pc:spChg>
        <pc:spChg chg="add mod">
          <ac:chgData name="Victor Aumaitre" userId="379d7840-47ba-428f-9f95-660059feb219" providerId="ADAL" clId="{8E2CC9BA-CB9A-5093-8A9B-190C45947F08}" dt="2026-05-08T12:34:36.790" v="6975"/>
          <ac:spMkLst>
            <pc:docMk/>
            <pc:sldMk cId="2121659850" sldId="2147483644"/>
            <ac:spMk id="45" creationId="{C8F69AE4-72E5-B652-60DE-DAB50E0533C4}"/>
          </ac:spMkLst>
        </pc:spChg>
        <pc:spChg chg="mod">
          <ac:chgData name="Victor Aumaitre" userId="379d7840-47ba-428f-9f95-660059feb219" providerId="ADAL" clId="{8E2CC9BA-CB9A-5093-8A9B-190C45947F08}" dt="2026-05-07T23:51:33.924" v="5248" actId="20577"/>
          <ac:spMkLst>
            <pc:docMk/>
            <pc:sldMk cId="2121659850" sldId="2147483644"/>
            <ac:spMk id="91" creationId="{F312F76E-F159-7E63-1A22-AAF66660DD42}"/>
          </ac:spMkLst>
        </pc:spChg>
        <pc:spChg chg="mod">
          <ac:chgData name="Victor Aumaitre" userId="379d7840-47ba-428f-9f95-660059feb219" providerId="ADAL" clId="{8E2CC9BA-CB9A-5093-8A9B-190C45947F08}" dt="2026-05-07T23:54:08.250" v="5356"/>
          <ac:spMkLst>
            <pc:docMk/>
            <pc:sldMk cId="2121659850" sldId="2147483644"/>
            <ac:spMk id="95" creationId="{A98EF35F-5380-F099-767A-0524E958BD88}"/>
          </ac:spMkLst>
        </pc:spChg>
        <pc:spChg chg="mod">
          <ac:chgData name="Victor Aumaitre" userId="379d7840-47ba-428f-9f95-660059feb219" providerId="ADAL" clId="{8E2CC9BA-CB9A-5093-8A9B-190C45947F08}" dt="2026-05-07T23:54:17.616" v="5357"/>
          <ac:spMkLst>
            <pc:docMk/>
            <pc:sldMk cId="2121659850" sldId="2147483644"/>
            <ac:spMk id="99" creationId="{740310F1-2359-6E1A-F735-4EC6DFBB86DF}"/>
          </ac:spMkLst>
        </pc:spChg>
        <pc:spChg chg="mod">
          <ac:chgData name="Victor Aumaitre" userId="379d7840-47ba-428f-9f95-660059feb219" providerId="ADAL" clId="{8E2CC9BA-CB9A-5093-8A9B-190C45947F08}" dt="2026-05-07T23:54:26.964" v="5358"/>
          <ac:spMkLst>
            <pc:docMk/>
            <pc:sldMk cId="2121659850" sldId="2147483644"/>
            <ac:spMk id="103" creationId="{22440169-4D6E-4B82-C811-E4EE10B4FB00}"/>
          </ac:spMkLst>
        </pc:spChg>
      </pc:sldChg>
      <pc:sldChg chg="del">
        <pc:chgData name="Victor Aumaitre" userId="379d7840-47ba-428f-9f95-660059feb219" providerId="ADAL" clId="{8E2CC9BA-CB9A-5093-8A9B-190C45947F08}" dt="2026-05-08T02:46:34.374" v="6322" actId="2696"/>
        <pc:sldMkLst>
          <pc:docMk/>
          <pc:sldMk cId="2567665223" sldId="2147483645"/>
        </pc:sldMkLst>
      </pc:sldChg>
      <pc:sldChg chg="modSp del mod">
        <pc:chgData name="Victor Aumaitre" userId="379d7840-47ba-428f-9f95-660059feb219" providerId="ADAL" clId="{8E2CC9BA-CB9A-5093-8A9B-190C45947F08}" dt="2026-05-08T01:28:35.479" v="5704" actId="2696"/>
        <pc:sldMkLst>
          <pc:docMk/>
          <pc:sldMk cId="3908404162" sldId="2147483646"/>
        </pc:sldMkLst>
        <pc:graphicFrameChg chg="modGraphic">
          <ac:chgData name="Victor Aumaitre" userId="379d7840-47ba-428f-9f95-660059feb219" providerId="ADAL" clId="{8E2CC9BA-CB9A-5093-8A9B-190C45947F08}" dt="2026-05-08T01:22:27.468" v="5545" actId="207"/>
          <ac:graphicFrameMkLst>
            <pc:docMk/>
            <pc:sldMk cId="3908404162" sldId="2147483646"/>
            <ac:graphicFrameMk id="6" creationId="{00000000-0000-0000-0000-000000000000}"/>
          </ac:graphicFrameMkLst>
        </pc:graphicFrameChg>
      </pc:sldChg>
      <pc:sldChg chg="del mod ord modShow">
        <pc:chgData name="Victor Aumaitre" userId="379d7840-47ba-428f-9f95-660059feb219" providerId="ADAL" clId="{8E2CC9BA-CB9A-5093-8A9B-190C45947F08}" dt="2026-05-08T15:49:05.632" v="8097" actId="2696"/>
        <pc:sldMkLst>
          <pc:docMk/>
          <pc:sldMk cId="1471252397" sldId="2147483647"/>
        </pc:sldMkLst>
      </pc:sldChg>
      <pc:sldMasterChg chg="del">
        <pc:chgData name="Victor Aumaitre" userId="379d7840-47ba-428f-9f95-660059feb219" providerId="ADAL" clId="{8E2CC9BA-CB9A-5093-8A9B-190C45947F08}" dt="2026-05-08T02:46:34.478" v="6323" actId="2696"/>
        <pc:sldMasterMkLst>
          <pc:docMk/>
          <pc:sldMasterMk cId="3617943784" sldId="2147483660"/>
        </pc:sldMasterMkLst>
      </pc:sldMasterChg>
      <pc:sldMasterChg chg="delSldLayout">
        <pc:chgData name="Victor Aumaitre" userId="379d7840-47ba-428f-9f95-660059feb219" providerId="ADAL" clId="{8E2CC9BA-CB9A-5093-8A9B-190C45947F08}" dt="2026-05-08T01:14:41.833" v="5458" actId="2696"/>
        <pc:sldMasterMkLst>
          <pc:docMk/>
          <pc:sldMasterMk cId="2360953654" sldId="2147484181"/>
        </pc:sldMasterMkLst>
        <pc:sldLayoutChg chg="del">
          <pc:chgData name="Victor Aumaitre" userId="379d7840-47ba-428f-9f95-660059feb219" providerId="ADAL" clId="{8E2CC9BA-CB9A-5093-8A9B-190C45947F08}" dt="2026-05-08T01:14:41.833" v="5458" actId="2696"/>
          <pc:sldLayoutMkLst>
            <pc:docMk/>
            <pc:sldMasterMk cId="2360953654" sldId="2147484181"/>
            <pc:sldLayoutMk cId="3668966920" sldId="2147485535"/>
          </pc:sldLayoutMkLst>
        </pc:sldLayoutChg>
      </pc:sldMasterChg>
    </pc:docChg>
  </pc:docChgLst>
  <pc:docChgLst>
    <pc:chgData name="Grace PAN" userId="S::gracepan@ibm.com::005e5af3-4512-458e-8280-6559b1d3712f" providerId="AD" clId="Web-{24CA2E27-EBD6-BB22-48F3-0B22E058242E}"/>
    <pc:docChg chg="addSld delSld modSld sldOrd">
      <pc:chgData name="Grace PAN" userId="S::gracepan@ibm.com::005e5af3-4512-458e-8280-6559b1d3712f" providerId="AD" clId="Web-{24CA2E27-EBD6-BB22-48F3-0B22E058242E}" dt="2026-05-08T04:33:42.987" v="20"/>
      <pc:docMkLst>
        <pc:docMk/>
      </pc:docMkLst>
      <pc:sldChg chg="mod ord modShow">
        <pc:chgData name="Grace PAN" userId="S::gracepan@ibm.com::005e5af3-4512-458e-8280-6559b1d3712f" providerId="AD" clId="Web-{24CA2E27-EBD6-BB22-48F3-0B22E058242E}" dt="2026-05-08T04:31:25.772" v="2"/>
        <pc:sldMkLst>
          <pc:docMk/>
          <pc:sldMk cId="1159691775" sldId="317"/>
        </pc:sldMkLst>
      </pc:sldChg>
      <pc:sldChg chg="add replId">
        <pc:chgData name="Grace PAN" userId="S::gracepan@ibm.com::005e5af3-4512-458e-8280-6559b1d3712f" providerId="AD" clId="Web-{24CA2E27-EBD6-BB22-48F3-0B22E058242E}" dt="2026-05-08T04:33:35.143" v="18"/>
        <pc:sldMkLst>
          <pc:docMk/>
          <pc:sldMk cId="132143060" sldId="318"/>
        </pc:sldMkLst>
      </pc:sldChg>
      <pc:sldChg chg="del">
        <pc:chgData name="Grace PAN" userId="S::gracepan@ibm.com::005e5af3-4512-458e-8280-6559b1d3712f" providerId="AD" clId="Web-{24CA2E27-EBD6-BB22-48F3-0B22E058242E}" dt="2026-05-08T04:31:47.462" v="4"/>
        <pc:sldMkLst>
          <pc:docMk/>
          <pc:sldMk cId="1156770682" sldId="318"/>
        </pc:sldMkLst>
      </pc:sldChg>
      <pc:sldChg chg="del">
        <pc:chgData name="Grace PAN" userId="S::gracepan@ibm.com::005e5af3-4512-458e-8280-6559b1d3712f" providerId="AD" clId="Web-{24CA2E27-EBD6-BB22-48F3-0B22E058242E}" dt="2026-05-08T04:31:52.665" v="5"/>
        <pc:sldMkLst>
          <pc:docMk/>
          <pc:sldMk cId="1496024407" sldId="319"/>
        </pc:sldMkLst>
      </pc:sldChg>
      <pc:sldChg chg="modSp add replId">
        <pc:chgData name="Grace PAN" userId="S::gracepan@ibm.com::005e5af3-4512-458e-8280-6559b1d3712f" providerId="AD" clId="Web-{24CA2E27-EBD6-BB22-48F3-0B22E058242E}" dt="2026-05-08T04:33:11.031" v="17"/>
        <pc:sldMkLst>
          <pc:docMk/>
          <pc:sldMk cId="653198441" sldId="324"/>
        </pc:sldMkLst>
        <pc:spChg chg="mod">
          <ac:chgData name="Grace PAN" userId="S::gracepan@ibm.com::005e5af3-4512-458e-8280-6559b1d3712f" providerId="AD" clId="Web-{24CA2E27-EBD6-BB22-48F3-0B22E058242E}" dt="2026-05-08T04:32:58.405" v="15"/>
          <ac:spMkLst>
            <pc:docMk/>
            <pc:sldMk cId="653198441" sldId="324"/>
            <ac:spMk id="26" creationId="{52ACC943-7BC3-3730-794A-93A19D2DB4B1}"/>
          </ac:spMkLst>
        </pc:spChg>
        <pc:spChg chg="mod">
          <ac:chgData name="Grace PAN" userId="S::gracepan@ibm.com::005e5af3-4512-458e-8280-6559b1d3712f" providerId="AD" clId="Web-{24CA2E27-EBD6-BB22-48F3-0B22E058242E}" dt="2026-05-08T04:32:38.638" v="9"/>
          <ac:spMkLst>
            <pc:docMk/>
            <pc:sldMk cId="653198441" sldId="324"/>
            <ac:spMk id="9000" creationId="{451FB492-4E21-426E-2794-AE7A0494E245}"/>
          </ac:spMkLst>
        </pc:spChg>
        <pc:spChg chg="mod">
          <ac:chgData name="Grace PAN" userId="S::gracepan@ibm.com::005e5af3-4512-458e-8280-6559b1d3712f" providerId="AD" clId="Web-{24CA2E27-EBD6-BB22-48F3-0B22E058242E}" dt="2026-05-08T04:32:32.622" v="8"/>
          <ac:spMkLst>
            <pc:docMk/>
            <pc:sldMk cId="653198441" sldId="324"/>
            <ac:spMk id="9001" creationId="{D214FE2D-7CFD-89CB-A8D6-2DD26B16949E}"/>
          </ac:spMkLst>
        </pc:spChg>
        <pc:spChg chg="mod">
          <ac:chgData name="Grace PAN" userId="S::gracepan@ibm.com::005e5af3-4512-458e-8280-6559b1d3712f" providerId="AD" clId="Web-{24CA2E27-EBD6-BB22-48F3-0B22E058242E}" dt="2026-05-08T04:33:11" v="16"/>
          <ac:spMkLst>
            <pc:docMk/>
            <pc:sldMk cId="653198441" sldId="324"/>
            <ac:spMk id="9002" creationId="{88A6AB74-70A9-7C34-9F11-C0746E34C415}"/>
          </ac:spMkLst>
        </pc:spChg>
        <pc:spChg chg="mod">
          <ac:chgData name="Grace PAN" userId="S::gracepan@ibm.com::005e5af3-4512-458e-8280-6559b1d3712f" providerId="AD" clId="Web-{24CA2E27-EBD6-BB22-48F3-0B22E058242E}" dt="2026-05-08T04:33:11.031" v="17"/>
          <ac:spMkLst>
            <pc:docMk/>
            <pc:sldMk cId="653198441" sldId="324"/>
            <ac:spMk id="9003" creationId="{10C55177-04D9-96CF-393F-90974079F3A1}"/>
          </ac:spMkLst>
        </pc:spChg>
        <pc:spChg chg="mod">
          <ac:chgData name="Grace PAN" userId="S::gracepan@ibm.com::005e5af3-4512-458e-8280-6559b1d3712f" providerId="AD" clId="Web-{24CA2E27-EBD6-BB22-48F3-0B22E058242E}" dt="2026-05-08T04:32:26.684" v="7"/>
          <ac:spMkLst>
            <pc:docMk/>
            <pc:sldMk cId="653198441" sldId="324"/>
            <ac:spMk id="9004" creationId="{36A86CA2-3B85-B3DA-B2BA-550DE22CD8D7}"/>
          </ac:spMkLst>
        </pc:spChg>
      </pc:sldChg>
      <pc:sldChg chg="add del">
        <pc:chgData name="Grace PAN" userId="S::gracepan@ibm.com::005e5af3-4512-458e-8280-6559b1d3712f" providerId="AD" clId="Web-{24CA2E27-EBD6-BB22-48F3-0B22E058242E}" dt="2026-05-08T04:33:38.783" v="19"/>
        <pc:sldMkLst>
          <pc:docMk/>
          <pc:sldMk cId="171429725" sldId="2147482952"/>
        </pc:sldMkLst>
      </pc:sldChg>
      <pc:sldChg chg="mod modShow">
        <pc:chgData name="Grace PAN" userId="S::gracepan@ibm.com::005e5af3-4512-458e-8280-6559b1d3712f" providerId="AD" clId="Web-{24CA2E27-EBD6-BB22-48F3-0B22E058242E}" dt="2026-05-08T04:33:42.987" v="20"/>
        <pc:sldMkLst>
          <pc:docMk/>
          <pc:sldMk cId="1529231054" sldId="2147483586"/>
        </pc:sldMkLst>
      </pc:sldChg>
    </pc:docChg>
  </pc:docChgLst>
  <pc:docChgLst>
    <pc:chgData name="Grace PAN" userId="S::gracepan@ibm.com::005e5af3-4512-458e-8280-6559b1d3712f" providerId="AD" clId="Web-{00817039-7564-0383-6790-DE2A518C87D9}"/>
    <pc:docChg chg="delSld">
      <pc:chgData name="Grace PAN" userId="S::gracepan@ibm.com::005e5af3-4512-458e-8280-6559b1d3712f" providerId="AD" clId="Web-{00817039-7564-0383-6790-DE2A518C87D9}" dt="2026-05-08T09:07:40.045" v="0"/>
      <pc:docMkLst>
        <pc:docMk/>
      </pc:docMkLst>
      <pc:sldChg chg="del">
        <pc:chgData name="Grace PAN" userId="S::gracepan@ibm.com::005e5af3-4512-458e-8280-6559b1d3712f" providerId="AD" clId="Web-{00817039-7564-0383-6790-DE2A518C87D9}" dt="2026-05-08T09:07:40.045" v="0"/>
        <pc:sldMkLst>
          <pc:docMk/>
          <pc:sldMk cId="1159691775" sldId="317"/>
        </pc:sldMkLst>
      </pc:sldChg>
    </pc:docChg>
  </pc:docChgLst>
  <pc:docChgLst>
    <pc:chgData name="Aleksandra Lopatynska" userId="S::aleksandra.lopatynska@pl.ibm.com::1418d13c-4133-4af0-81a9-348344733057" providerId="AD" clId="Web-{663C54DA-948C-CE4C-0F28-91468884FDB5}"/>
    <pc:docChg chg="modSld">
      <pc:chgData name="Aleksandra Lopatynska" userId="S::aleksandra.lopatynska@pl.ibm.com::1418d13c-4133-4af0-81a9-348344733057" providerId="AD" clId="Web-{663C54DA-948C-CE4C-0F28-91468884FDB5}" dt="2026-05-08T10:08:05.793" v="2" actId="1076"/>
      <pc:docMkLst>
        <pc:docMk/>
      </pc:docMkLst>
      <pc:sldChg chg="modSp">
        <pc:chgData name="Aleksandra Lopatynska" userId="S::aleksandra.lopatynska@pl.ibm.com::1418d13c-4133-4af0-81a9-348344733057" providerId="AD" clId="Web-{663C54DA-948C-CE4C-0F28-91468884FDB5}" dt="2026-05-08T10:08:05.793" v="2" actId="1076"/>
        <pc:sldMkLst>
          <pc:docMk/>
          <pc:sldMk cId="1208127481" sldId="319"/>
        </pc:sldMkLst>
        <pc:spChg chg="mod">
          <ac:chgData name="Aleksandra Lopatynska" userId="S::aleksandra.lopatynska@pl.ibm.com::1418d13c-4133-4af0-81a9-348344733057" providerId="AD" clId="Web-{663C54DA-948C-CE4C-0F28-91468884FDB5}" dt="2026-05-08T10:08:05.793" v="2" actId="1076"/>
          <ac:spMkLst>
            <pc:docMk/>
            <pc:sldMk cId="1208127481" sldId="319"/>
            <ac:spMk id="8" creationId="{EF14E2CF-3DB4-95C6-7717-0A225F9EF15F}"/>
          </ac:spMkLst>
        </pc:spChg>
        <pc:graphicFrameChg chg="mod modGraphic">
          <ac:chgData name="Aleksandra Lopatynska" userId="S::aleksandra.lopatynska@pl.ibm.com::1418d13c-4133-4af0-81a9-348344733057" providerId="AD" clId="Web-{663C54DA-948C-CE4C-0F28-91468884FDB5}" dt="2026-05-08T10:07:59.856" v="1"/>
          <ac:graphicFrameMkLst>
            <pc:docMk/>
            <pc:sldMk cId="1208127481" sldId="319"/>
            <ac:graphicFrameMk id="3" creationId="{88010ABF-B7FD-B267-1C52-0FA53C191E76}"/>
          </ac:graphicFrameMkLst>
        </pc:graphicFrameChg>
      </pc:sldChg>
    </pc:docChg>
  </pc:docChgLst>
  <pc:docChgLst>
    <pc:chgData name="Grace PAN" userId="S::gracepan@ibm.com::005e5af3-4512-458e-8280-6559b1d3712f" providerId="AD" clId="Web-{A9651E87-CD30-FC03-CF58-14FD32EA95B3}"/>
    <pc:docChg chg="modSld">
      <pc:chgData name="Grace PAN" userId="S::gracepan@ibm.com::005e5af3-4512-458e-8280-6559b1d3712f" providerId="AD" clId="Web-{A9651E87-CD30-FC03-CF58-14FD32EA95B3}" dt="2026-05-08T11:42:08.594" v="3" actId="1076"/>
      <pc:docMkLst>
        <pc:docMk/>
      </pc:docMkLst>
      <pc:sldChg chg="delSp modSp">
        <pc:chgData name="Grace PAN" userId="S::gracepan@ibm.com::005e5af3-4512-458e-8280-6559b1d3712f" providerId="AD" clId="Web-{A9651E87-CD30-FC03-CF58-14FD32EA95B3}" dt="2026-05-08T11:42:08.594" v="3" actId="1076"/>
        <pc:sldMkLst>
          <pc:docMk/>
          <pc:sldMk cId="1693075056" sldId="317"/>
        </pc:sldMkLst>
        <pc:spChg chg="del mod">
          <ac:chgData name="Grace PAN" userId="S::gracepan@ibm.com::005e5af3-4512-458e-8280-6559b1d3712f" providerId="AD" clId="Web-{A9651E87-CD30-FC03-CF58-14FD32EA95B3}" dt="2026-05-08T11:42:02.626" v="2"/>
          <ac:spMkLst>
            <pc:docMk/>
            <pc:sldMk cId="1693075056" sldId="317"/>
            <ac:spMk id="2" creationId="{2DEA3928-1C40-236F-2DCB-0C5382454126}"/>
          </ac:spMkLst>
        </pc:spChg>
        <pc:graphicFrameChg chg="mod">
          <ac:chgData name="Grace PAN" userId="S::gracepan@ibm.com::005e5af3-4512-458e-8280-6559b1d3712f" providerId="AD" clId="Web-{A9651E87-CD30-FC03-CF58-14FD32EA95B3}" dt="2026-05-08T11:42:08.594" v="3" actId="1076"/>
          <ac:graphicFrameMkLst>
            <pc:docMk/>
            <pc:sldMk cId="1693075056" sldId="317"/>
            <ac:graphicFrameMk id="76" creationId="{2AAA962A-4DE7-34F2-FDCE-F9B5F475D604}"/>
          </ac:graphicFrameMkLst>
        </pc:graphicFrameChg>
      </pc:sldChg>
    </pc:docChg>
  </pc:docChgLst>
  <pc:docChgLst>
    <pc:chgData name="Victor Aumaitre" userId="S::victor.aumaitre@ibm.com::379d7840-47ba-428f-9f95-660059feb219" providerId="AD" clId="Web-{B32AF242-F6AD-5756-55C6-A0E969EC1644}"/>
    <pc:docChg chg="addSld">
      <pc:chgData name="Victor Aumaitre" userId="S::victor.aumaitre@ibm.com::379d7840-47ba-428f-9f95-660059feb219" providerId="AD" clId="Web-{B32AF242-F6AD-5756-55C6-A0E969EC1644}" dt="2026-05-08T18:25:14.116" v="0"/>
      <pc:docMkLst>
        <pc:docMk/>
      </pc:docMkLst>
      <pc:sldChg chg="add replId">
        <pc:chgData name="Victor Aumaitre" userId="S::victor.aumaitre@ibm.com::379d7840-47ba-428f-9f95-660059feb219" providerId="AD" clId="Web-{B32AF242-F6AD-5756-55C6-A0E969EC1644}" dt="2026-05-08T18:25:14.116" v="0"/>
        <pc:sldMkLst>
          <pc:docMk/>
          <pc:sldMk cId="253162335" sldId="2147483573"/>
        </pc:sldMkLst>
      </pc:sldChg>
    </pc:docChg>
  </pc:docChgLst>
  <pc:docChgLst>
    <pc:chgData name="Grace PAN" userId="S::gracepan@ibm.com::005e5af3-4512-458e-8280-6559b1d3712f" providerId="AD" clId="Web-{10067BA5-A300-B828-47C2-1E765C24B125}"/>
    <pc:docChg chg="addSld delSld modSld">
      <pc:chgData name="Grace PAN" userId="S::gracepan@ibm.com::005e5af3-4512-458e-8280-6559b1d3712f" providerId="AD" clId="Web-{10067BA5-A300-B828-47C2-1E765C24B125}" dt="2026-05-08T00:22:58.750" v="70"/>
      <pc:docMkLst>
        <pc:docMk/>
      </pc:docMkLst>
      <pc:sldChg chg="addSp delSp del">
        <pc:chgData name="Grace PAN" userId="S::gracepan@ibm.com::005e5af3-4512-458e-8280-6559b1d3712f" providerId="AD" clId="Web-{10067BA5-A300-B828-47C2-1E765C24B125}" dt="2026-05-08T00:22:58.750" v="70"/>
        <pc:sldMkLst>
          <pc:docMk/>
          <pc:sldMk cId="2980091807" sldId="260"/>
        </pc:sldMkLst>
        <pc:spChg chg="add del">
          <ac:chgData name="Grace PAN" userId="S::gracepan@ibm.com::005e5af3-4512-458e-8280-6559b1d3712f" providerId="AD" clId="Web-{10067BA5-A300-B828-47C2-1E765C24B125}" dt="2026-05-08T00:22:10.432" v="64"/>
          <ac:spMkLst>
            <pc:docMk/>
            <pc:sldMk cId="2980091807" sldId="260"/>
            <ac:spMk id="2" creationId="{252A10D0-0607-CA3F-1771-E16804436C38}"/>
          </ac:spMkLst>
        </pc:spChg>
        <pc:spChg chg="add del">
          <ac:chgData name="Grace PAN" userId="S::gracepan@ibm.com::005e5af3-4512-458e-8280-6559b1d3712f" providerId="AD" clId="Web-{10067BA5-A300-B828-47C2-1E765C24B125}" dt="2026-05-08T00:22:10.448" v="65"/>
          <ac:spMkLst>
            <pc:docMk/>
            <pc:sldMk cId="2980091807" sldId="260"/>
            <ac:spMk id="3" creationId="{C4FED011-A4A7-FE2E-0D8E-3CC5AC23FCD4}"/>
          </ac:spMkLst>
        </pc:spChg>
        <pc:spChg chg="add del">
          <ac:chgData name="Grace PAN" userId="S::gracepan@ibm.com::005e5af3-4512-458e-8280-6559b1d3712f" providerId="AD" clId="Web-{10067BA5-A300-B828-47C2-1E765C24B125}" dt="2026-05-08T00:22:10.448" v="66"/>
          <ac:spMkLst>
            <pc:docMk/>
            <pc:sldMk cId="2980091807" sldId="260"/>
            <ac:spMk id="4" creationId="{FBFEA25A-B0AD-2B1F-5CF0-F9D9CE7997BE}"/>
          </ac:spMkLst>
        </pc:spChg>
        <pc:spChg chg="add del">
          <ac:chgData name="Grace PAN" userId="S::gracepan@ibm.com::005e5af3-4512-458e-8280-6559b1d3712f" providerId="AD" clId="Web-{10067BA5-A300-B828-47C2-1E765C24B125}" dt="2026-05-08T00:22:10.448" v="67"/>
          <ac:spMkLst>
            <pc:docMk/>
            <pc:sldMk cId="2980091807" sldId="260"/>
            <ac:spMk id="7" creationId="{FE9E2E8C-9CE9-96E8-42C3-A6CF3AB1416C}"/>
          </ac:spMkLst>
        </pc:spChg>
        <pc:spChg chg="add del">
          <ac:chgData name="Grace PAN" userId="S::gracepan@ibm.com::005e5af3-4512-458e-8280-6559b1d3712f" providerId="AD" clId="Web-{10067BA5-A300-B828-47C2-1E765C24B125}" dt="2026-05-08T00:22:10.432" v="34"/>
          <ac:spMkLst>
            <pc:docMk/>
            <pc:sldMk cId="2980091807" sldId="260"/>
            <ac:spMk id="26" creationId="{FAFD8726-3A2E-F381-6D27-057A002D76D5}"/>
          </ac:spMkLst>
        </pc:spChg>
        <pc:spChg chg="add del">
          <ac:chgData name="Grace PAN" userId="S::gracepan@ibm.com::005e5af3-4512-458e-8280-6559b1d3712f" providerId="AD" clId="Web-{10067BA5-A300-B828-47C2-1E765C24B125}" dt="2026-05-08T00:22:10.432" v="35"/>
          <ac:spMkLst>
            <pc:docMk/>
            <pc:sldMk cId="2980091807" sldId="260"/>
            <ac:spMk id="67" creationId="{CEE87EDB-586F-111C-2D47-995EC3EB5836}"/>
          </ac:spMkLst>
        </pc:spChg>
        <pc:spChg chg="add del">
          <ac:chgData name="Grace PAN" userId="S::gracepan@ibm.com::005e5af3-4512-458e-8280-6559b1d3712f" providerId="AD" clId="Web-{10067BA5-A300-B828-47C2-1E765C24B125}" dt="2026-05-08T00:22:10.432" v="36"/>
          <ac:spMkLst>
            <pc:docMk/>
            <pc:sldMk cId="2980091807" sldId="260"/>
            <ac:spMk id="68" creationId="{4EC2937B-C14B-4CA0-9E5D-A0E6FD22206D}"/>
          </ac:spMkLst>
        </pc:spChg>
        <pc:spChg chg="add del">
          <ac:chgData name="Grace PAN" userId="S::gracepan@ibm.com::005e5af3-4512-458e-8280-6559b1d3712f" providerId="AD" clId="Web-{10067BA5-A300-B828-47C2-1E765C24B125}" dt="2026-05-08T00:22:10.432" v="39"/>
          <ac:spMkLst>
            <pc:docMk/>
            <pc:sldMk cId="2980091807" sldId="260"/>
            <ac:spMk id="89" creationId="{4FECA9A7-8D1A-8A7D-E087-18C329DCDE97}"/>
          </ac:spMkLst>
        </pc:spChg>
        <pc:spChg chg="add del">
          <ac:chgData name="Grace PAN" userId="S::gracepan@ibm.com::005e5af3-4512-458e-8280-6559b1d3712f" providerId="AD" clId="Web-{10067BA5-A300-B828-47C2-1E765C24B125}" dt="2026-05-08T00:22:10.432" v="45"/>
          <ac:spMkLst>
            <pc:docMk/>
            <pc:sldMk cId="2980091807" sldId="260"/>
            <ac:spMk id="104" creationId="{671DC0DD-AEDE-C8DC-5BDB-7B5CAF3820B1}"/>
          </ac:spMkLst>
        </pc:spChg>
        <pc:spChg chg="add del">
          <ac:chgData name="Grace PAN" userId="S::gracepan@ibm.com::005e5af3-4512-458e-8280-6559b1d3712f" providerId="AD" clId="Web-{10067BA5-A300-B828-47C2-1E765C24B125}" dt="2026-05-08T00:22:10.432" v="46"/>
          <ac:spMkLst>
            <pc:docMk/>
            <pc:sldMk cId="2980091807" sldId="260"/>
            <ac:spMk id="105" creationId="{23295518-E8FD-B5A9-9FDC-5E18B24046BF}"/>
          </ac:spMkLst>
        </pc:spChg>
        <pc:spChg chg="add del">
          <ac:chgData name="Grace PAN" userId="S::gracepan@ibm.com::005e5af3-4512-458e-8280-6559b1d3712f" providerId="AD" clId="Web-{10067BA5-A300-B828-47C2-1E765C24B125}" dt="2026-05-08T00:22:10.432" v="47"/>
          <ac:spMkLst>
            <pc:docMk/>
            <pc:sldMk cId="2980091807" sldId="260"/>
            <ac:spMk id="106" creationId="{5692B125-98CE-34F2-E6A4-C2BF1CDFE1D0}"/>
          </ac:spMkLst>
        </pc:spChg>
        <pc:spChg chg="add del">
          <ac:chgData name="Grace PAN" userId="S::gracepan@ibm.com::005e5af3-4512-458e-8280-6559b1d3712f" providerId="AD" clId="Web-{10067BA5-A300-B828-47C2-1E765C24B125}" dt="2026-05-08T00:22:10.432" v="48"/>
          <ac:spMkLst>
            <pc:docMk/>
            <pc:sldMk cId="2980091807" sldId="260"/>
            <ac:spMk id="107" creationId="{7B486D7F-4C11-BF2D-AD68-E588C1F175FB}"/>
          </ac:spMkLst>
        </pc:spChg>
        <pc:spChg chg="add del">
          <ac:chgData name="Grace PAN" userId="S::gracepan@ibm.com::005e5af3-4512-458e-8280-6559b1d3712f" providerId="AD" clId="Web-{10067BA5-A300-B828-47C2-1E765C24B125}" dt="2026-05-08T00:22:10.432" v="49"/>
          <ac:spMkLst>
            <pc:docMk/>
            <pc:sldMk cId="2980091807" sldId="260"/>
            <ac:spMk id="108" creationId="{7535951B-D90F-2FBF-5E71-9EF21E2ABC89}"/>
          </ac:spMkLst>
        </pc:spChg>
        <pc:spChg chg="add del">
          <ac:chgData name="Grace PAN" userId="S::gracepan@ibm.com::005e5af3-4512-458e-8280-6559b1d3712f" providerId="AD" clId="Web-{10067BA5-A300-B828-47C2-1E765C24B125}" dt="2026-05-08T00:22:10.432" v="50"/>
          <ac:spMkLst>
            <pc:docMk/>
            <pc:sldMk cId="2980091807" sldId="260"/>
            <ac:spMk id="109" creationId="{3ECF8ECC-5A1D-C8B2-CF4F-5BFA0893C4A2}"/>
          </ac:spMkLst>
        </pc:spChg>
        <pc:spChg chg="add del">
          <ac:chgData name="Grace PAN" userId="S::gracepan@ibm.com::005e5af3-4512-458e-8280-6559b1d3712f" providerId="AD" clId="Web-{10067BA5-A300-B828-47C2-1E765C24B125}" dt="2026-05-08T00:22:10.432" v="51"/>
          <ac:spMkLst>
            <pc:docMk/>
            <pc:sldMk cId="2980091807" sldId="260"/>
            <ac:spMk id="110" creationId="{17E9538E-52A0-604B-A09E-EB74DFD95B93}"/>
          </ac:spMkLst>
        </pc:spChg>
        <pc:spChg chg="add del">
          <ac:chgData name="Grace PAN" userId="S::gracepan@ibm.com::005e5af3-4512-458e-8280-6559b1d3712f" providerId="AD" clId="Web-{10067BA5-A300-B828-47C2-1E765C24B125}" dt="2026-05-08T00:22:10.432" v="52"/>
          <ac:spMkLst>
            <pc:docMk/>
            <pc:sldMk cId="2980091807" sldId="260"/>
            <ac:spMk id="111" creationId="{914A40AF-1607-2071-2F2B-32CA0D877332}"/>
          </ac:spMkLst>
        </pc:spChg>
        <pc:spChg chg="add del">
          <ac:chgData name="Grace PAN" userId="S::gracepan@ibm.com::005e5af3-4512-458e-8280-6559b1d3712f" providerId="AD" clId="Web-{10067BA5-A300-B828-47C2-1E765C24B125}" dt="2026-05-08T00:22:10.432" v="53"/>
          <ac:spMkLst>
            <pc:docMk/>
            <pc:sldMk cId="2980091807" sldId="260"/>
            <ac:spMk id="112" creationId="{F4EB88C8-78AD-DB10-0D92-B0C85FF7368D}"/>
          </ac:spMkLst>
        </pc:spChg>
        <pc:spChg chg="add del">
          <ac:chgData name="Grace PAN" userId="S::gracepan@ibm.com::005e5af3-4512-458e-8280-6559b1d3712f" providerId="AD" clId="Web-{10067BA5-A300-B828-47C2-1E765C24B125}" dt="2026-05-08T00:22:10.432" v="54"/>
          <ac:spMkLst>
            <pc:docMk/>
            <pc:sldMk cId="2980091807" sldId="260"/>
            <ac:spMk id="113" creationId="{544FD44E-C91F-C961-AD43-D250C3C0EB2F}"/>
          </ac:spMkLst>
        </pc:spChg>
        <pc:spChg chg="add del">
          <ac:chgData name="Grace PAN" userId="S::gracepan@ibm.com::005e5af3-4512-458e-8280-6559b1d3712f" providerId="AD" clId="Web-{10067BA5-A300-B828-47C2-1E765C24B125}" dt="2026-05-08T00:22:10.432" v="55"/>
          <ac:spMkLst>
            <pc:docMk/>
            <pc:sldMk cId="2980091807" sldId="260"/>
            <ac:spMk id="114" creationId="{36B4C5E8-BB45-517C-0BC7-5E683B3DC96A}"/>
          </ac:spMkLst>
        </pc:spChg>
        <pc:spChg chg="add del">
          <ac:chgData name="Grace PAN" userId="S::gracepan@ibm.com::005e5af3-4512-458e-8280-6559b1d3712f" providerId="AD" clId="Web-{10067BA5-A300-B828-47C2-1E765C24B125}" dt="2026-05-08T00:22:10.432" v="56"/>
          <ac:spMkLst>
            <pc:docMk/>
            <pc:sldMk cId="2980091807" sldId="260"/>
            <ac:spMk id="115" creationId="{CD1887F4-FF8C-ABC2-E52F-A12E4B96839D}"/>
          </ac:spMkLst>
        </pc:spChg>
        <pc:spChg chg="add del">
          <ac:chgData name="Grace PAN" userId="S::gracepan@ibm.com::005e5af3-4512-458e-8280-6559b1d3712f" providerId="AD" clId="Web-{10067BA5-A300-B828-47C2-1E765C24B125}" dt="2026-05-08T00:22:10.432" v="57"/>
          <ac:spMkLst>
            <pc:docMk/>
            <pc:sldMk cId="2980091807" sldId="260"/>
            <ac:spMk id="116" creationId="{90DE4847-76C3-C0BF-4224-FEC9EBDAF270}"/>
          </ac:spMkLst>
        </pc:spChg>
        <pc:spChg chg="add del">
          <ac:chgData name="Grace PAN" userId="S::gracepan@ibm.com::005e5af3-4512-458e-8280-6559b1d3712f" providerId="AD" clId="Web-{10067BA5-A300-B828-47C2-1E765C24B125}" dt="2026-05-08T00:22:10.432" v="58"/>
          <ac:spMkLst>
            <pc:docMk/>
            <pc:sldMk cId="2980091807" sldId="260"/>
            <ac:spMk id="117" creationId="{8F781095-CF8D-DC4E-1D35-483359E721C4}"/>
          </ac:spMkLst>
        </pc:spChg>
        <pc:spChg chg="add del">
          <ac:chgData name="Grace PAN" userId="S::gracepan@ibm.com::005e5af3-4512-458e-8280-6559b1d3712f" providerId="AD" clId="Web-{10067BA5-A300-B828-47C2-1E765C24B125}" dt="2026-05-08T00:22:10.432" v="59"/>
          <ac:spMkLst>
            <pc:docMk/>
            <pc:sldMk cId="2980091807" sldId="260"/>
            <ac:spMk id="118" creationId="{381F1CCD-6696-8BF6-0257-64416CC956FA}"/>
          </ac:spMkLst>
        </pc:spChg>
        <pc:spChg chg="add del">
          <ac:chgData name="Grace PAN" userId="S::gracepan@ibm.com::005e5af3-4512-458e-8280-6559b1d3712f" providerId="AD" clId="Web-{10067BA5-A300-B828-47C2-1E765C24B125}" dt="2026-05-08T00:22:10.432" v="60"/>
          <ac:spMkLst>
            <pc:docMk/>
            <pc:sldMk cId="2980091807" sldId="260"/>
            <ac:spMk id="119" creationId="{8B7B2CBA-46CE-308D-E502-82239852D8F0}"/>
          </ac:spMkLst>
        </pc:spChg>
        <pc:spChg chg="add del">
          <ac:chgData name="Grace PAN" userId="S::gracepan@ibm.com::005e5af3-4512-458e-8280-6559b1d3712f" providerId="AD" clId="Web-{10067BA5-A300-B828-47C2-1E765C24B125}" dt="2026-05-08T00:22:10.432" v="61"/>
          <ac:spMkLst>
            <pc:docMk/>
            <pc:sldMk cId="2980091807" sldId="260"/>
            <ac:spMk id="120" creationId="{623E0436-7EC4-894C-0FCE-4D6A736F92AD}"/>
          </ac:spMkLst>
        </pc:spChg>
        <pc:spChg chg="add del">
          <ac:chgData name="Grace PAN" userId="S::gracepan@ibm.com::005e5af3-4512-458e-8280-6559b1d3712f" providerId="AD" clId="Web-{10067BA5-A300-B828-47C2-1E765C24B125}" dt="2026-05-08T00:22:10.432" v="62"/>
          <ac:spMkLst>
            <pc:docMk/>
            <pc:sldMk cId="2980091807" sldId="260"/>
            <ac:spMk id="121" creationId="{788B0B0E-5E17-6E6D-D994-C9B516FC64CC}"/>
          </ac:spMkLst>
        </pc:spChg>
        <pc:spChg chg="add del">
          <ac:chgData name="Grace PAN" userId="S::gracepan@ibm.com::005e5af3-4512-458e-8280-6559b1d3712f" providerId="AD" clId="Web-{10067BA5-A300-B828-47C2-1E765C24B125}" dt="2026-05-08T00:22:10.432" v="63"/>
          <ac:spMkLst>
            <pc:docMk/>
            <pc:sldMk cId="2980091807" sldId="260"/>
            <ac:spMk id="122" creationId="{880EED09-13F4-D678-383C-421D9AFD02A6}"/>
          </ac:spMkLst>
        </pc:spChg>
        <pc:grpChg chg="add del">
          <ac:chgData name="Grace PAN" userId="S::gracepan@ibm.com::005e5af3-4512-458e-8280-6559b1d3712f" providerId="AD" clId="Web-{10067BA5-A300-B828-47C2-1E765C24B125}" dt="2026-05-08T00:22:10.432" v="37"/>
          <ac:grpSpMkLst>
            <pc:docMk/>
            <pc:sldMk cId="2980091807" sldId="260"/>
            <ac:grpSpMk id="74" creationId="{699BCFE5-DE44-8863-DE03-148B604790A7}"/>
          </ac:grpSpMkLst>
        </pc:grpChg>
        <pc:grpChg chg="add del">
          <ac:chgData name="Grace PAN" userId="S::gracepan@ibm.com::005e5af3-4512-458e-8280-6559b1d3712f" providerId="AD" clId="Web-{10067BA5-A300-B828-47C2-1E765C24B125}" dt="2026-05-08T00:22:10.432" v="38"/>
          <ac:grpSpMkLst>
            <pc:docMk/>
            <pc:sldMk cId="2980091807" sldId="260"/>
            <ac:grpSpMk id="78" creationId="{3B93DAE4-7245-288A-87FB-F89AEC273B09}"/>
          </ac:grpSpMkLst>
        </pc:grpChg>
        <pc:grpChg chg="add del">
          <ac:chgData name="Grace PAN" userId="S::gracepan@ibm.com::005e5af3-4512-458e-8280-6559b1d3712f" providerId="AD" clId="Web-{10067BA5-A300-B828-47C2-1E765C24B125}" dt="2026-05-08T00:22:10.432" v="40"/>
          <ac:grpSpMkLst>
            <pc:docMk/>
            <pc:sldMk cId="2980091807" sldId="260"/>
            <ac:grpSpMk id="90" creationId="{3D2C9D55-B28F-A8DC-12B0-B8029AEB96D1}"/>
          </ac:grpSpMkLst>
        </pc:grpChg>
        <pc:grpChg chg="add del">
          <ac:chgData name="Grace PAN" userId="S::gracepan@ibm.com::005e5af3-4512-458e-8280-6559b1d3712f" providerId="AD" clId="Web-{10067BA5-A300-B828-47C2-1E765C24B125}" dt="2026-05-08T00:22:10.432" v="41"/>
          <ac:grpSpMkLst>
            <pc:docMk/>
            <pc:sldMk cId="2980091807" sldId="260"/>
            <ac:grpSpMk id="93" creationId="{3303E706-6E34-13D1-E8FD-0BFA6AB6BF0A}"/>
          </ac:grpSpMkLst>
        </pc:grpChg>
        <pc:grpChg chg="add del">
          <ac:chgData name="Grace PAN" userId="S::gracepan@ibm.com::005e5af3-4512-458e-8280-6559b1d3712f" providerId="AD" clId="Web-{10067BA5-A300-B828-47C2-1E765C24B125}" dt="2026-05-08T00:22:10.432" v="42"/>
          <ac:grpSpMkLst>
            <pc:docMk/>
            <pc:sldMk cId="2980091807" sldId="260"/>
            <ac:grpSpMk id="96" creationId="{163C9C0F-418D-9CAD-B57E-ED0844D44238}"/>
          </ac:grpSpMkLst>
        </pc:grpChg>
        <pc:grpChg chg="add del">
          <ac:chgData name="Grace PAN" userId="S::gracepan@ibm.com::005e5af3-4512-458e-8280-6559b1d3712f" providerId="AD" clId="Web-{10067BA5-A300-B828-47C2-1E765C24B125}" dt="2026-05-08T00:22:10.432" v="43"/>
          <ac:grpSpMkLst>
            <pc:docMk/>
            <pc:sldMk cId="2980091807" sldId="260"/>
            <ac:grpSpMk id="99" creationId="{3F578A21-3DE2-8690-5E93-5D8CE6B85D1C}"/>
          </ac:grpSpMkLst>
        </pc:grpChg>
        <pc:graphicFrameChg chg="add del">
          <ac:chgData name="Grace PAN" userId="S::gracepan@ibm.com::005e5af3-4512-458e-8280-6559b1d3712f" providerId="AD" clId="Web-{10067BA5-A300-B828-47C2-1E765C24B125}" dt="2026-05-08T00:22:10.432" v="44"/>
          <ac:graphicFrameMkLst>
            <pc:docMk/>
            <pc:sldMk cId="2980091807" sldId="260"/>
            <ac:graphicFrameMk id="102" creationId="{9C18851A-83D1-3918-8203-8FA19D26C4B1}"/>
          </ac:graphicFrameMkLst>
        </pc:graphicFrameChg>
      </pc:sldChg>
      <pc:sldChg chg="modSp add">
        <pc:chgData name="Grace PAN" userId="S::gracepan@ibm.com::005e5af3-4512-458e-8280-6559b1d3712f" providerId="AD" clId="Web-{10067BA5-A300-B828-47C2-1E765C24B125}" dt="2026-05-08T00:22:55.077" v="69"/>
        <pc:sldMkLst>
          <pc:docMk/>
          <pc:sldMk cId="35011497" sldId="2147482953"/>
        </pc:sldMkLst>
        <pc:spChg chg="mod">
          <ac:chgData name="Grace PAN" userId="S::gracepan@ibm.com::005e5af3-4512-458e-8280-6559b1d3712f" providerId="AD" clId="Web-{10067BA5-A300-B828-47C2-1E765C24B125}" dt="2026-05-08T00:22:55.077" v="69"/>
          <ac:spMkLst>
            <pc:docMk/>
            <pc:sldMk cId="35011497" sldId="2147482953"/>
            <ac:spMk id="5" creationId="{D9A46ED4-5928-1478-37E1-7962A9CF8422}"/>
          </ac:spMkLst>
        </pc:spChg>
      </pc:sldChg>
    </pc:docChg>
  </pc:docChgLst>
  <pc:docChgLst>
    <pc:chgData name="Victor Aumaitre" userId="S::victor.aumaitre@ibm.com::379d7840-47ba-428f-9f95-660059feb219" providerId="AD" clId="Web-{8742BF1F-049D-582E-6F4C-44E93748581C}"/>
    <pc:docChg chg="modSld">
      <pc:chgData name="Victor Aumaitre" userId="S::victor.aumaitre@ibm.com::379d7840-47ba-428f-9f95-660059feb219" providerId="AD" clId="Web-{8742BF1F-049D-582E-6F4C-44E93748581C}" dt="2026-05-07T03:57:32.560" v="56" actId="1076"/>
      <pc:docMkLst>
        <pc:docMk/>
      </pc:docMkLst>
      <pc:sldChg chg="modSp">
        <pc:chgData name="Victor Aumaitre" userId="S::victor.aumaitre@ibm.com::379d7840-47ba-428f-9f95-660059feb219" providerId="AD" clId="Web-{8742BF1F-049D-582E-6F4C-44E93748581C}" dt="2026-05-07T03:57:32.560" v="56" actId="1076"/>
        <pc:sldMkLst>
          <pc:docMk/>
          <pc:sldMk cId="2549802226" sldId="2147482938"/>
        </pc:sldMkLst>
        <pc:spChg chg="mod">
          <ac:chgData name="Victor Aumaitre" userId="S::victor.aumaitre@ibm.com::379d7840-47ba-428f-9f95-660059feb219" providerId="AD" clId="Web-{8742BF1F-049D-582E-6F4C-44E93748581C}" dt="2026-05-07T03:57:15.388" v="40" actId="14100"/>
          <ac:spMkLst>
            <pc:docMk/>
            <pc:sldMk cId="2549802226" sldId="2147482938"/>
            <ac:spMk id="7" creationId="{0608C892-0748-C3CD-4BE3-24B6F904AF7D}"/>
          </ac:spMkLst>
        </pc:spChg>
        <pc:spChg chg="mod">
          <ac:chgData name="Victor Aumaitre" userId="S::victor.aumaitre@ibm.com::379d7840-47ba-428f-9f95-660059feb219" providerId="AD" clId="Web-{8742BF1F-049D-582E-6F4C-44E93748581C}" dt="2026-05-07T03:57:10.888" v="33" actId="14100"/>
          <ac:spMkLst>
            <pc:docMk/>
            <pc:sldMk cId="2549802226" sldId="2147482938"/>
            <ac:spMk id="8" creationId="{78E14B56-49B8-6B3A-1782-ECD13B27D19A}"/>
          </ac:spMkLst>
        </pc:spChg>
        <pc:spChg chg="mod">
          <ac:chgData name="Victor Aumaitre" userId="S::victor.aumaitre@ibm.com::379d7840-47ba-428f-9f95-660059feb219" providerId="AD" clId="Web-{8742BF1F-049D-582E-6F4C-44E93748581C}" dt="2026-05-07T03:57:10.919" v="34" actId="14100"/>
          <ac:spMkLst>
            <pc:docMk/>
            <pc:sldMk cId="2549802226" sldId="2147482938"/>
            <ac:spMk id="11" creationId="{11AAE104-5D22-3348-370F-FE18B3F35C03}"/>
          </ac:spMkLst>
        </pc:spChg>
        <pc:spChg chg="mod">
          <ac:chgData name="Victor Aumaitre" userId="S::victor.aumaitre@ibm.com::379d7840-47ba-428f-9f95-660059feb219" providerId="AD" clId="Web-{8742BF1F-049D-582E-6F4C-44E93748581C}" dt="2026-05-07T03:57:10.934" v="35" actId="14100"/>
          <ac:spMkLst>
            <pc:docMk/>
            <pc:sldMk cId="2549802226" sldId="2147482938"/>
            <ac:spMk id="12" creationId="{D4D046FE-0016-3B56-E56E-4F2D11C11BCF}"/>
          </ac:spMkLst>
        </pc:spChg>
        <pc:spChg chg="mod">
          <ac:chgData name="Victor Aumaitre" userId="S::victor.aumaitre@ibm.com::379d7840-47ba-428f-9f95-660059feb219" providerId="AD" clId="Web-{8742BF1F-049D-582E-6F4C-44E93748581C}" dt="2026-05-07T03:57:10.950" v="36" actId="14100"/>
          <ac:spMkLst>
            <pc:docMk/>
            <pc:sldMk cId="2549802226" sldId="2147482938"/>
            <ac:spMk id="15" creationId="{03CD46E4-1725-7B19-48C0-7DAF5EB78CCA}"/>
          </ac:spMkLst>
        </pc:spChg>
        <pc:spChg chg="mod">
          <ac:chgData name="Victor Aumaitre" userId="S::victor.aumaitre@ibm.com::379d7840-47ba-428f-9f95-660059feb219" providerId="AD" clId="Web-{8742BF1F-049D-582E-6F4C-44E93748581C}" dt="2026-05-07T03:57:10.981" v="37" actId="14100"/>
          <ac:spMkLst>
            <pc:docMk/>
            <pc:sldMk cId="2549802226" sldId="2147482938"/>
            <ac:spMk id="16" creationId="{73E68874-DA48-FD42-9514-904DD0D59B4D}"/>
          </ac:spMkLst>
        </pc:spChg>
        <pc:spChg chg="mod">
          <ac:chgData name="Victor Aumaitre" userId="S::victor.aumaitre@ibm.com::379d7840-47ba-428f-9f95-660059feb219" providerId="AD" clId="Web-{8742BF1F-049D-582E-6F4C-44E93748581C}" dt="2026-05-07T03:57:10.997" v="38" actId="14100"/>
          <ac:spMkLst>
            <pc:docMk/>
            <pc:sldMk cId="2549802226" sldId="2147482938"/>
            <ac:spMk id="19" creationId="{3807AF64-2289-4F8A-A153-98CBE573873C}"/>
          </ac:spMkLst>
        </pc:spChg>
        <pc:spChg chg="mod">
          <ac:chgData name="Victor Aumaitre" userId="S::victor.aumaitre@ibm.com::379d7840-47ba-428f-9f95-660059feb219" providerId="AD" clId="Web-{8742BF1F-049D-582E-6F4C-44E93748581C}" dt="2026-05-07T03:57:11.013" v="39" actId="14100"/>
          <ac:spMkLst>
            <pc:docMk/>
            <pc:sldMk cId="2549802226" sldId="2147482938"/>
            <ac:spMk id="20" creationId="{DA797C84-9DF1-B892-3238-344077406AE2}"/>
          </ac:spMkLst>
        </pc:spChg>
        <pc:spChg chg="mod">
          <ac:chgData name="Victor Aumaitre" userId="S::victor.aumaitre@ibm.com::379d7840-47ba-428f-9f95-660059feb219" providerId="AD" clId="Web-{8742BF1F-049D-582E-6F4C-44E93748581C}" dt="2026-05-07T03:57:32.466" v="52" actId="1076"/>
          <ac:spMkLst>
            <pc:docMk/>
            <pc:sldMk cId="2549802226" sldId="2147482938"/>
            <ac:spMk id="22" creationId="{6EF872C1-D63C-090F-3060-726D8FDE4248}"/>
          </ac:spMkLst>
        </pc:spChg>
        <pc:spChg chg="mod">
          <ac:chgData name="Victor Aumaitre" userId="S::victor.aumaitre@ibm.com::379d7840-47ba-428f-9f95-660059feb219" providerId="AD" clId="Web-{8742BF1F-049D-582E-6F4C-44E93748581C}" dt="2026-05-07T03:57:32.497" v="53" actId="1076"/>
          <ac:spMkLst>
            <pc:docMk/>
            <pc:sldMk cId="2549802226" sldId="2147482938"/>
            <ac:spMk id="23" creationId="{A8864EBA-AA98-A470-F13B-CB1E00A47359}"/>
          </ac:spMkLst>
        </pc:spChg>
        <pc:spChg chg="mod">
          <ac:chgData name="Victor Aumaitre" userId="S::victor.aumaitre@ibm.com::379d7840-47ba-428f-9f95-660059feb219" providerId="AD" clId="Web-{8742BF1F-049D-582E-6F4C-44E93748581C}" dt="2026-05-07T03:57:32.513" v="54" actId="1076"/>
          <ac:spMkLst>
            <pc:docMk/>
            <pc:sldMk cId="2549802226" sldId="2147482938"/>
            <ac:spMk id="24" creationId="{C1320DB0-426A-7797-D67E-59EC47B179F3}"/>
          </ac:spMkLst>
        </pc:spChg>
        <pc:spChg chg="mod">
          <ac:chgData name="Victor Aumaitre" userId="S::victor.aumaitre@ibm.com::379d7840-47ba-428f-9f95-660059feb219" providerId="AD" clId="Web-{8742BF1F-049D-582E-6F4C-44E93748581C}" dt="2026-05-07T03:57:32.544" v="55" actId="1076"/>
          <ac:spMkLst>
            <pc:docMk/>
            <pc:sldMk cId="2549802226" sldId="2147482938"/>
            <ac:spMk id="25" creationId="{7A32CAB4-EC7E-3340-460B-7D8E5494A059}"/>
          </ac:spMkLst>
        </pc:spChg>
        <pc:spChg chg="mod">
          <ac:chgData name="Victor Aumaitre" userId="S::victor.aumaitre@ibm.com::379d7840-47ba-428f-9f95-660059feb219" providerId="AD" clId="Web-{8742BF1F-049D-582E-6F4C-44E93748581C}" dt="2026-05-07T03:56:34.199" v="24"/>
          <ac:spMkLst>
            <pc:docMk/>
            <pc:sldMk cId="2549802226" sldId="2147482938"/>
            <ac:spMk id="26" creationId="{8A7B6DEF-AB61-3BF0-E670-AFDD925FFA57}"/>
          </ac:spMkLst>
        </pc:spChg>
        <pc:spChg chg="mod">
          <ac:chgData name="Victor Aumaitre" userId="S::victor.aumaitre@ibm.com::379d7840-47ba-428f-9f95-660059feb219" providerId="AD" clId="Web-{8742BF1F-049D-582E-6F4C-44E93748581C}" dt="2026-05-07T03:57:32.560" v="56" actId="1076"/>
          <ac:spMkLst>
            <pc:docMk/>
            <pc:sldMk cId="2549802226" sldId="2147482938"/>
            <ac:spMk id="29" creationId="{E1B5099C-EC60-5B2F-7863-5A2498B5F9FE}"/>
          </ac:spMkLst>
        </pc:spChg>
        <pc:spChg chg="mod">
          <ac:chgData name="Victor Aumaitre" userId="S::victor.aumaitre@ibm.com::379d7840-47ba-428f-9f95-660059feb219" providerId="AD" clId="Web-{8742BF1F-049D-582E-6F4C-44E93748581C}" dt="2026-05-07T03:57:32.216" v="41" actId="1076"/>
          <ac:spMkLst>
            <pc:docMk/>
            <pc:sldMk cId="2549802226" sldId="2147482938"/>
            <ac:spMk id="89" creationId="{17E0672F-1AFB-F678-918D-D7D0E41765FE}"/>
          </ac:spMkLst>
        </pc:spChg>
        <pc:spChg chg="mod">
          <ac:chgData name="Victor Aumaitre" userId="S::victor.aumaitre@ibm.com::379d7840-47ba-428f-9f95-660059feb219" providerId="AD" clId="Web-{8742BF1F-049D-582E-6F4C-44E93748581C}" dt="2026-05-07T03:57:32.232" v="42" actId="1076"/>
          <ac:spMkLst>
            <pc:docMk/>
            <pc:sldMk cId="2549802226" sldId="2147482938"/>
            <ac:spMk id="90" creationId="{7A83959A-CB0F-3E7D-158B-0AFD6D93BFCE}"/>
          </ac:spMkLst>
        </pc:spChg>
        <pc:spChg chg="mod">
          <ac:chgData name="Victor Aumaitre" userId="S::victor.aumaitre@ibm.com::379d7840-47ba-428f-9f95-660059feb219" providerId="AD" clId="Web-{8742BF1F-049D-582E-6F4C-44E93748581C}" dt="2026-05-07T03:57:32.247" v="43" actId="1076"/>
          <ac:spMkLst>
            <pc:docMk/>
            <pc:sldMk cId="2549802226" sldId="2147482938"/>
            <ac:spMk id="91" creationId="{D6362AF3-3A2B-4278-C2FB-9351C87ED940}"/>
          </ac:spMkLst>
        </pc:spChg>
        <pc:spChg chg="mod">
          <ac:chgData name="Victor Aumaitre" userId="S::victor.aumaitre@ibm.com::379d7840-47ba-428f-9f95-660059feb219" providerId="AD" clId="Web-{8742BF1F-049D-582E-6F4C-44E93748581C}" dt="2026-05-07T03:57:32.279" v="44" actId="1076"/>
          <ac:spMkLst>
            <pc:docMk/>
            <pc:sldMk cId="2549802226" sldId="2147482938"/>
            <ac:spMk id="93" creationId="{BBA3F7A7-EBCF-97A0-AAAF-BCC3E425F51C}"/>
          </ac:spMkLst>
        </pc:spChg>
        <pc:spChg chg="mod">
          <ac:chgData name="Victor Aumaitre" userId="S::victor.aumaitre@ibm.com::379d7840-47ba-428f-9f95-660059feb219" providerId="AD" clId="Web-{8742BF1F-049D-582E-6F4C-44E93748581C}" dt="2026-05-07T03:57:32.294" v="45" actId="1076"/>
          <ac:spMkLst>
            <pc:docMk/>
            <pc:sldMk cId="2549802226" sldId="2147482938"/>
            <ac:spMk id="94" creationId="{CF812726-E017-9DCD-E36B-D016BBC52F8C}"/>
          </ac:spMkLst>
        </pc:spChg>
        <pc:spChg chg="mod">
          <ac:chgData name="Victor Aumaitre" userId="S::victor.aumaitre@ibm.com::379d7840-47ba-428f-9f95-660059feb219" providerId="AD" clId="Web-{8742BF1F-049D-582E-6F4C-44E93748581C}" dt="2026-05-07T03:57:32.325" v="46" actId="1076"/>
          <ac:spMkLst>
            <pc:docMk/>
            <pc:sldMk cId="2549802226" sldId="2147482938"/>
            <ac:spMk id="95" creationId="{E6ACCC4A-DB68-47C4-1359-6125FDFF2BA9}"/>
          </ac:spMkLst>
        </pc:spChg>
        <pc:spChg chg="mod">
          <ac:chgData name="Victor Aumaitre" userId="S::victor.aumaitre@ibm.com::379d7840-47ba-428f-9f95-660059feb219" providerId="AD" clId="Web-{8742BF1F-049D-582E-6F4C-44E93748581C}" dt="2026-05-07T03:57:32.341" v="47" actId="1076"/>
          <ac:spMkLst>
            <pc:docMk/>
            <pc:sldMk cId="2549802226" sldId="2147482938"/>
            <ac:spMk id="98" creationId="{CC5E66B7-E341-76C9-43C0-9B00B9D554F5}"/>
          </ac:spMkLst>
        </pc:spChg>
        <pc:spChg chg="mod">
          <ac:chgData name="Victor Aumaitre" userId="S::victor.aumaitre@ibm.com::379d7840-47ba-428f-9f95-660059feb219" providerId="AD" clId="Web-{8742BF1F-049D-582E-6F4C-44E93748581C}" dt="2026-05-07T03:57:32.372" v="48" actId="1076"/>
          <ac:spMkLst>
            <pc:docMk/>
            <pc:sldMk cId="2549802226" sldId="2147482938"/>
            <ac:spMk id="99" creationId="{C4146178-AFA4-8713-58C7-4780330E2842}"/>
          </ac:spMkLst>
        </pc:spChg>
        <pc:spChg chg="mod">
          <ac:chgData name="Victor Aumaitre" userId="S::victor.aumaitre@ibm.com::379d7840-47ba-428f-9f95-660059feb219" providerId="AD" clId="Web-{8742BF1F-049D-582E-6F4C-44E93748581C}" dt="2026-05-07T03:57:32.404" v="49" actId="1076"/>
          <ac:spMkLst>
            <pc:docMk/>
            <pc:sldMk cId="2549802226" sldId="2147482938"/>
            <ac:spMk id="101" creationId="{0021928F-2180-D7A3-D770-7D2CA8D9AA0B}"/>
          </ac:spMkLst>
        </pc:spChg>
        <pc:spChg chg="mod">
          <ac:chgData name="Victor Aumaitre" userId="S::victor.aumaitre@ibm.com::379d7840-47ba-428f-9f95-660059feb219" providerId="AD" clId="Web-{8742BF1F-049D-582E-6F4C-44E93748581C}" dt="2026-05-07T03:57:32.419" v="50" actId="1076"/>
          <ac:spMkLst>
            <pc:docMk/>
            <pc:sldMk cId="2549802226" sldId="2147482938"/>
            <ac:spMk id="102" creationId="{8C347080-57D7-32E4-DEC0-E2C8A1ECD6C6}"/>
          </ac:spMkLst>
        </pc:spChg>
        <pc:spChg chg="mod">
          <ac:chgData name="Victor Aumaitre" userId="S::victor.aumaitre@ibm.com::379d7840-47ba-428f-9f95-660059feb219" providerId="AD" clId="Web-{8742BF1F-049D-582E-6F4C-44E93748581C}" dt="2026-05-07T03:57:32.450" v="51" actId="1076"/>
          <ac:spMkLst>
            <pc:docMk/>
            <pc:sldMk cId="2549802226" sldId="2147482938"/>
            <ac:spMk id="103" creationId="{1D2BD3F0-9CAC-0006-F748-C9117E63C548}"/>
          </ac:spMkLst>
        </pc:spChg>
      </pc:sldChg>
    </pc:docChg>
  </pc:docChgLst>
  <pc:docChgLst>
    <pc:chgData name="Bostjan Sekovanic" userId="S::sekovanic@hu.ibm.com::a9d24dd4-9bc3-4055-9794-a772062e265e" providerId="AD" clId="Web-{DA5476BF-6085-3A64-4E94-B93DEF73B303}"/>
    <pc:docChg chg="modSld">
      <pc:chgData name="Bostjan Sekovanic" userId="S::sekovanic@hu.ibm.com::a9d24dd4-9bc3-4055-9794-a772062e265e" providerId="AD" clId="Web-{DA5476BF-6085-3A64-4E94-B93DEF73B303}" dt="2026-05-08T12:00:17.064" v="188" actId="20577"/>
      <pc:docMkLst>
        <pc:docMk/>
      </pc:docMkLst>
      <pc:sldChg chg="addSp modSp">
        <pc:chgData name="Bostjan Sekovanic" userId="S::sekovanic@hu.ibm.com::a9d24dd4-9bc3-4055-9794-a772062e265e" providerId="AD" clId="Web-{DA5476BF-6085-3A64-4E94-B93DEF73B303}" dt="2026-05-08T12:00:17.064" v="188" actId="20577"/>
        <pc:sldMkLst>
          <pc:docMk/>
          <pc:sldMk cId="664691264" sldId="309"/>
        </pc:sldMkLst>
        <pc:spChg chg="add mod">
          <ac:chgData name="Bostjan Sekovanic" userId="S::sekovanic@hu.ibm.com::a9d24dd4-9bc3-4055-9794-a772062e265e" providerId="AD" clId="Web-{DA5476BF-6085-3A64-4E94-B93DEF73B303}" dt="2026-05-08T12:00:17.064" v="188" actId="20577"/>
          <ac:spMkLst>
            <pc:docMk/>
            <pc:sldMk cId="664691264" sldId="309"/>
            <ac:spMk id="2" creationId="{11ED5BA5-49C1-9C91-9D1E-E29869677CE2}"/>
          </ac:spMkLst>
        </pc:spChg>
        <pc:spChg chg="mod">
          <ac:chgData name="Bostjan Sekovanic" userId="S::sekovanic@hu.ibm.com::a9d24dd4-9bc3-4055-9794-a772062e265e" providerId="AD" clId="Web-{DA5476BF-6085-3A64-4E94-B93DEF73B303}" dt="2026-05-08T11:56:07.913" v="99" actId="20577"/>
          <ac:spMkLst>
            <pc:docMk/>
            <pc:sldMk cId="664691264" sldId="309"/>
            <ac:spMk id="27" creationId="{B005D63C-5421-5A3A-E008-E5B96FEBE914}"/>
          </ac:spMkLst>
        </pc:spChg>
        <pc:graphicFrameChg chg="mod modGraphic">
          <ac:chgData name="Bostjan Sekovanic" userId="S::sekovanic@hu.ibm.com::a9d24dd4-9bc3-4055-9794-a772062e265e" providerId="AD" clId="Web-{DA5476BF-6085-3A64-4E94-B93DEF73B303}" dt="2026-05-08T11:58:58.405" v="181"/>
          <ac:graphicFrameMkLst>
            <pc:docMk/>
            <pc:sldMk cId="664691264" sldId="309"/>
            <ac:graphicFrameMk id="9" creationId="{551BDBEE-A5CD-06FE-8037-1280F1A5DE3E}"/>
          </ac:graphicFrameMkLst>
        </pc:graphicFrameChg>
      </pc:sldChg>
      <pc:sldChg chg="modSp">
        <pc:chgData name="Bostjan Sekovanic" userId="S::sekovanic@hu.ibm.com::a9d24dd4-9bc3-4055-9794-a772062e265e" providerId="AD" clId="Web-{DA5476BF-6085-3A64-4E94-B93DEF73B303}" dt="2026-05-08T11:43:07.933" v="52"/>
        <pc:sldMkLst>
          <pc:docMk/>
          <pc:sldMk cId="1208127481" sldId="319"/>
        </pc:sldMkLst>
        <pc:spChg chg="mod">
          <ac:chgData name="Bostjan Sekovanic" userId="S::sekovanic@hu.ibm.com::a9d24dd4-9bc3-4055-9794-a772062e265e" providerId="AD" clId="Web-{DA5476BF-6085-3A64-4E94-B93DEF73B303}" dt="2026-05-08T11:42:13.744" v="17" actId="20577"/>
          <ac:spMkLst>
            <pc:docMk/>
            <pc:sldMk cId="1208127481" sldId="319"/>
            <ac:spMk id="9" creationId="{9743A890-C236-1896-7641-B6D04A29D087}"/>
          </ac:spMkLst>
        </pc:spChg>
        <pc:spChg chg="mod">
          <ac:chgData name="Bostjan Sekovanic" userId="S::sekovanic@hu.ibm.com::a9d24dd4-9bc3-4055-9794-a772062e265e" providerId="AD" clId="Web-{DA5476BF-6085-3A64-4E94-B93DEF73B303}" dt="2026-05-08T11:42:22.244" v="20" actId="20577"/>
          <ac:spMkLst>
            <pc:docMk/>
            <pc:sldMk cId="1208127481" sldId="319"/>
            <ac:spMk id="13" creationId="{021BA74A-8471-FA9B-75D6-F33F8E64A9EB}"/>
          </ac:spMkLst>
        </pc:spChg>
        <pc:graphicFrameChg chg="mod modGraphic">
          <ac:chgData name="Bostjan Sekovanic" userId="S::sekovanic@hu.ibm.com::a9d24dd4-9bc3-4055-9794-a772062e265e" providerId="AD" clId="Web-{DA5476BF-6085-3A64-4E94-B93DEF73B303}" dt="2026-05-08T11:42:48.339" v="50"/>
          <ac:graphicFrameMkLst>
            <pc:docMk/>
            <pc:sldMk cId="1208127481" sldId="319"/>
            <ac:graphicFrameMk id="3" creationId="{88010ABF-B7FD-B267-1C52-0FA53C191E76}"/>
          </ac:graphicFrameMkLst>
        </pc:graphicFrameChg>
        <pc:graphicFrameChg chg="mod modGraphic">
          <ac:chgData name="Bostjan Sekovanic" userId="S::sekovanic@hu.ibm.com::a9d24dd4-9bc3-4055-9794-a772062e265e" providerId="AD" clId="Web-{DA5476BF-6085-3A64-4E94-B93DEF73B303}" dt="2026-05-08T11:43:07.933" v="52"/>
          <ac:graphicFrameMkLst>
            <pc:docMk/>
            <pc:sldMk cId="1208127481" sldId="319"/>
            <ac:graphicFrameMk id="10" creationId="{E9C2E1C8-BFD5-01C5-8004-E296446CF9F6}"/>
          </ac:graphicFrameMkLst>
        </pc:graphicFrameChg>
      </pc:sldChg>
    </pc:docChg>
  </pc:docChgLst>
  <pc:docChgLst>
    <pc:chgData name="Grace PAN" userId="S::gracepan@ibm.com::005e5af3-4512-458e-8280-6559b1d3712f" providerId="AD" clId="Web-{7D18F3AA-2447-4640-2F46-8EA969303944}"/>
    <pc:docChg chg="addSld delSld modSld sldOrd">
      <pc:chgData name="Grace PAN" userId="S::gracepan@ibm.com::005e5af3-4512-458e-8280-6559b1d3712f" providerId="AD" clId="Web-{7D18F3AA-2447-4640-2F46-8EA969303944}" dt="2026-05-07T23:56:08.306" v="16" actId="1076"/>
      <pc:docMkLst>
        <pc:docMk/>
      </pc:docMkLst>
      <pc:sldChg chg="del">
        <pc:chgData name="Grace PAN" userId="S::gracepan@ibm.com::005e5af3-4512-458e-8280-6559b1d3712f" providerId="AD" clId="Web-{7D18F3AA-2447-4640-2F46-8EA969303944}" dt="2026-05-07T23:55:11.304" v="9"/>
        <pc:sldMkLst>
          <pc:docMk/>
          <pc:sldMk cId="171429725" sldId="2147482952"/>
        </pc:sldMkLst>
      </pc:sldChg>
      <pc:sldChg chg="add">
        <pc:chgData name="Grace PAN" userId="S::gracepan@ibm.com::005e5af3-4512-458e-8280-6559b1d3712f" providerId="AD" clId="Web-{7D18F3AA-2447-4640-2F46-8EA969303944}" dt="2026-05-07T23:54:07.379" v="1"/>
        <pc:sldMkLst>
          <pc:docMk/>
          <pc:sldMk cId="35011497" sldId="2147482953"/>
        </pc:sldMkLst>
      </pc:sldChg>
      <pc:sldChg chg="ord">
        <pc:chgData name="Grace PAN" userId="S::gracepan@ibm.com::005e5af3-4512-458e-8280-6559b1d3712f" providerId="AD" clId="Web-{7D18F3AA-2447-4640-2F46-8EA969303944}" dt="2026-05-07T23:55:16.398" v="10"/>
        <pc:sldMkLst>
          <pc:docMk/>
          <pc:sldMk cId="1529231054" sldId="2147483586"/>
        </pc:sldMkLst>
      </pc:sldChg>
      <pc:sldChg chg="del">
        <pc:chgData name="Grace PAN" userId="S::gracepan@ibm.com::005e5af3-4512-458e-8280-6559b1d3712f" providerId="AD" clId="Web-{7D18F3AA-2447-4640-2F46-8EA969303944}" dt="2026-05-07T23:55:18.179" v="11"/>
        <pc:sldMkLst>
          <pc:docMk/>
          <pc:sldMk cId="608067389" sldId="2147483638"/>
        </pc:sldMkLst>
      </pc:sldChg>
      <pc:sldChg chg="modSp add del">
        <pc:chgData name="Grace PAN" userId="S::gracepan@ibm.com::005e5af3-4512-458e-8280-6559b1d3712f" providerId="AD" clId="Web-{7D18F3AA-2447-4640-2F46-8EA969303944}" dt="2026-05-07T23:54:48.850" v="5"/>
        <pc:sldMkLst>
          <pc:docMk/>
          <pc:sldMk cId="2612027628" sldId="2147483645"/>
        </pc:sldMkLst>
        <pc:picChg chg="mod">
          <ac:chgData name="Grace PAN" userId="S::gracepan@ibm.com::005e5af3-4512-458e-8280-6559b1d3712f" providerId="AD" clId="Web-{7D18F3AA-2447-4640-2F46-8EA969303944}" dt="2026-05-07T23:54:19.630" v="3" actId="1076"/>
          <ac:picMkLst>
            <pc:docMk/>
            <pc:sldMk cId="2612027628" sldId="2147483645"/>
            <ac:picMk id="72" creationId="{3AB053E2-A722-6328-F296-1FF074A97FA7}"/>
          </ac:picMkLst>
        </pc:picChg>
      </pc:sldChg>
      <pc:sldChg chg="modSp add">
        <pc:chgData name="Grace PAN" userId="S::gracepan@ibm.com::005e5af3-4512-458e-8280-6559b1d3712f" providerId="AD" clId="Web-{7D18F3AA-2447-4640-2F46-8EA969303944}" dt="2026-05-07T23:56:08.306" v="16" actId="1076"/>
        <pc:sldMkLst>
          <pc:docMk/>
          <pc:sldMk cId="1163285058" sldId="2147483646"/>
        </pc:sldMkLst>
        <pc:spChg chg="mod">
          <ac:chgData name="Grace PAN" userId="S::gracepan@ibm.com::005e5af3-4512-458e-8280-6559b1d3712f" providerId="AD" clId="Web-{7D18F3AA-2447-4640-2F46-8EA969303944}" dt="2026-05-07T23:54:56.209" v="8"/>
          <ac:spMkLst>
            <pc:docMk/>
            <pc:sldMk cId="1163285058" sldId="2147483646"/>
            <ac:spMk id="70" creationId="{ACD0441E-C85E-C54F-34D2-AB77AE4B9F8D}"/>
          </ac:spMkLst>
        </pc:spChg>
        <pc:spChg chg="mod">
          <ac:chgData name="Grace PAN" userId="S::gracepan@ibm.com::005e5af3-4512-458e-8280-6559b1d3712f" providerId="AD" clId="Web-{7D18F3AA-2447-4640-2F46-8EA969303944}" dt="2026-05-07T23:56:08.274" v="15" actId="1076"/>
          <ac:spMkLst>
            <pc:docMk/>
            <pc:sldMk cId="1163285058" sldId="2147483646"/>
            <ac:spMk id="9002" creationId="{00000000-0000-0000-0000-000000000000}"/>
          </ac:spMkLst>
        </pc:spChg>
        <pc:spChg chg="mod">
          <ac:chgData name="Grace PAN" userId="S::gracepan@ibm.com::005e5af3-4512-458e-8280-6559b1d3712f" providerId="AD" clId="Web-{7D18F3AA-2447-4640-2F46-8EA969303944}" dt="2026-05-07T23:56:08.306" v="16" actId="1076"/>
          <ac:spMkLst>
            <pc:docMk/>
            <pc:sldMk cId="1163285058" sldId="2147483646"/>
            <ac:spMk id="9003" creationId="{00000000-0000-0000-0000-000000000000}"/>
          </ac:spMkLst>
        </pc:spChg>
        <pc:spChg chg="mod">
          <ac:chgData name="Grace PAN" userId="S::gracepan@ibm.com::005e5af3-4512-458e-8280-6559b1d3712f" providerId="AD" clId="Web-{7D18F3AA-2447-4640-2F46-8EA969303944}" dt="2026-05-07T23:55:59.399" v="14" actId="1076"/>
          <ac:spMkLst>
            <pc:docMk/>
            <pc:sldMk cId="1163285058" sldId="2147483646"/>
            <ac:spMk id="9004" creationId="{00000000-0000-0000-0000-000000000000}"/>
          </ac:spMkLst>
        </pc:spChg>
      </pc:sldChg>
    </pc:docChg>
  </pc:docChgLst>
  <pc:docChgLst>
    <pc:chgData name="Grace PAN" userId="S::gracepan@ibm.com::005e5af3-4512-458e-8280-6559b1d3712f" providerId="AD" clId="Web-{94E00F39-C46F-376B-734B-801111912FCA}"/>
    <pc:docChg chg="addSld">
      <pc:chgData name="Grace PAN" userId="S::gracepan@ibm.com::005e5af3-4512-458e-8280-6559b1d3712f" providerId="AD" clId="Web-{94E00F39-C46F-376B-734B-801111912FCA}" dt="2026-05-07T16:56:14.915" v="0"/>
      <pc:docMkLst>
        <pc:docMk/>
      </pc:docMkLst>
      <pc:sldChg chg="add">
        <pc:chgData name="Grace PAN" userId="S::gracepan@ibm.com::005e5af3-4512-458e-8280-6559b1d3712f" providerId="AD" clId="Web-{94E00F39-C46F-376B-734B-801111912FCA}" dt="2026-05-07T16:56:14.915" v="0"/>
        <pc:sldMkLst>
          <pc:docMk/>
          <pc:sldMk cId="3796818164" sldId="345"/>
        </pc:sldMkLst>
      </pc:sldChg>
    </pc:docChg>
  </pc:docChgLst>
  <pc:docChgLst>
    <pc:chgData name="Victor Aumaitre" userId="S::victor.aumaitre@ibm.com::379d7840-47ba-428f-9f95-660059feb219" providerId="AD" clId="Web-{1BB546A8-6AD3-44E8-C967-E7A75169D70F}"/>
    <pc:docChg chg="delSld modSld">
      <pc:chgData name="Victor Aumaitre" userId="S::victor.aumaitre@ibm.com::379d7840-47ba-428f-9f95-660059feb219" providerId="AD" clId="Web-{1BB546A8-6AD3-44E8-C967-E7A75169D70F}" dt="2026-05-06T13:03:12.923" v="6"/>
      <pc:docMkLst>
        <pc:docMk/>
      </pc:docMkLst>
    </pc:docChg>
  </pc:docChgLst>
  <pc:docChgLst>
    <pc:chgData name="Bostjan Sekovanic" userId="S::sekovanic@hu.ibm.com::a9d24dd4-9bc3-4055-9794-a772062e265e" providerId="AD" clId="Web-{E5C03A4C-A93F-A031-73E6-7EF81BF076F4}"/>
    <pc:docChg chg="modSld">
      <pc:chgData name="Bostjan Sekovanic" userId="S::sekovanic@hu.ibm.com::a9d24dd4-9bc3-4055-9794-a772062e265e" providerId="AD" clId="Web-{E5C03A4C-A93F-A031-73E6-7EF81BF076F4}" dt="2026-05-08T14:58:41.725" v="1320" actId="20577"/>
      <pc:docMkLst>
        <pc:docMk/>
      </pc:docMkLst>
      <pc:sldChg chg="modSp">
        <pc:chgData name="Bostjan Sekovanic" userId="S::sekovanic@hu.ibm.com::a9d24dd4-9bc3-4055-9794-a772062e265e" providerId="AD" clId="Web-{E5C03A4C-A93F-A031-73E6-7EF81BF076F4}" dt="2026-05-08T12:58:51.565" v="23"/>
        <pc:sldMkLst>
          <pc:docMk/>
          <pc:sldMk cId="664691264" sldId="309"/>
        </pc:sldMkLst>
        <pc:graphicFrameChg chg="mod modGraphic">
          <ac:chgData name="Bostjan Sekovanic" userId="S::sekovanic@hu.ibm.com::a9d24dd4-9bc3-4055-9794-a772062e265e" providerId="AD" clId="Web-{E5C03A4C-A93F-A031-73E6-7EF81BF076F4}" dt="2026-05-08T12:58:51.565" v="23"/>
          <ac:graphicFrameMkLst>
            <pc:docMk/>
            <pc:sldMk cId="664691264" sldId="309"/>
            <ac:graphicFrameMk id="9" creationId="{551BDBEE-A5CD-06FE-8037-1280F1A5DE3E}"/>
          </ac:graphicFrameMkLst>
        </pc:graphicFrameChg>
      </pc:sldChg>
      <pc:sldChg chg="modSp">
        <pc:chgData name="Bostjan Sekovanic" userId="S::sekovanic@hu.ibm.com::a9d24dd4-9bc3-4055-9794-a772062e265e" providerId="AD" clId="Web-{E5C03A4C-A93F-A031-73E6-7EF81BF076F4}" dt="2026-05-08T13:02:01.275" v="81"/>
        <pc:sldMkLst>
          <pc:docMk/>
          <pc:sldMk cId="2834013941" sldId="310"/>
        </pc:sldMkLst>
        <pc:graphicFrameChg chg="mod modGraphic">
          <ac:chgData name="Bostjan Sekovanic" userId="S::sekovanic@hu.ibm.com::a9d24dd4-9bc3-4055-9794-a772062e265e" providerId="AD" clId="Web-{E5C03A4C-A93F-A031-73E6-7EF81BF076F4}" dt="2026-05-08T13:02:01.275" v="81"/>
          <ac:graphicFrameMkLst>
            <pc:docMk/>
            <pc:sldMk cId="2834013941" sldId="310"/>
            <ac:graphicFrameMk id="17" creationId="{B02C3614-9760-3D70-0DC6-F1EE65B7FF63}"/>
          </ac:graphicFrameMkLst>
        </pc:graphicFrameChg>
      </pc:sldChg>
      <pc:sldChg chg="delSp modSp">
        <pc:chgData name="Bostjan Sekovanic" userId="S::sekovanic@hu.ibm.com::a9d24dd4-9bc3-4055-9794-a772062e265e" providerId="AD" clId="Web-{E5C03A4C-A93F-A031-73E6-7EF81BF076F4}" dt="2026-05-08T13:59:40.926" v="505"/>
        <pc:sldMkLst>
          <pc:docMk/>
          <pc:sldMk cId="2549802226" sldId="2147482938"/>
        </pc:sldMkLst>
        <pc:spChg chg="del mod">
          <ac:chgData name="Bostjan Sekovanic" userId="S::sekovanic@hu.ibm.com::a9d24dd4-9bc3-4055-9794-a772062e265e" providerId="AD" clId="Web-{E5C03A4C-A93F-A031-73E6-7EF81BF076F4}" dt="2026-05-08T13:59:40.926" v="505"/>
          <ac:spMkLst>
            <pc:docMk/>
            <pc:sldMk cId="2549802226" sldId="2147482938"/>
            <ac:spMk id="21" creationId="{37AC0CE2-64D5-DA72-D70B-C489D64CCD80}"/>
          </ac:spMkLst>
        </pc:spChg>
        <pc:spChg chg="mod">
          <ac:chgData name="Bostjan Sekovanic" userId="S::sekovanic@hu.ibm.com::a9d24dd4-9bc3-4055-9794-a772062e265e" providerId="AD" clId="Web-{E5C03A4C-A93F-A031-73E6-7EF81BF076F4}" dt="2026-05-08T13:52:40.324" v="204" actId="20577"/>
          <ac:spMkLst>
            <pc:docMk/>
            <pc:sldMk cId="2549802226" sldId="2147482938"/>
            <ac:spMk id="30" creationId="{D731B3BD-CF66-B609-E59D-04F5BC23FB8C}"/>
          </ac:spMkLst>
        </pc:spChg>
        <pc:spChg chg="mod">
          <ac:chgData name="Bostjan Sekovanic" userId="S::sekovanic@hu.ibm.com::a9d24dd4-9bc3-4055-9794-a772062e265e" providerId="AD" clId="Web-{E5C03A4C-A93F-A031-73E6-7EF81BF076F4}" dt="2026-05-08T13:45:49.397" v="170" actId="20577"/>
          <ac:spMkLst>
            <pc:docMk/>
            <pc:sldMk cId="2549802226" sldId="2147482938"/>
            <ac:spMk id="34" creationId="{4E4D425A-C3A5-21A9-E001-1BA6CF533BE2}"/>
          </ac:spMkLst>
        </pc:spChg>
        <pc:spChg chg="mod">
          <ac:chgData name="Bostjan Sekovanic" userId="S::sekovanic@hu.ibm.com::a9d24dd4-9bc3-4055-9794-a772062e265e" providerId="AD" clId="Web-{E5C03A4C-A93F-A031-73E6-7EF81BF076F4}" dt="2026-05-08T13:54:23.983" v="259" actId="20577"/>
          <ac:spMkLst>
            <pc:docMk/>
            <pc:sldMk cId="2549802226" sldId="2147482938"/>
            <ac:spMk id="35" creationId="{6D067A4F-0E19-E3D5-3B10-459FFD7529DE}"/>
          </ac:spMkLst>
        </pc:spChg>
        <pc:spChg chg="mod">
          <ac:chgData name="Bostjan Sekovanic" userId="S::sekovanic@hu.ibm.com::a9d24dd4-9bc3-4055-9794-a772062e265e" providerId="AD" clId="Web-{E5C03A4C-A93F-A031-73E6-7EF81BF076F4}" dt="2026-05-08T13:58:36.081" v="502" actId="1076"/>
          <ac:spMkLst>
            <pc:docMk/>
            <pc:sldMk cId="2549802226" sldId="2147482938"/>
            <ac:spMk id="36" creationId="{1D153247-E32A-80CE-2F52-5A2A5C5BA40F}"/>
          </ac:spMkLst>
        </pc:spChg>
        <pc:spChg chg="mod">
          <ac:chgData name="Bostjan Sekovanic" userId="S::sekovanic@hu.ibm.com::a9d24dd4-9bc3-4055-9794-a772062e265e" providerId="AD" clId="Web-{E5C03A4C-A93F-A031-73E6-7EF81BF076F4}" dt="2026-05-08T13:59:19.863" v="504" actId="1076"/>
          <ac:spMkLst>
            <pc:docMk/>
            <pc:sldMk cId="2549802226" sldId="2147482938"/>
            <ac:spMk id="103" creationId="{1D2BD3F0-9CAC-0006-F748-C9117E63C548}"/>
          </ac:spMkLst>
        </pc:spChg>
      </pc:sldChg>
      <pc:sldChg chg="delSp modSp">
        <pc:chgData name="Bostjan Sekovanic" userId="S::sekovanic@hu.ibm.com::a9d24dd4-9bc3-4055-9794-a772062e265e" providerId="AD" clId="Web-{E5C03A4C-A93F-A031-73E6-7EF81BF076F4}" dt="2026-05-08T14:31:41.690" v="754" actId="20577"/>
        <pc:sldMkLst>
          <pc:docMk/>
          <pc:sldMk cId="3934525119" sldId="2147483639"/>
        </pc:sldMkLst>
        <pc:spChg chg="del">
          <ac:chgData name="Bostjan Sekovanic" userId="S::sekovanic@hu.ibm.com::a9d24dd4-9bc3-4055-9794-a772062e265e" providerId="AD" clId="Web-{E5C03A4C-A93F-A031-73E6-7EF81BF076F4}" dt="2026-05-08T14:31:04.392" v="744"/>
          <ac:spMkLst>
            <pc:docMk/>
            <pc:sldMk cId="3934525119" sldId="2147483639"/>
            <ac:spMk id="17" creationId="{73F62060-683D-CF65-2506-E4EBD8805688}"/>
          </ac:spMkLst>
        </pc:spChg>
        <pc:spChg chg="mod">
          <ac:chgData name="Bostjan Sekovanic" userId="S::sekovanic@hu.ibm.com::a9d24dd4-9bc3-4055-9794-a772062e265e" providerId="AD" clId="Web-{E5C03A4C-A93F-A031-73E6-7EF81BF076F4}" dt="2026-05-08T14:31:41.690" v="754" actId="20577"/>
          <ac:spMkLst>
            <pc:docMk/>
            <pc:sldMk cId="3934525119" sldId="2147483639"/>
            <ac:spMk id="34" creationId="{AF017865-B147-C6E4-7D47-4845C30B10F0}"/>
          </ac:spMkLst>
        </pc:spChg>
      </pc:sldChg>
      <pc:sldChg chg="delSp modSp">
        <pc:chgData name="Bostjan Sekovanic" userId="S::sekovanic@hu.ibm.com::a9d24dd4-9bc3-4055-9794-a772062e265e" providerId="AD" clId="Web-{E5C03A4C-A93F-A031-73E6-7EF81BF076F4}" dt="2026-05-08T14:48:33.502" v="1061"/>
        <pc:sldMkLst>
          <pc:docMk/>
          <pc:sldMk cId="3711429164" sldId="2147483640"/>
        </pc:sldMkLst>
        <pc:spChg chg="del">
          <ac:chgData name="Bostjan Sekovanic" userId="S::sekovanic@hu.ibm.com::a9d24dd4-9bc3-4055-9794-a772062e265e" providerId="AD" clId="Web-{E5C03A4C-A93F-A031-73E6-7EF81BF076F4}" dt="2026-05-08T14:48:33.502" v="1061"/>
          <ac:spMkLst>
            <pc:docMk/>
            <pc:sldMk cId="3711429164" sldId="2147483640"/>
            <ac:spMk id="21" creationId="{266742BE-0284-AB29-9D1D-34D08034BC95}"/>
          </ac:spMkLst>
        </pc:spChg>
        <pc:spChg chg="mod">
          <ac:chgData name="Bostjan Sekovanic" userId="S::sekovanic@hu.ibm.com::a9d24dd4-9bc3-4055-9794-a772062e265e" providerId="AD" clId="Web-{E5C03A4C-A93F-A031-73E6-7EF81BF076F4}" dt="2026-05-08T14:45:36.608" v="1005" actId="20577"/>
          <ac:spMkLst>
            <pc:docMk/>
            <pc:sldMk cId="3711429164" sldId="2147483640"/>
            <ac:spMk id="30" creationId="{0103871E-B874-6B38-EEF8-D0EEC5CBBC39}"/>
          </ac:spMkLst>
        </pc:spChg>
        <pc:spChg chg="mod">
          <ac:chgData name="Bostjan Sekovanic" userId="S::sekovanic@hu.ibm.com::a9d24dd4-9bc3-4055-9794-a772062e265e" providerId="AD" clId="Web-{E5C03A4C-A93F-A031-73E6-7EF81BF076F4}" dt="2026-05-08T14:40:11.892" v="866" actId="20577"/>
          <ac:spMkLst>
            <pc:docMk/>
            <pc:sldMk cId="3711429164" sldId="2147483640"/>
            <ac:spMk id="34" creationId="{D65AF86B-1DF4-ECAE-4DE3-2A01C1F4ED84}"/>
          </ac:spMkLst>
        </pc:spChg>
        <pc:spChg chg="mod">
          <ac:chgData name="Bostjan Sekovanic" userId="S::sekovanic@hu.ibm.com::a9d24dd4-9bc3-4055-9794-a772062e265e" providerId="AD" clId="Web-{E5C03A4C-A93F-A031-73E6-7EF81BF076F4}" dt="2026-05-08T14:46:03.905" v="1006" actId="20577"/>
          <ac:spMkLst>
            <pc:docMk/>
            <pc:sldMk cId="3711429164" sldId="2147483640"/>
            <ac:spMk id="35" creationId="{332939A8-21BC-FCB6-547A-879E9712B9FE}"/>
          </ac:spMkLst>
        </pc:spChg>
        <pc:spChg chg="mod">
          <ac:chgData name="Bostjan Sekovanic" userId="S::sekovanic@hu.ibm.com::a9d24dd4-9bc3-4055-9794-a772062e265e" providerId="AD" clId="Web-{E5C03A4C-A93F-A031-73E6-7EF81BF076F4}" dt="2026-05-08T14:48:31.955" v="1060" actId="20577"/>
          <ac:spMkLst>
            <pc:docMk/>
            <pc:sldMk cId="3711429164" sldId="2147483640"/>
            <ac:spMk id="36" creationId="{D3802826-E897-92C0-20F5-327B69A451C2}"/>
          </ac:spMkLst>
        </pc:spChg>
        <pc:spChg chg="mod">
          <ac:chgData name="Bostjan Sekovanic" userId="S::sekovanic@hu.ibm.com::a9d24dd4-9bc3-4055-9794-a772062e265e" providerId="AD" clId="Web-{E5C03A4C-A93F-A031-73E6-7EF81BF076F4}" dt="2026-05-08T14:41:05.676" v="881" actId="20577"/>
          <ac:spMkLst>
            <pc:docMk/>
            <pc:sldMk cId="3711429164" sldId="2147483640"/>
            <ac:spMk id="95" creationId="{0B012FD3-867F-9C37-76FF-B30F892960EF}"/>
          </ac:spMkLst>
        </pc:spChg>
      </pc:sldChg>
      <pc:sldChg chg="delSp modSp">
        <pc:chgData name="Bostjan Sekovanic" userId="S::sekovanic@hu.ibm.com::a9d24dd4-9bc3-4055-9794-a772062e265e" providerId="AD" clId="Web-{E5C03A4C-A93F-A031-73E6-7EF81BF076F4}" dt="2026-05-08T14:53:04.943" v="1219" actId="20577"/>
        <pc:sldMkLst>
          <pc:docMk/>
          <pc:sldMk cId="706417967" sldId="2147483641"/>
        </pc:sldMkLst>
        <pc:spChg chg="del">
          <ac:chgData name="Bostjan Sekovanic" userId="S::sekovanic@hu.ibm.com::a9d24dd4-9bc3-4055-9794-a772062e265e" providerId="AD" clId="Web-{E5C03A4C-A93F-A031-73E6-7EF81BF076F4}" dt="2026-05-08T14:48:47.096" v="1062"/>
          <ac:spMkLst>
            <pc:docMk/>
            <pc:sldMk cId="706417967" sldId="2147483641"/>
            <ac:spMk id="9" creationId="{74116384-DD40-813F-EC5E-AB5781717433}"/>
          </ac:spMkLst>
        </pc:spChg>
        <pc:spChg chg="mod">
          <ac:chgData name="Bostjan Sekovanic" userId="S::sekovanic@hu.ibm.com::a9d24dd4-9bc3-4055-9794-a772062e265e" providerId="AD" clId="Web-{E5C03A4C-A93F-A031-73E6-7EF81BF076F4}" dt="2026-05-08T14:53:04.943" v="1219" actId="20577"/>
          <ac:spMkLst>
            <pc:docMk/>
            <pc:sldMk cId="706417967" sldId="2147483641"/>
            <ac:spMk id="34" creationId="{DA1E7F08-EAE5-48F5-1D3D-888EF905976A}"/>
          </ac:spMkLst>
        </pc:spChg>
      </pc:sldChg>
      <pc:sldChg chg="delSp modSp">
        <pc:chgData name="Bostjan Sekovanic" userId="S::sekovanic@hu.ibm.com::a9d24dd4-9bc3-4055-9794-a772062e265e" providerId="AD" clId="Web-{E5C03A4C-A93F-A031-73E6-7EF81BF076F4}" dt="2026-05-08T14:58:41.725" v="1320" actId="20577"/>
        <pc:sldMkLst>
          <pc:docMk/>
          <pc:sldMk cId="766651874" sldId="2147483642"/>
        </pc:sldMkLst>
        <pc:spChg chg="del">
          <ac:chgData name="Bostjan Sekovanic" userId="S::sekovanic@hu.ibm.com::a9d24dd4-9bc3-4055-9794-a772062e265e" providerId="AD" clId="Web-{E5C03A4C-A93F-A031-73E6-7EF81BF076F4}" dt="2026-05-08T14:54:11.804" v="1220"/>
          <ac:spMkLst>
            <pc:docMk/>
            <pc:sldMk cId="766651874" sldId="2147483642"/>
            <ac:spMk id="17" creationId="{576A4B38-0C4A-0B4C-9D5F-9B7181C757EB}"/>
          </ac:spMkLst>
        </pc:spChg>
        <pc:spChg chg="mod">
          <ac:chgData name="Bostjan Sekovanic" userId="S::sekovanic@hu.ibm.com::a9d24dd4-9bc3-4055-9794-a772062e265e" providerId="AD" clId="Web-{E5C03A4C-A93F-A031-73E6-7EF81BF076F4}" dt="2026-05-08T14:58:41.725" v="1320" actId="20577"/>
          <ac:spMkLst>
            <pc:docMk/>
            <pc:sldMk cId="766651874" sldId="2147483642"/>
            <ac:spMk id="34" creationId="{C4ACEFDE-3D81-A9A0-8321-0621830ADFD7}"/>
          </ac:spMkLst>
        </pc:spChg>
      </pc:sldChg>
      <pc:sldChg chg="delSp modSp">
        <pc:chgData name="Bostjan Sekovanic" userId="S::sekovanic@hu.ibm.com::a9d24dd4-9bc3-4055-9794-a772062e265e" providerId="AD" clId="Web-{E5C03A4C-A93F-A031-73E6-7EF81BF076F4}" dt="2026-05-08T14:21:57.418" v="525"/>
        <pc:sldMkLst>
          <pc:docMk/>
          <pc:sldMk cId="1934939917" sldId="2147483643"/>
        </pc:sldMkLst>
        <pc:spChg chg="mod">
          <ac:chgData name="Bostjan Sekovanic" userId="S::sekovanic@hu.ibm.com::a9d24dd4-9bc3-4055-9794-a772062e265e" providerId="AD" clId="Web-{E5C03A4C-A93F-A031-73E6-7EF81BF076F4}" dt="2026-05-08T14:21:43.604" v="524" actId="20577"/>
          <ac:spMkLst>
            <pc:docMk/>
            <pc:sldMk cId="1934939917" sldId="2147483643"/>
            <ac:spMk id="30" creationId="{370D6F9C-3369-6484-1C31-0A7F1BB7BCA6}"/>
          </ac:spMkLst>
        </pc:spChg>
        <pc:spChg chg="del">
          <ac:chgData name="Bostjan Sekovanic" userId="S::sekovanic@hu.ibm.com::a9d24dd4-9bc3-4055-9794-a772062e265e" providerId="AD" clId="Web-{E5C03A4C-A93F-A031-73E6-7EF81BF076F4}" dt="2026-05-08T14:21:57.418" v="525"/>
          <ac:spMkLst>
            <pc:docMk/>
            <pc:sldMk cId="1934939917" sldId="2147483643"/>
            <ac:spMk id="31" creationId="{3151E8F3-1520-BB06-D4F6-B5AE820AD4DA}"/>
          </ac:spMkLst>
        </pc:spChg>
        <pc:spChg chg="mod">
          <ac:chgData name="Bostjan Sekovanic" userId="S::sekovanic@hu.ibm.com::a9d24dd4-9bc3-4055-9794-a772062e265e" providerId="AD" clId="Web-{E5C03A4C-A93F-A031-73E6-7EF81BF076F4}" dt="2026-05-08T14:21:22.384" v="519" actId="20577"/>
          <ac:spMkLst>
            <pc:docMk/>
            <pc:sldMk cId="1934939917" sldId="2147483643"/>
            <ac:spMk id="34" creationId="{51ECAEDC-3DE9-6234-3517-A770CC986FC0}"/>
          </ac:spMkLst>
        </pc:spChg>
      </pc:sldChg>
      <pc:sldChg chg="delSp modSp">
        <pc:chgData name="Bostjan Sekovanic" userId="S::sekovanic@hu.ibm.com::a9d24dd4-9bc3-4055-9794-a772062e265e" providerId="AD" clId="Web-{E5C03A4C-A93F-A031-73E6-7EF81BF076F4}" dt="2026-05-08T14:30:03.391" v="743"/>
        <pc:sldMkLst>
          <pc:docMk/>
          <pc:sldMk cId="2121659850" sldId="2147483644"/>
        </pc:sldMkLst>
        <pc:spChg chg="mod">
          <ac:chgData name="Bostjan Sekovanic" userId="S::sekovanic@hu.ibm.com::a9d24dd4-9bc3-4055-9794-a772062e265e" providerId="AD" clId="Web-{E5C03A4C-A93F-A031-73E6-7EF81BF076F4}" dt="2026-05-08T14:25:18.930" v="642" actId="20577"/>
          <ac:spMkLst>
            <pc:docMk/>
            <pc:sldMk cId="2121659850" sldId="2147483644"/>
            <ac:spMk id="35" creationId="{F3FB144F-952F-C533-EB2A-33D837A01EB2}"/>
          </ac:spMkLst>
        </pc:spChg>
        <pc:spChg chg="mod">
          <ac:chgData name="Bostjan Sekovanic" userId="S::sekovanic@hu.ibm.com::a9d24dd4-9bc3-4055-9794-a772062e265e" providerId="AD" clId="Web-{E5C03A4C-A93F-A031-73E6-7EF81BF076F4}" dt="2026-05-08T14:30:01.516" v="742" actId="20577"/>
          <ac:spMkLst>
            <pc:docMk/>
            <pc:sldMk cId="2121659850" sldId="2147483644"/>
            <ac:spMk id="36" creationId="{2FC289B4-93E0-44F5-D8DC-C77015ADD384}"/>
          </ac:spMkLst>
        </pc:spChg>
        <pc:spChg chg="del">
          <ac:chgData name="Bostjan Sekovanic" userId="S::sekovanic@hu.ibm.com::a9d24dd4-9bc3-4055-9794-a772062e265e" providerId="AD" clId="Web-{E5C03A4C-A93F-A031-73E6-7EF81BF076F4}" dt="2026-05-08T14:30:03.391" v="743"/>
          <ac:spMkLst>
            <pc:docMk/>
            <pc:sldMk cId="2121659850" sldId="2147483644"/>
            <ac:spMk id="45" creationId="{C8F69AE4-72E5-B652-60DE-DAB50E0533C4}"/>
          </ac:spMkLst>
        </pc:spChg>
      </pc:sldChg>
    </pc:docChg>
  </pc:docChgLst>
  <pc:docChgLst>
    <pc:chgData name="Victor Aumaitre" userId="S::victor.aumaitre@ibm.com::379d7840-47ba-428f-9f95-660059feb219" providerId="AD" clId="Web-{19DB60E9-177A-A2A9-0D90-B80CEE197675}"/>
    <pc:docChg chg="modSld">
      <pc:chgData name="Victor Aumaitre" userId="S::victor.aumaitre@ibm.com::379d7840-47ba-428f-9f95-660059feb219" providerId="AD" clId="Web-{19DB60E9-177A-A2A9-0D90-B80CEE197675}" dt="2026-05-08T12:08:08.448" v="15"/>
      <pc:docMkLst>
        <pc:docMk/>
      </pc:docMkLst>
      <pc:sldChg chg="modSp modNotes">
        <pc:chgData name="Victor Aumaitre" userId="S::victor.aumaitre@ibm.com::379d7840-47ba-428f-9f95-660059feb219" providerId="AD" clId="Web-{19DB60E9-177A-A2A9-0D90-B80CEE197675}" dt="2026-05-08T12:07:47.963" v="3"/>
        <pc:sldMkLst>
          <pc:docMk/>
          <pc:sldMk cId="409731489" sldId="278"/>
        </pc:sldMkLst>
        <pc:spChg chg="mod">
          <ac:chgData name="Victor Aumaitre" userId="S::victor.aumaitre@ibm.com::379d7840-47ba-428f-9f95-660059feb219" providerId="AD" clId="Web-{19DB60E9-177A-A2A9-0D90-B80CEE197675}" dt="2026-05-08T12:07:10.588" v="0" actId="20577"/>
          <ac:spMkLst>
            <pc:docMk/>
            <pc:sldMk cId="409731489" sldId="278"/>
            <ac:spMk id="28" creationId="{31982FC5-AFBC-7DF6-2815-CE2365A4CA5E}"/>
          </ac:spMkLst>
        </pc:spChg>
      </pc:sldChg>
      <pc:sldChg chg="modNotes">
        <pc:chgData name="Victor Aumaitre" userId="S::victor.aumaitre@ibm.com::379d7840-47ba-428f-9f95-660059feb219" providerId="AD" clId="Web-{19DB60E9-177A-A2A9-0D90-B80CEE197675}" dt="2026-05-08T12:08:08.448" v="15"/>
        <pc:sldMkLst>
          <pc:docMk/>
          <pc:sldMk cId="914762447" sldId="311"/>
        </pc:sldMkLst>
      </pc:sldChg>
      <pc:sldChg chg="modNotes">
        <pc:chgData name="Victor Aumaitre" userId="S::victor.aumaitre@ibm.com::379d7840-47ba-428f-9f95-660059feb219" providerId="AD" clId="Web-{19DB60E9-177A-A2A9-0D90-B80CEE197675}" dt="2026-05-08T12:07:54.479" v="9"/>
        <pc:sldMkLst>
          <pc:docMk/>
          <pc:sldMk cId="1246088765" sldId="2147482931"/>
        </pc:sldMkLst>
      </pc:sldChg>
      <pc:sldChg chg="modNotes">
        <pc:chgData name="Victor Aumaitre" userId="S::victor.aumaitre@ibm.com::379d7840-47ba-428f-9f95-660059feb219" providerId="AD" clId="Web-{19DB60E9-177A-A2A9-0D90-B80CEE197675}" dt="2026-05-08T12:07:51.370" v="6"/>
        <pc:sldMkLst>
          <pc:docMk/>
          <pc:sldMk cId="1603600927" sldId="2147482932"/>
        </pc:sldMkLst>
      </pc:sldChg>
      <pc:sldChg chg="modNotes">
        <pc:chgData name="Victor Aumaitre" userId="S::victor.aumaitre@ibm.com::379d7840-47ba-428f-9f95-660059feb219" providerId="AD" clId="Web-{19DB60E9-177A-A2A9-0D90-B80CEE197675}" dt="2026-05-08T12:07:57.870" v="12"/>
        <pc:sldMkLst>
          <pc:docMk/>
          <pc:sldMk cId="2181260593" sldId="2147482951"/>
        </pc:sldMkLst>
      </pc:sldChg>
    </pc:docChg>
  </pc:docChgLst>
  <pc:docChgLst>
    <pc:chgData name="Grace PAN" userId="S::gracepan@ibm.com::005e5af3-4512-458e-8280-6559b1d3712f" providerId="AD" clId="Web-{0A9E1DD6-87E1-D5C9-30FF-40C75463C1A0}"/>
    <pc:docChg chg="modSld">
      <pc:chgData name="Grace PAN" userId="S::gracepan@ibm.com::005e5af3-4512-458e-8280-6559b1d3712f" providerId="AD" clId="Web-{0A9E1DD6-87E1-D5C9-30FF-40C75463C1A0}" dt="2026-05-08T11:02:10.961" v="6" actId="20577"/>
      <pc:docMkLst>
        <pc:docMk/>
      </pc:docMkLst>
      <pc:sldChg chg="modSp">
        <pc:chgData name="Grace PAN" userId="S::gracepan@ibm.com::005e5af3-4512-458e-8280-6559b1d3712f" providerId="AD" clId="Web-{0A9E1DD6-87E1-D5C9-30FF-40C75463C1A0}" dt="2026-05-08T11:02:10.961" v="6" actId="20577"/>
        <pc:sldMkLst>
          <pc:docMk/>
          <pc:sldMk cId="4145923774" sldId="2147483609"/>
        </pc:sldMkLst>
        <pc:spChg chg="mod">
          <ac:chgData name="Grace PAN" userId="S::gracepan@ibm.com::005e5af3-4512-458e-8280-6559b1d3712f" providerId="AD" clId="Web-{0A9E1DD6-87E1-D5C9-30FF-40C75463C1A0}" dt="2026-05-08T11:02:10.961" v="6" actId="20577"/>
          <ac:spMkLst>
            <pc:docMk/>
            <pc:sldMk cId="4145923774" sldId="2147483609"/>
            <ac:spMk id="42" creationId="{8A4E14A8-CEBC-8178-BF93-9461101DCE0F}"/>
          </ac:spMkLst>
        </pc:spChg>
      </pc:sldChg>
      <pc:sldChg chg="modSp">
        <pc:chgData name="Grace PAN" userId="S::gracepan@ibm.com::005e5af3-4512-458e-8280-6559b1d3712f" providerId="AD" clId="Web-{0A9E1DD6-87E1-D5C9-30FF-40C75463C1A0}" dt="2026-05-08T10:59:47.753" v="4" actId="20577"/>
        <pc:sldMkLst>
          <pc:docMk/>
          <pc:sldMk cId="3578174137" sldId="2147483632"/>
        </pc:sldMkLst>
        <pc:spChg chg="mod">
          <ac:chgData name="Grace PAN" userId="S::gracepan@ibm.com::005e5af3-4512-458e-8280-6559b1d3712f" providerId="AD" clId="Web-{0A9E1DD6-87E1-D5C9-30FF-40C75463C1A0}" dt="2026-05-08T10:59:47.753" v="4" actId="20577"/>
          <ac:spMkLst>
            <pc:docMk/>
            <pc:sldMk cId="3578174137" sldId="2147483632"/>
            <ac:spMk id="42" creationId="{8A4E14A8-CEBC-8178-BF93-9461101DCE0F}"/>
          </ac:spMkLst>
        </pc:spChg>
      </pc:sldChg>
    </pc:docChg>
  </pc:docChgLst>
  <pc:docChgLst>
    <pc:chgData name="Grace PAN" userId="S::gracepan@ibm.com::005e5af3-4512-458e-8280-6559b1d3712f" providerId="AD" clId="Web-{23280019-E2B2-9BCC-B527-5D17044D37B3}"/>
    <pc:docChg chg="addSld delSld modSld">
      <pc:chgData name="Grace PAN" userId="S::gracepan@ibm.com::005e5af3-4512-458e-8280-6559b1d3712f" providerId="AD" clId="Web-{23280019-E2B2-9BCC-B527-5D17044D37B3}" dt="2026-05-07T11:17:51.337" v="89"/>
      <pc:docMkLst>
        <pc:docMk/>
      </pc:docMkLst>
      <pc:sldChg chg="addSp delSp modSp">
        <pc:chgData name="Grace PAN" userId="S::gracepan@ibm.com::005e5af3-4512-458e-8280-6559b1d3712f" providerId="AD" clId="Web-{23280019-E2B2-9BCC-B527-5D17044D37B3}" dt="2026-05-07T11:16:45.461" v="73"/>
        <pc:sldMkLst>
          <pc:docMk/>
          <pc:sldMk cId="481210053" sldId="333"/>
        </pc:sldMkLst>
        <pc:spChg chg="add del mod">
          <ac:chgData name="Grace PAN" userId="S::gracepan@ibm.com::005e5af3-4512-458e-8280-6559b1d3712f" providerId="AD" clId="Web-{23280019-E2B2-9BCC-B527-5D17044D37B3}" dt="2026-05-07T11:16:45.461" v="73"/>
          <ac:spMkLst>
            <pc:docMk/>
            <pc:sldMk cId="481210053" sldId="333"/>
            <ac:spMk id="3" creationId="{86A68A27-58DB-786D-1990-51201C912C8B}"/>
          </ac:spMkLst>
        </pc:spChg>
      </pc:sldChg>
      <pc:sldChg chg="mod modShow">
        <pc:chgData name="Grace PAN" userId="S::gracepan@ibm.com::005e5af3-4512-458e-8280-6559b1d3712f" providerId="AD" clId="Web-{23280019-E2B2-9BCC-B527-5D17044D37B3}" dt="2026-05-07T10:36:29.800" v="16"/>
        <pc:sldMkLst>
          <pc:docMk/>
          <pc:sldMk cId="803930999" sldId="2147482949"/>
        </pc:sldMkLst>
      </pc:sldChg>
      <pc:sldChg chg="del">
        <pc:chgData name="Grace PAN" userId="S::gracepan@ibm.com::005e5af3-4512-458e-8280-6559b1d3712f" providerId="AD" clId="Web-{23280019-E2B2-9BCC-B527-5D17044D37B3}" dt="2026-05-07T08:39:37.345" v="1"/>
        <pc:sldMkLst>
          <pc:docMk/>
          <pc:sldMk cId="171429725" sldId="2147482952"/>
        </pc:sldMkLst>
      </pc:sldChg>
      <pc:sldChg chg="mod modShow">
        <pc:chgData name="Grace PAN" userId="S::gracepan@ibm.com::005e5af3-4512-458e-8280-6559b1d3712f" providerId="AD" clId="Web-{23280019-E2B2-9BCC-B527-5D17044D37B3}" dt="2026-05-07T10:08:59.346" v="3"/>
        <pc:sldMkLst>
          <pc:docMk/>
          <pc:sldMk cId="35011497" sldId="2147482953"/>
        </pc:sldMkLst>
      </pc:sldChg>
      <pc:sldChg chg="add del">
        <pc:chgData name="Grace PAN" userId="S::gracepan@ibm.com::005e5af3-4512-458e-8280-6559b1d3712f" providerId="AD" clId="Web-{23280019-E2B2-9BCC-B527-5D17044D37B3}" dt="2026-05-07T10:11:13.068" v="14"/>
        <pc:sldMkLst>
          <pc:docMk/>
          <pc:sldMk cId="1805830659" sldId="2147483569"/>
        </pc:sldMkLst>
      </pc:sldChg>
      <pc:sldChg chg="add del">
        <pc:chgData name="Grace PAN" userId="S::gracepan@ibm.com::005e5af3-4512-458e-8280-6559b1d3712f" providerId="AD" clId="Web-{23280019-E2B2-9BCC-B527-5D17044D37B3}" dt="2026-05-07T11:17:16.071" v="74"/>
        <pc:sldMkLst>
          <pc:docMk/>
          <pc:sldMk cId="2395624982" sldId="2147483571"/>
        </pc:sldMkLst>
      </pc:sldChg>
      <pc:sldChg chg="add del">
        <pc:chgData name="Grace PAN" userId="S::gracepan@ibm.com::005e5af3-4512-458e-8280-6559b1d3712f" providerId="AD" clId="Web-{23280019-E2B2-9BCC-B527-5D17044D37B3}" dt="2026-05-07T11:17:51.322" v="88"/>
        <pc:sldMkLst>
          <pc:docMk/>
          <pc:sldMk cId="3295449038" sldId="2147483572"/>
        </pc:sldMkLst>
      </pc:sldChg>
      <pc:sldChg chg="add del">
        <pc:chgData name="Grace PAN" userId="S::gracepan@ibm.com::005e5af3-4512-458e-8280-6559b1d3712f" providerId="AD" clId="Web-{23280019-E2B2-9BCC-B527-5D17044D37B3}" dt="2026-05-07T11:17:16.290" v="76"/>
        <pc:sldMkLst>
          <pc:docMk/>
          <pc:sldMk cId="300054066" sldId="2147483573"/>
        </pc:sldMkLst>
      </pc:sldChg>
      <pc:sldChg chg="add del">
        <pc:chgData name="Grace PAN" userId="S::gracepan@ibm.com::005e5af3-4512-458e-8280-6559b1d3712f" providerId="AD" clId="Web-{23280019-E2B2-9BCC-B527-5D17044D37B3}" dt="2026-05-07T11:17:16.430" v="77"/>
        <pc:sldMkLst>
          <pc:docMk/>
          <pc:sldMk cId="2101380329" sldId="2147483574"/>
        </pc:sldMkLst>
      </pc:sldChg>
      <pc:sldChg chg="add del">
        <pc:chgData name="Grace PAN" userId="S::gracepan@ibm.com::005e5af3-4512-458e-8280-6559b1d3712f" providerId="AD" clId="Web-{23280019-E2B2-9BCC-B527-5D17044D37B3}" dt="2026-05-07T11:17:16.540" v="78"/>
        <pc:sldMkLst>
          <pc:docMk/>
          <pc:sldMk cId="3392193838" sldId="2147483575"/>
        </pc:sldMkLst>
      </pc:sldChg>
      <pc:sldChg chg="add del">
        <pc:chgData name="Grace PAN" userId="S::gracepan@ibm.com::005e5af3-4512-458e-8280-6559b1d3712f" providerId="AD" clId="Web-{23280019-E2B2-9BCC-B527-5D17044D37B3}" dt="2026-05-07T11:17:16.727" v="79"/>
        <pc:sldMkLst>
          <pc:docMk/>
          <pc:sldMk cId="2882641123" sldId="2147483576"/>
        </pc:sldMkLst>
      </pc:sldChg>
      <pc:sldChg chg="add del">
        <pc:chgData name="Grace PAN" userId="S::gracepan@ibm.com::005e5af3-4512-458e-8280-6559b1d3712f" providerId="AD" clId="Web-{23280019-E2B2-9BCC-B527-5D17044D37B3}" dt="2026-05-07T11:17:16.868" v="80"/>
        <pc:sldMkLst>
          <pc:docMk/>
          <pc:sldMk cId="3166745951" sldId="2147483577"/>
        </pc:sldMkLst>
      </pc:sldChg>
      <pc:sldChg chg="add del">
        <pc:chgData name="Grace PAN" userId="S::gracepan@ibm.com::005e5af3-4512-458e-8280-6559b1d3712f" providerId="AD" clId="Web-{23280019-E2B2-9BCC-B527-5D17044D37B3}" dt="2026-05-07T11:17:17.040" v="81"/>
        <pc:sldMkLst>
          <pc:docMk/>
          <pc:sldMk cId="2988737810" sldId="2147483578"/>
        </pc:sldMkLst>
      </pc:sldChg>
      <pc:sldChg chg="addSp delSp">
        <pc:chgData name="Grace PAN" userId="S::gracepan@ibm.com::005e5af3-4512-458e-8280-6559b1d3712f" providerId="AD" clId="Web-{23280019-E2B2-9BCC-B527-5D17044D37B3}" dt="2026-05-07T10:11:09.865" v="12"/>
        <pc:sldMkLst>
          <pc:docMk/>
          <pc:sldMk cId="3617659425" sldId="2147483581"/>
        </pc:sldMkLst>
        <pc:grpChg chg="add del">
          <ac:chgData name="Grace PAN" userId="S::gracepan@ibm.com::005e5af3-4512-458e-8280-6559b1d3712f" providerId="AD" clId="Web-{23280019-E2B2-9BCC-B527-5D17044D37B3}" dt="2026-05-07T10:11:09.865" v="12"/>
          <ac:grpSpMkLst>
            <pc:docMk/>
            <pc:sldMk cId="3617659425" sldId="2147483581"/>
            <ac:grpSpMk id="43" creationId="{DC0BE298-31A5-CE1E-0D99-BF73D7ED7A2D}"/>
          </ac:grpSpMkLst>
        </pc:grpChg>
        <pc:grpChg chg="add del">
          <ac:chgData name="Grace PAN" userId="S::gracepan@ibm.com::005e5af3-4512-458e-8280-6559b1d3712f" providerId="AD" clId="Web-{23280019-E2B2-9BCC-B527-5D17044D37B3}" dt="2026-05-07T10:11:09.490" v="11"/>
          <ac:grpSpMkLst>
            <pc:docMk/>
            <pc:sldMk cId="3617659425" sldId="2147483581"/>
            <ac:grpSpMk id="46" creationId="{04C49F00-3539-49EE-6052-2A747F489233}"/>
          </ac:grpSpMkLst>
        </pc:grpChg>
        <pc:grpChg chg="add del">
          <ac:chgData name="Grace PAN" userId="S::gracepan@ibm.com::005e5af3-4512-458e-8280-6559b1d3712f" providerId="AD" clId="Web-{23280019-E2B2-9BCC-B527-5D17044D37B3}" dt="2026-05-07T10:11:08.849" v="10"/>
          <ac:grpSpMkLst>
            <pc:docMk/>
            <pc:sldMk cId="3617659425" sldId="2147483581"/>
            <ac:grpSpMk id="52" creationId="{31F2B165-2436-DAC0-8CEB-091C52FF540F}"/>
          </ac:grpSpMkLst>
        </pc:grpChg>
        <pc:grpChg chg="add del">
          <ac:chgData name="Grace PAN" userId="S::gracepan@ibm.com::005e5af3-4512-458e-8280-6559b1d3712f" providerId="AD" clId="Web-{23280019-E2B2-9BCC-B527-5D17044D37B3}" dt="2026-05-07T10:11:08.224" v="9"/>
          <ac:grpSpMkLst>
            <pc:docMk/>
            <pc:sldMk cId="3617659425" sldId="2147483581"/>
            <ac:grpSpMk id="55" creationId="{B4A4B825-7110-0DC6-07DB-AEDF1CE2BEA3}"/>
          </ac:grpSpMkLst>
        </pc:grpChg>
      </pc:sldChg>
      <pc:sldChg chg="add">
        <pc:chgData name="Grace PAN" userId="S::gracepan@ibm.com::005e5af3-4512-458e-8280-6559b1d3712f" providerId="AD" clId="Web-{23280019-E2B2-9BCC-B527-5D17044D37B3}" dt="2026-05-07T08:39:08.407" v="0"/>
        <pc:sldMkLst>
          <pc:docMk/>
          <pc:sldMk cId="1529231054" sldId="2147483586"/>
        </pc:sldMkLst>
      </pc:sldChg>
      <pc:sldChg chg="add">
        <pc:chgData name="Grace PAN" userId="S::gracepan@ibm.com::005e5af3-4512-458e-8280-6559b1d3712f" providerId="AD" clId="Web-{23280019-E2B2-9BCC-B527-5D17044D37B3}" dt="2026-05-07T10:08:43.408" v="2"/>
        <pc:sldMkLst>
          <pc:docMk/>
          <pc:sldMk cId="536586633" sldId="2147483587"/>
        </pc:sldMkLst>
      </pc:sldChg>
      <pc:sldChg chg="modSp add">
        <pc:chgData name="Grace PAN" userId="S::gracepan@ibm.com::005e5af3-4512-458e-8280-6559b1d3712f" providerId="AD" clId="Web-{23280019-E2B2-9BCC-B527-5D17044D37B3}" dt="2026-05-07T11:14:53.444" v="70"/>
        <pc:sldMkLst>
          <pc:docMk/>
          <pc:sldMk cId="2619733745" sldId="2147483588"/>
        </pc:sldMkLst>
        <pc:graphicFrameChg chg="modGraphic">
          <ac:chgData name="Grace PAN" userId="S::gracepan@ibm.com::005e5af3-4512-458e-8280-6559b1d3712f" providerId="AD" clId="Web-{23280019-E2B2-9BCC-B527-5D17044D37B3}" dt="2026-05-07T11:11:11.329" v="37"/>
          <ac:graphicFrameMkLst>
            <pc:docMk/>
            <pc:sldMk cId="2619733745" sldId="2147483588"/>
            <ac:graphicFrameMk id="88" creationId="{B77208CE-7768-3B61-9BEE-7A173B76DFAF}"/>
          </ac:graphicFrameMkLst>
        </pc:graphicFrameChg>
        <pc:graphicFrameChg chg="modGraphic">
          <ac:chgData name="Grace PAN" userId="S::gracepan@ibm.com::005e5af3-4512-458e-8280-6559b1d3712f" providerId="AD" clId="Web-{23280019-E2B2-9BCC-B527-5D17044D37B3}" dt="2026-05-07T11:11:16.688" v="38"/>
          <ac:graphicFrameMkLst>
            <pc:docMk/>
            <pc:sldMk cId="2619733745" sldId="2147483588"/>
            <ac:graphicFrameMk id="89" creationId="{93B56E89-7F92-3BF7-AAD1-8FC8E1D94415}"/>
          </ac:graphicFrameMkLst>
        </pc:graphicFrameChg>
        <pc:graphicFrameChg chg="mod modGraphic">
          <ac:chgData name="Grace PAN" userId="S::gracepan@ibm.com::005e5af3-4512-458e-8280-6559b1d3712f" providerId="AD" clId="Web-{23280019-E2B2-9BCC-B527-5D17044D37B3}" dt="2026-05-07T11:14:53.444" v="70"/>
          <ac:graphicFrameMkLst>
            <pc:docMk/>
            <pc:sldMk cId="2619733745" sldId="2147483588"/>
            <ac:graphicFrameMk id="90" creationId="{E3649EAA-4E5F-9490-A746-27C5A24177F7}"/>
          </ac:graphicFrameMkLst>
        </pc:graphicFrameChg>
        <pc:graphicFrameChg chg="mod modGraphic">
          <ac:chgData name="Grace PAN" userId="S::gracepan@ibm.com::005e5af3-4512-458e-8280-6559b1d3712f" providerId="AD" clId="Web-{23280019-E2B2-9BCC-B527-5D17044D37B3}" dt="2026-05-07T11:11:24.970" v="40"/>
          <ac:graphicFrameMkLst>
            <pc:docMk/>
            <pc:sldMk cId="2619733745" sldId="2147483588"/>
            <ac:graphicFrameMk id="91" creationId="{8C242456-A0C0-6D19-2D4A-692067CD0B52}"/>
          </ac:graphicFrameMkLst>
        </pc:graphicFrameChg>
      </pc:sldChg>
      <pc:sldChg chg="add del">
        <pc:chgData name="Grace PAN" userId="S::gracepan@ibm.com::005e5af3-4512-458e-8280-6559b1d3712f" providerId="AD" clId="Web-{23280019-E2B2-9BCC-B527-5D17044D37B3}" dt="2026-05-07T11:08:00.102" v="33"/>
        <pc:sldMkLst>
          <pc:docMk/>
          <pc:sldMk cId="3372945761" sldId="2147483589"/>
        </pc:sldMkLst>
      </pc:sldChg>
      <pc:sldChg chg="add del">
        <pc:chgData name="Grace PAN" userId="S::gracepan@ibm.com::005e5af3-4512-458e-8280-6559b1d3712f" providerId="AD" clId="Web-{23280019-E2B2-9BCC-B527-5D17044D37B3}" dt="2026-05-07T11:17:51.337" v="89"/>
        <pc:sldMkLst>
          <pc:docMk/>
          <pc:sldMk cId="839018149" sldId="2147483590"/>
        </pc:sldMkLst>
      </pc:sldChg>
      <pc:sldChg chg="add del">
        <pc:chgData name="Grace PAN" userId="S::gracepan@ibm.com::005e5af3-4512-458e-8280-6559b1d3712f" providerId="AD" clId="Web-{23280019-E2B2-9BCC-B527-5D17044D37B3}" dt="2026-05-07T11:17:51.322" v="87"/>
        <pc:sldMkLst>
          <pc:docMk/>
          <pc:sldMk cId="1706652387" sldId="2147483591"/>
        </pc:sldMkLst>
      </pc:sldChg>
      <pc:sldChg chg="add del">
        <pc:chgData name="Grace PAN" userId="S::gracepan@ibm.com::005e5af3-4512-458e-8280-6559b1d3712f" providerId="AD" clId="Web-{23280019-E2B2-9BCC-B527-5D17044D37B3}" dt="2026-05-07T11:17:51.306" v="86"/>
        <pc:sldMkLst>
          <pc:docMk/>
          <pc:sldMk cId="865546320" sldId="2147483592"/>
        </pc:sldMkLst>
      </pc:sldChg>
      <pc:sldChg chg="add del">
        <pc:chgData name="Grace PAN" userId="S::gracepan@ibm.com::005e5af3-4512-458e-8280-6559b1d3712f" providerId="AD" clId="Web-{23280019-E2B2-9BCC-B527-5D17044D37B3}" dt="2026-05-07T11:17:51.290" v="85"/>
        <pc:sldMkLst>
          <pc:docMk/>
          <pc:sldMk cId="187012467" sldId="2147483593"/>
        </pc:sldMkLst>
      </pc:sldChg>
      <pc:sldChg chg="add del">
        <pc:chgData name="Grace PAN" userId="S::gracepan@ibm.com::005e5af3-4512-458e-8280-6559b1d3712f" providerId="AD" clId="Web-{23280019-E2B2-9BCC-B527-5D17044D37B3}" dt="2026-05-07T11:17:51.290" v="84"/>
        <pc:sldMkLst>
          <pc:docMk/>
          <pc:sldMk cId="3906417849" sldId="2147483594"/>
        </pc:sldMkLst>
      </pc:sldChg>
      <pc:sldChg chg="add del">
        <pc:chgData name="Grace PAN" userId="S::gracepan@ibm.com::005e5af3-4512-458e-8280-6559b1d3712f" providerId="AD" clId="Web-{23280019-E2B2-9BCC-B527-5D17044D37B3}" dt="2026-05-07T11:17:51.275" v="83"/>
        <pc:sldMkLst>
          <pc:docMk/>
          <pc:sldMk cId="3710361869" sldId="2147483595"/>
        </pc:sldMkLst>
      </pc:sldChg>
      <pc:sldChg chg="add del">
        <pc:chgData name="Grace PAN" userId="S::gracepan@ibm.com::005e5af3-4512-458e-8280-6559b1d3712f" providerId="AD" clId="Web-{23280019-E2B2-9BCC-B527-5D17044D37B3}" dt="2026-05-07T11:17:51.275" v="82"/>
        <pc:sldMkLst>
          <pc:docMk/>
          <pc:sldMk cId="1089409038" sldId="2147483596"/>
        </pc:sldMkLst>
      </pc:sldChg>
      <pc:sldChg chg="add">
        <pc:chgData name="Grace PAN" userId="S::gracepan@ibm.com::005e5af3-4512-458e-8280-6559b1d3712f" providerId="AD" clId="Web-{23280019-E2B2-9BCC-B527-5D17044D37B3}" dt="2026-05-07T11:17:16.227" v="75"/>
        <pc:sldMkLst>
          <pc:docMk/>
          <pc:sldMk cId="210629926" sldId="2147483597"/>
        </pc:sldMkLst>
      </pc:sldChg>
    </pc:docChg>
  </pc:docChgLst>
  <pc:docChgLst>
    <pc:chgData name="Victor Aumaitre" userId="S::victor.aumaitre@ibm.com::379d7840-47ba-428f-9f95-660059feb219" providerId="AD" clId="Web-{26DB1DA9-12F2-888C-6091-D52D795EA602}"/>
    <pc:docChg chg="modSld">
      <pc:chgData name="Victor Aumaitre" userId="S::victor.aumaitre@ibm.com::379d7840-47ba-428f-9f95-660059feb219" providerId="AD" clId="Web-{26DB1DA9-12F2-888C-6091-D52D795EA602}" dt="2026-05-07T12:38:13.419" v="43" actId="20577"/>
      <pc:docMkLst>
        <pc:docMk/>
      </pc:docMkLst>
      <pc:sldChg chg="modSp">
        <pc:chgData name="Victor Aumaitre" userId="S::victor.aumaitre@ibm.com::379d7840-47ba-428f-9f95-660059feb219" providerId="AD" clId="Web-{26DB1DA9-12F2-888C-6091-D52D795EA602}" dt="2026-05-07T12:25:06.987" v="2" actId="20577"/>
        <pc:sldMkLst>
          <pc:docMk/>
          <pc:sldMk cId="3865778560" sldId="263"/>
        </pc:sldMkLst>
        <pc:spChg chg="mod">
          <ac:chgData name="Victor Aumaitre" userId="S::victor.aumaitre@ibm.com::379d7840-47ba-428f-9f95-660059feb219" providerId="AD" clId="Web-{26DB1DA9-12F2-888C-6091-D52D795EA602}" dt="2026-05-07T12:25:06.987" v="2" actId="20577"/>
          <ac:spMkLst>
            <pc:docMk/>
            <pc:sldMk cId="3865778560" sldId="263"/>
            <ac:spMk id="78" creationId="{CB065580-D6CE-2451-03B5-EF785FEA6EE0}"/>
          </ac:spMkLst>
        </pc:spChg>
      </pc:sldChg>
      <pc:sldChg chg="addSp delSp modSp">
        <pc:chgData name="Victor Aumaitre" userId="S::victor.aumaitre@ibm.com::379d7840-47ba-428f-9f95-660059feb219" providerId="AD" clId="Web-{26DB1DA9-12F2-888C-6091-D52D795EA602}" dt="2026-05-07T12:38:13.419" v="43" actId="20577"/>
        <pc:sldMkLst>
          <pc:docMk/>
          <pc:sldMk cId="1873110623" sldId="321"/>
        </pc:sldMkLst>
        <pc:spChg chg="add del">
          <ac:chgData name="Victor Aumaitre" userId="S::victor.aumaitre@ibm.com::379d7840-47ba-428f-9f95-660059feb219" providerId="AD" clId="Web-{26DB1DA9-12F2-888C-6091-D52D795EA602}" dt="2026-05-07T12:26:02.722" v="10"/>
          <ac:spMkLst>
            <pc:docMk/>
            <pc:sldMk cId="1873110623" sldId="321"/>
            <ac:spMk id="2" creationId="{6E0D73A2-D56D-A984-C45A-E27A2E4EE82E}"/>
          </ac:spMkLst>
        </pc:spChg>
        <pc:spChg chg="add mod">
          <ac:chgData name="Victor Aumaitre" userId="S::victor.aumaitre@ibm.com::379d7840-47ba-428f-9f95-660059feb219" providerId="AD" clId="Web-{26DB1DA9-12F2-888C-6091-D52D795EA602}" dt="2026-05-07T12:38:13.419" v="43" actId="20577"/>
          <ac:spMkLst>
            <pc:docMk/>
            <pc:sldMk cId="1873110623" sldId="321"/>
            <ac:spMk id="8" creationId="{ECB7C926-1167-1129-5A61-2E3994BE112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7424" y="9454693"/>
            <a:ext cx="335195" cy="248285"/>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25094" y="9454693"/>
            <a:ext cx="3623733" cy="248285"/>
          </a:xfrm>
          <a:prstGeom prst="rect">
            <a:avLst/>
          </a:prstGeom>
        </p:spPr>
        <p:txBody>
          <a:bodyPr vert="horz" lIns="0" tIns="0" rIns="0" bIns="0" rtlCol="0" anchor="b"/>
          <a:lstStyle>
            <a:lvl1pPr algn="l">
              <a:defRPr sz="1200"/>
            </a:lvl1pPr>
          </a:lstStyle>
          <a:p>
            <a:r>
              <a:rPr lang="en-US" sz="60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3188" y="247650"/>
            <a:ext cx="6975476" cy="3924300"/>
          </a:xfrm>
          <a:prstGeom prst="rect">
            <a:avLst/>
          </a:prstGeom>
          <a:noFill/>
          <a:ln w="12700">
            <a:solidFill>
              <a:prstClr val="black"/>
            </a:solidFill>
          </a:ln>
        </p:spPr>
        <p:txBody>
          <a:bodyPr vert="horz" lIns="91440" tIns="45720" rIns="91440" bIns="45720" rtlCol="0" anchor="ctr"/>
          <a:lstStyle/>
          <a:p>
            <a:endParaRPr lang="en-US"/>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4796" y="4439034"/>
            <a:ext cx="6359652" cy="4692336"/>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p:cNvSpPr>
            <a:spLocks noGrp="1"/>
          </p:cNvSpPr>
          <p:nvPr>
            <p:ph type="sldNum" sz="quarter" idx="5"/>
          </p:nvPr>
        </p:nvSpPr>
        <p:spPr>
          <a:xfrm>
            <a:off x="6241881" y="9454693"/>
            <a:ext cx="335195" cy="248285"/>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a:p>
        </p:txBody>
      </p:sp>
      <p:sp>
        <p:nvSpPr>
          <p:cNvPr id="6" name="Footer Placeholder 5"/>
          <p:cNvSpPr>
            <a:spLocks noGrp="1"/>
          </p:cNvSpPr>
          <p:nvPr>
            <p:ph type="ftr" sz="quarter" idx="4"/>
          </p:nvPr>
        </p:nvSpPr>
        <p:spPr>
          <a:xfrm>
            <a:off x="217424" y="9454693"/>
            <a:ext cx="3623733" cy="248285"/>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6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6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6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6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890926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1884670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YES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4058308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IBM Plex Sans Light"/>
              </a:rPr>
              <a:t>YES</a:t>
            </a:r>
            <a:endParaRPr lang="en-US"/>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080525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28CBD-5EA8-F609-9C10-609EBCC81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BB2A5-6E2A-D8E8-3339-7226F6E85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252B8-26FC-E10F-20F0-6B978EA83444}"/>
              </a:ext>
            </a:extLst>
          </p:cNvPr>
          <p:cNvSpPr>
            <a:spLocks noGrp="1"/>
          </p:cNvSpPr>
          <p:nvPr>
            <p:ph type="body" idx="1"/>
          </p:nvPr>
        </p:nvSpPr>
        <p:spPr/>
        <p:txBody>
          <a:bodyPr/>
          <a:lstStyle/>
          <a:p>
            <a:r>
              <a:rPr lang="en-US">
                <a:latin typeface="IBM Plex Sans Light"/>
              </a:rPr>
              <a:t>YES</a:t>
            </a:r>
            <a:endParaRPr lang="en-US"/>
          </a:p>
        </p:txBody>
      </p:sp>
      <p:sp>
        <p:nvSpPr>
          <p:cNvPr id="4" name="Slide Number Placeholder 3">
            <a:extLst>
              <a:ext uri="{FF2B5EF4-FFF2-40B4-BE49-F238E27FC236}">
                <a16:creationId xmlns:a16="http://schemas.microsoft.com/office/drawing/2014/main" id="{CEDD281A-5131-B2BB-974E-3BA24A7B2A3A}"/>
              </a:ext>
            </a:extLst>
          </p:cNvPr>
          <p:cNvSpPr>
            <a:spLocks noGrp="1"/>
          </p:cNvSpPr>
          <p:nvPr>
            <p:ph type="sldNum" sz="quarter" idx="5"/>
          </p:nvPr>
        </p:nvSpPr>
        <p:spPr/>
        <p:txBody>
          <a:bodyPr/>
          <a:lstStyle/>
          <a:p>
            <a:fld id="{6E2E38B8-B0B4-AD41-AC6E-B781F46A9FD3}" type="slidenum">
              <a:rPr lang="en-US" smtClean="0"/>
              <a:pPr/>
              <a:t>5</a:t>
            </a:fld>
            <a:endParaRPr lang="en-US"/>
          </a:p>
        </p:txBody>
      </p:sp>
      <p:sp>
        <p:nvSpPr>
          <p:cNvPr id="5" name="Footer Placeholder 4">
            <a:extLst>
              <a:ext uri="{FF2B5EF4-FFF2-40B4-BE49-F238E27FC236}">
                <a16:creationId xmlns:a16="http://schemas.microsoft.com/office/drawing/2014/main" id="{BBB40F8F-3130-2A85-4D2D-DEDFA9B04C84}"/>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400560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26972D-67AA-4C8D-B0BD-645484AF4F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8697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4248208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D65F6-AA7D-B47E-CC34-C38783C51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FD10C-5A02-DA6E-3A6A-1AA44A3D0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EA06B-1F8D-CAE3-4D9D-BEDC24794662}"/>
              </a:ext>
            </a:extLst>
          </p:cNvPr>
          <p:cNvSpPr>
            <a:spLocks noGrp="1"/>
          </p:cNvSpPr>
          <p:nvPr>
            <p:ph type="body" idx="1"/>
          </p:nvPr>
        </p:nvSpPr>
        <p:spPr/>
        <p:txBody>
          <a:bodyPr/>
          <a:lstStyle/>
          <a:p>
            <a:r>
              <a:rPr lang="en-US"/>
              <a:t>Yes, add slide on the explanations on why they are there</a:t>
            </a:r>
          </a:p>
        </p:txBody>
      </p:sp>
      <p:sp>
        <p:nvSpPr>
          <p:cNvPr id="4" name="Slide Number Placeholder 3">
            <a:extLst>
              <a:ext uri="{FF2B5EF4-FFF2-40B4-BE49-F238E27FC236}">
                <a16:creationId xmlns:a16="http://schemas.microsoft.com/office/drawing/2014/main" id="{66ABA6C6-4EA2-FF00-4B38-8E52AB64EFAD}"/>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8</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BC2A2957-E1C9-C9BE-2CF3-BFC9F53ADAD2}"/>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3507675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61B82-A944-0223-6AC4-93D7966B0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C7FF5-626E-90C2-DA93-FB95E4E45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0E390-6146-C26E-1747-C07DF70B9F4A}"/>
              </a:ext>
            </a:extLst>
          </p:cNvPr>
          <p:cNvSpPr>
            <a:spLocks noGrp="1"/>
          </p:cNvSpPr>
          <p:nvPr>
            <p:ph type="body" idx="1"/>
          </p:nvPr>
        </p:nvSpPr>
        <p:spPr/>
        <p:txBody>
          <a:bodyPr/>
          <a:lstStyle/>
          <a:p>
            <a:r>
              <a:rPr lang="en-US"/>
              <a:t>Capture good things they are doing and opportunities. More concise. Punchy</a:t>
            </a:r>
          </a:p>
        </p:txBody>
      </p:sp>
      <p:sp>
        <p:nvSpPr>
          <p:cNvPr id="4" name="Slide Number Placeholder 3">
            <a:extLst>
              <a:ext uri="{FF2B5EF4-FFF2-40B4-BE49-F238E27FC236}">
                <a16:creationId xmlns:a16="http://schemas.microsoft.com/office/drawing/2014/main" id="{C392B717-1910-5669-A576-AFFB6D43D323}"/>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9</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B4DCCDF1-A622-4718-B20C-A5CC54F4D5DA}"/>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781226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F8EA3-D86A-3963-459A-767B44953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EF0E0-F455-1FC4-4A9D-BEE99AE168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B1996-DCC3-2B20-82AC-22A7FE881979}"/>
              </a:ext>
            </a:extLst>
          </p:cNvPr>
          <p:cNvSpPr>
            <a:spLocks noGrp="1"/>
          </p:cNvSpPr>
          <p:nvPr>
            <p:ph type="body" idx="1"/>
          </p:nvPr>
        </p:nvSpPr>
        <p:spPr/>
        <p:txBody>
          <a:bodyPr/>
          <a:lstStyle/>
          <a:p>
            <a:r>
              <a:rPr lang="en-US"/>
              <a:t>Yes – Explain Key Analysis before this slide, IBV references</a:t>
            </a:r>
          </a:p>
        </p:txBody>
      </p:sp>
      <p:sp>
        <p:nvSpPr>
          <p:cNvPr id="4" name="Slide Number Placeholder 3">
            <a:extLst>
              <a:ext uri="{FF2B5EF4-FFF2-40B4-BE49-F238E27FC236}">
                <a16:creationId xmlns:a16="http://schemas.microsoft.com/office/drawing/2014/main" id="{4C5F5797-1B05-38E6-439F-AA4394737F5B}"/>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10</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005FCA71-C7E8-7905-D365-64F929CB35A4}"/>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4083764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6CA75-7EE7-01B1-1B63-FCF29CDF0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33DE4-5D98-2040-472D-7F036AAD7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256530-EAA2-8CD5-9963-0E6867ECE111}"/>
              </a:ext>
            </a:extLst>
          </p:cNvPr>
          <p:cNvSpPr>
            <a:spLocks noGrp="1"/>
          </p:cNvSpPr>
          <p:nvPr>
            <p:ph type="body" idx="1"/>
          </p:nvPr>
        </p:nvSpPr>
        <p:spPr/>
        <p:txBody>
          <a:bodyPr/>
          <a:lstStyle/>
          <a:p>
            <a:r>
              <a:rPr lang="en-US"/>
              <a:t>Yes, Insights. </a:t>
            </a:r>
          </a:p>
        </p:txBody>
      </p:sp>
      <p:sp>
        <p:nvSpPr>
          <p:cNvPr id="4" name="Slide Number Placeholder 3">
            <a:extLst>
              <a:ext uri="{FF2B5EF4-FFF2-40B4-BE49-F238E27FC236}">
                <a16:creationId xmlns:a16="http://schemas.microsoft.com/office/drawing/2014/main" id="{BDF4BA79-AF91-335E-74EB-1DBAD7705D01}"/>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11</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6F6D1EF1-EDCF-50D4-BFFF-AB3BD04F6A73}"/>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2727586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12</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789087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a:t>
            </a: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13</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3761915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E6695-E41A-2BA6-475B-CD7089091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0FBD5-E70A-6DC1-39CD-851349125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09A98-34CE-D616-20A0-A86BF9ECF649}"/>
              </a:ext>
            </a:extLst>
          </p:cNvPr>
          <p:cNvSpPr>
            <a:spLocks noGrp="1"/>
          </p:cNvSpPr>
          <p:nvPr>
            <p:ph type="body" idx="1"/>
          </p:nvPr>
        </p:nvSpPr>
        <p:spPr/>
        <p:txBody>
          <a:bodyPr/>
          <a:lstStyle/>
          <a:p>
            <a:r>
              <a:rPr lang="en-US"/>
              <a:t>Yes</a:t>
            </a:r>
          </a:p>
        </p:txBody>
      </p:sp>
      <p:sp>
        <p:nvSpPr>
          <p:cNvPr id="4" name="Slide Number Placeholder 3">
            <a:extLst>
              <a:ext uri="{FF2B5EF4-FFF2-40B4-BE49-F238E27FC236}">
                <a16:creationId xmlns:a16="http://schemas.microsoft.com/office/drawing/2014/main" id="{AA7C4570-175D-9AE0-FF65-B6833BDBF0D0}"/>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14</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560B2D28-25A6-8FFA-7EB5-19190D818F4F}"/>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900647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E5905-958C-DE7E-D38B-AF037BC9C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C010D-0F4D-C96C-190F-1E5A145AB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68A893-1D3C-530F-A078-DA1015C54C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ADEDE9-5F06-D727-7DD2-6C64E3102B92}"/>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16</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4BA1A7CC-78C5-FB21-4917-DA502E51BF1A}"/>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2547879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B8CD9-61D6-8F60-AD20-479C4615D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C24A1-F8CD-5675-0F86-9E850B01F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8E338F-0EFB-D47F-20CC-210F7054CF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BD6FC3-CD6E-21D5-1ADD-EE4578C248DA}"/>
              </a:ext>
            </a:extLst>
          </p:cNvPr>
          <p:cNvSpPr>
            <a:spLocks noGrp="1"/>
          </p:cNvSpPr>
          <p:nvPr>
            <p:ph type="sldNum" sz="quarter" idx="5"/>
          </p:nvPr>
        </p:nvSpPr>
        <p:spPr/>
        <p:txBody>
          <a:bodyPr/>
          <a:lstStyle/>
          <a:p>
            <a:fld id="{6E2E38B8-B0B4-AD41-AC6E-B781F46A9FD3}" type="slidenum">
              <a:rPr lang="en-US" smtClean="0"/>
              <a:pPr/>
              <a:t>17</a:t>
            </a:fld>
            <a:endParaRPr lang="en-US"/>
          </a:p>
        </p:txBody>
      </p:sp>
      <p:sp>
        <p:nvSpPr>
          <p:cNvPr id="5" name="Footer Placeholder 4">
            <a:extLst>
              <a:ext uri="{FF2B5EF4-FFF2-40B4-BE49-F238E27FC236}">
                <a16:creationId xmlns:a16="http://schemas.microsoft.com/office/drawing/2014/main" id="{E293B19D-FDB3-CD2A-A236-E8EA3786CD90}"/>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1583457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18</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230676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19</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7542204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1.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3.xml"/><Relationship Id="rId4" Type="http://schemas.openxmlformats.org/officeDocument/2006/relationships/image" Target="../media/image11.emf"/></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17.png"/><Relationship Id="rId4" Type="http://schemas.openxmlformats.org/officeDocument/2006/relationships/image" Target="../media/image16.sv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slideMaster" Target="../slideMasters/slideMaster5.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slideMaster" Target="../slideMasters/slideMaster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38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38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38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39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4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4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4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4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8.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419679518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GB"/>
              <a:t>Click to edit Master title style</a:t>
            </a:r>
            <a:endParaRPr lang="en-US"/>
          </a:p>
        </p:txBody>
      </p:sp>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GB"/>
              <a:t>Click to edit Master title style</a:t>
            </a:r>
            <a:endParaRPr lang="en-US"/>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682496"/>
            <a:ext cx="10099675" cy="9337675"/>
          </a:xfrm>
        </p:spPr>
        <p:txBody>
          <a:bodyPr/>
          <a:lstStyle>
            <a:lvl1pPr>
              <a:lnSpc>
                <a:spcPct val="100000"/>
              </a:lnSpc>
              <a:defRPr sz="8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il spend solu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5"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siness Case &amp; Commercial​">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96480615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3"/>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83938132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ays of working">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1" cy="13714643"/>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53621366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1"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36391933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Lt" panose="020B03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Consulting for Nestlé | IBM confidential</a:t>
            </a:r>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95899409"/>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Consulting for Nestlé | IBM confidential</a:t>
            </a:r>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33412524"/>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Consulting for Nestlé | IBM confidential</a:t>
            </a:r>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804963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91810613"/>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Consulting for Nestlé | IBM confidential</a:t>
            </a:r>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54205542"/>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Consulting for Nestlé | IBM confidential</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Consulting for Nestlé | IBM confidential</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Consulting for Nestlé | IBM confidential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GB"/>
              <a:t>Click icon to add table</a:t>
            </a:r>
            <a:endParaRPr lang="en-US"/>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r>
              <a:rPr lang="en-US"/>
              <a:t>IBM Consulting for Nestlé | IBM confidential</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23236500" cy="701859"/>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0" y="261855"/>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1412347427"/>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4"/>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755144383"/>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6288088"/>
          </a:xfrm>
        </p:spPr>
        <p:txBody>
          <a:bodyPr/>
          <a:lstStyle>
            <a:lvl1pPr>
              <a:lnSpc>
                <a:spcPct val="100000"/>
              </a:lnSpc>
              <a:defRPr sz="8598">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154979009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ail spend solu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5"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4094732359"/>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Business Case &amp; Commercial​">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708071813"/>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ransi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415105066"/>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Ways of working">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3" y="1354"/>
            <a:ext cx="24389581"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775518863"/>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3" y="1355"/>
            <a:ext cx="24389581"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607129146"/>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5"/>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897659651"/>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0_Blank slid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pPr defTabSz="1828800">
              <a:defRPr/>
            </a:pPr>
            <a:r>
              <a:rPr lang="en-US">
                <a:solidFill>
                  <a:srgbClr val="000000"/>
                </a:solidFill>
              </a:rPr>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9"/>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pPr defTabSz="1828800">
              <a:defRPr/>
            </a:pPr>
            <a:fld id="{86CB4B4D-7CA3-9044-876B-883B54F8677D}" type="slidenum">
              <a:rPr lang="en-US" smtClean="0">
                <a:solidFill>
                  <a:srgbClr val="000000"/>
                </a:solidFill>
              </a:rPr>
              <a:pPr defTabSz="1828800">
                <a:defRPr/>
              </a:pPr>
              <a:t>‹#›</a:t>
            </a:fld>
            <a:endParaRPr lang="en-US">
              <a:solidFill>
                <a:srgbClr val="000000"/>
              </a:solidFill>
            </a:endParaRPr>
          </a:p>
        </p:txBody>
      </p:sp>
      <p:pic>
        <p:nvPicPr>
          <p:cNvPr id="5" name="Picture 4" descr="A blue and black rectangle  AI-generated content may be incorrect.">
            <a:extLst>
              <a:ext uri="{FF2B5EF4-FFF2-40B4-BE49-F238E27FC236}">
                <a16:creationId xmlns:a16="http://schemas.microsoft.com/office/drawing/2014/main" id="{75DCDBD9-5283-6074-3321-82EDDBC737EA}"/>
              </a:ext>
            </a:extLst>
          </p:cNvPr>
          <p:cNvPicPr>
            <a:picLocks noChangeAspect="1"/>
          </p:cNvPicPr>
          <p:nvPr userDrawn="1"/>
        </p:nvPicPr>
        <p:blipFill>
          <a:blip r:embed="rId2"/>
          <a:stretch>
            <a:fillRect/>
          </a:stretch>
        </p:blipFill>
        <p:spPr>
          <a:xfrm>
            <a:off x="5584" y="-1"/>
            <a:ext cx="24381592" cy="13719142"/>
          </a:xfrm>
          <a:prstGeom prst="rect">
            <a:avLst/>
          </a:prstGeom>
        </p:spPr>
      </p:pic>
    </p:spTree>
    <p:extLst>
      <p:ext uri="{BB962C8B-B14F-4D97-AF65-F5344CB8AC3E}">
        <p14:creationId xmlns:p14="http://schemas.microsoft.com/office/powerpoint/2010/main" val="2260795423"/>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9_Blank slid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pPr defTabSz="1828800">
              <a:defRPr/>
            </a:pPr>
            <a:r>
              <a:rPr lang="en-US">
                <a:solidFill>
                  <a:srgbClr val="000000"/>
                </a:solidFill>
              </a:rPr>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9"/>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pPr defTabSz="1828800">
              <a:defRPr/>
            </a:pPr>
            <a:fld id="{86CB4B4D-7CA3-9044-876B-883B54F8677D}" type="slidenum">
              <a:rPr lang="en-US" smtClean="0">
                <a:solidFill>
                  <a:srgbClr val="000000"/>
                </a:solidFill>
              </a:rPr>
              <a:pPr defTabSz="1828800">
                <a:defRPr/>
              </a:pPr>
              <a:t>‹#›</a:t>
            </a:fld>
            <a:endParaRPr lang="en-US">
              <a:solidFill>
                <a:srgbClr val="000000"/>
              </a:solidFill>
            </a:endParaRPr>
          </a:p>
        </p:txBody>
      </p:sp>
      <p:pic>
        <p:nvPicPr>
          <p:cNvPr id="5" name="Picture 4">
            <a:extLst>
              <a:ext uri="{FF2B5EF4-FFF2-40B4-BE49-F238E27FC236}">
                <a16:creationId xmlns:a16="http://schemas.microsoft.com/office/drawing/2014/main" id="{3662480A-9EC6-D880-F091-930DD40E51DA}"/>
              </a:ext>
            </a:extLst>
          </p:cNvPr>
          <p:cNvPicPr>
            <a:picLocks noChangeAspect="1"/>
          </p:cNvPicPr>
          <p:nvPr userDrawn="1"/>
        </p:nvPicPr>
        <p:blipFill>
          <a:blip r:embed="rId2"/>
          <a:srcRect/>
          <a:stretch/>
        </p:blipFill>
        <p:spPr>
          <a:xfrm>
            <a:off x="2" y="1355"/>
            <a:ext cx="24389579" cy="13714642"/>
          </a:xfrm>
          <a:prstGeom prst="rect">
            <a:avLst/>
          </a:prstGeom>
        </p:spPr>
      </p:pic>
    </p:spTree>
    <p:extLst>
      <p:ext uri="{BB962C8B-B14F-4D97-AF65-F5344CB8AC3E}">
        <p14:creationId xmlns:p14="http://schemas.microsoft.com/office/powerpoint/2010/main" val="375036731"/>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6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2" y="818966"/>
            <a:ext cx="23236499" cy="701860"/>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pPr defTabSz="1828800">
              <a:defRPr/>
            </a:pPr>
            <a:r>
              <a:rPr lang="en-US">
                <a:solidFill>
                  <a:srgbClr val="000000"/>
                </a:solidFill>
              </a:rPr>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9"/>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pPr defTabSz="1828800">
              <a:defRPr/>
            </a:pPr>
            <a:fld id="{86CB4B4D-7CA3-9044-876B-883B54F8677D}" type="slidenum">
              <a:rPr lang="en-US" smtClean="0">
                <a:solidFill>
                  <a:srgbClr val="000000"/>
                </a:solidFill>
              </a:rPr>
              <a:pPr defTabSz="1828800">
                <a:defRPr/>
              </a:pPr>
              <a:t>‹#›</a:t>
            </a:fld>
            <a:endParaRPr lang="en-US">
              <a:solidFill>
                <a:srgbClr val="000000"/>
              </a:solidFill>
            </a:endParaRPr>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2" y="261857"/>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268342474"/>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2_End slide">
    <p:bg>
      <p:bgPr>
        <a:solidFill>
          <a:srgbClr val="D0E2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03833"/>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3_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50"/>
            <a:ext cx="7343284" cy="2027440"/>
          </a:xfrm>
        </p:spPr>
        <p:txBody>
          <a:bodyPr/>
          <a:lstStyle>
            <a:lvl1pPr>
              <a:lnSpc>
                <a:spcPct val="100000"/>
              </a:lnSpc>
              <a:defRPr sz="6398">
                <a:solidFill>
                  <a:schemeClr val="tx2"/>
                </a:solidFill>
              </a:defRPr>
            </a:lvl1pPr>
          </a:lstStyle>
          <a:p>
            <a:r>
              <a:rPr lang="en-US"/>
              <a:t>Click to edit Master title style</a:t>
            </a:r>
          </a:p>
        </p:txBody>
      </p:sp>
      <p:sp>
        <p:nvSpPr>
          <p:cNvPr id="32" name="Footer Placeholder 4">
            <a:extLst>
              <a:ext uri="{FF2B5EF4-FFF2-40B4-BE49-F238E27FC236}">
                <a16:creationId xmlns:a16="http://schemas.microsoft.com/office/drawing/2014/main" id="{9F4232EC-0728-F4F4-CA87-86D2C1A67333}"/>
              </a:ext>
            </a:extLst>
          </p:cNvPr>
          <p:cNvSpPr txBox="1">
            <a:spLocks/>
          </p:cNvSpPr>
          <p:nvPr userDrawn="1"/>
        </p:nvSpPr>
        <p:spPr>
          <a:xfrm>
            <a:off x="557412"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sz="1600"/>
              <a:t>JDE &amp; IBM Confidential | July 2025</a:t>
            </a:r>
          </a:p>
        </p:txBody>
      </p:sp>
      <p:sp>
        <p:nvSpPr>
          <p:cNvPr id="3" name="Footer Placeholder 4">
            <a:extLst>
              <a:ext uri="{FF2B5EF4-FFF2-40B4-BE49-F238E27FC236}">
                <a16:creationId xmlns:a16="http://schemas.microsoft.com/office/drawing/2014/main" id="{2944A531-3719-40EB-C53B-E17D961A1139}"/>
              </a:ext>
            </a:extLst>
          </p:cNvPr>
          <p:cNvSpPr txBox="1">
            <a:spLocks/>
          </p:cNvSpPr>
          <p:nvPr userDrawn="1"/>
        </p:nvSpPr>
        <p:spPr>
          <a:xfrm>
            <a:off x="18648189"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r"/>
            <a:fld id="{5523F155-E861-AF4F-962D-84E50D15ED03}" type="slidenum">
              <a:rPr lang="en-US" sz="1600" smtClean="0"/>
              <a:pPr algn="r"/>
              <a:t>‹#›</a:t>
            </a:fld>
            <a:endParaRPr lang="en-US" sz="1600"/>
          </a:p>
        </p:txBody>
      </p:sp>
    </p:spTree>
    <p:extLst>
      <p:ext uri="{BB962C8B-B14F-4D97-AF65-F5344CB8AC3E}">
        <p14:creationId xmlns:p14="http://schemas.microsoft.com/office/powerpoint/2010/main" val="1078772876"/>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1049274"/>
            <a:ext cx="20759929" cy="1330452"/>
          </a:xfrm>
        </p:spPr>
        <p:txBody>
          <a:bodyPr rIns="457200"/>
          <a:lstStyle>
            <a:lvl1pPr>
              <a:lnSpc>
                <a:spcPct val="100000"/>
              </a:lnSpc>
              <a:defRPr b="0" i="0">
                <a:solidFill>
                  <a:schemeClr val="tx2"/>
                </a:solidFill>
                <a:latin typeface="IBM Plex Sans" panose="020B0503050203000203" pitchFamily="34" charset="0"/>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576071" y="3429000"/>
            <a:ext cx="4953001" cy="515472"/>
          </a:xfrm>
        </p:spPr>
        <p:txBody>
          <a:bodyPr/>
          <a:lstStyle>
            <a:lvl1pPr>
              <a:lnSpc>
                <a:spcPct val="110000"/>
              </a:lnSpc>
              <a:spcBef>
                <a:spcPts val="0"/>
              </a:spcBef>
              <a:defRPr sz="2800" b="0" i="0">
                <a:solidFill>
                  <a:schemeClr val="tx1"/>
                </a:solidFill>
                <a:latin typeface="IBM Plex Sans Medm" panose="020B0503050203000203" pitchFamily="34" charset="0"/>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576071" y="4230614"/>
            <a:ext cx="11042842" cy="77661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2768263" y="4230615"/>
            <a:ext cx="11047412" cy="777088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5" name="Text Placeholder 9">
            <a:extLst>
              <a:ext uri="{FF2B5EF4-FFF2-40B4-BE49-F238E27FC236}">
                <a16:creationId xmlns:a16="http://schemas.microsoft.com/office/drawing/2014/main" id="{C628A713-FFC3-CDF4-DAB4-43BF9CE90873}"/>
              </a:ext>
            </a:extLst>
          </p:cNvPr>
          <p:cNvSpPr>
            <a:spLocks noGrp="1"/>
          </p:cNvSpPr>
          <p:nvPr>
            <p:ph type="body" sz="quarter" idx="21"/>
          </p:nvPr>
        </p:nvSpPr>
        <p:spPr>
          <a:xfrm>
            <a:off x="12768262" y="3430178"/>
            <a:ext cx="4953001" cy="515472"/>
          </a:xfrm>
        </p:spPr>
        <p:txBody>
          <a:bodyPr/>
          <a:lstStyle>
            <a:lvl1pPr>
              <a:lnSpc>
                <a:spcPct val="110000"/>
              </a:lnSpc>
              <a:spcBef>
                <a:spcPts val="0"/>
              </a:spcBef>
              <a:defRPr sz="2800" b="0" i="0">
                <a:solidFill>
                  <a:schemeClr val="tx1"/>
                </a:solidFill>
                <a:latin typeface="IBM Plex Sans Medm" panose="020B0503050203000203" pitchFamily="34" charset="0"/>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p:txBody>
      </p:sp>
      <p:sp>
        <p:nvSpPr>
          <p:cNvPr id="3" name="Rectangle 2">
            <a:extLst>
              <a:ext uri="{FF2B5EF4-FFF2-40B4-BE49-F238E27FC236}">
                <a16:creationId xmlns:a16="http://schemas.microsoft.com/office/drawing/2014/main" id="{6CAA3A9B-3DE8-1D1A-4EA4-FFC272369B50}"/>
              </a:ext>
            </a:extLst>
          </p:cNvPr>
          <p:cNvSpPr/>
          <p:nvPr userDrawn="1"/>
        </p:nvSpPr>
        <p:spPr bwMode="auto">
          <a:xfrm>
            <a:off x="2339873" y="596286"/>
            <a:ext cx="2468561" cy="2794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02 Geographical Coverage</a:t>
            </a:r>
          </a:p>
        </p:txBody>
      </p:sp>
      <p:sp>
        <p:nvSpPr>
          <p:cNvPr id="8" name="Rectangle 7">
            <a:extLst>
              <a:ext uri="{FF2B5EF4-FFF2-40B4-BE49-F238E27FC236}">
                <a16:creationId xmlns:a16="http://schemas.microsoft.com/office/drawing/2014/main" id="{1E034B44-7AA6-DDC2-2FAE-0F30CAC66A60}"/>
              </a:ext>
            </a:extLst>
          </p:cNvPr>
          <p:cNvSpPr/>
          <p:nvPr userDrawn="1"/>
        </p:nvSpPr>
        <p:spPr bwMode="auto">
          <a:xfrm>
            <a:off x="5386010" y="596286"/>
            <a:ext cx="2887662" cy="27828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03 Product and Services Range</a:t>
            </a:r>
          </a:p>
        </p:txBody>
      </p:sp>
      <p:sp>
        <p:nvSpPr>
          <p:cNvPr id="11" name="Rectangle 10">
            <a:extLst>
              <a:ext uri="{FF2B5EF4-FFF2-40B4-BE49-F238E27FC236}">
                <a16:creationId xmlns:a16="http://schemas.microsoft.com/office/drawing/2014/main" id="{9B4AF328-3C51-DC5D-C6AB-0A6ADF86F379}"/>
              </a:ext>
            </a:extLst>
          </p:cNvPr>
          <p:cNvSpPr/>
          <p:nvPr userDrawn="1"/>
        </p:nvSpPr>
        <p:spPr bwMode="auto">
          <a:xfrm>
            <a:off x="8851247" y="596286"/>
            <a:ext cx="2468561"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04 Remuneration Models</a:t>
            </a:r>
          </a:p>
        </p:txBody>
      </p:sp>
      <p:sp>
        <p:nvSpPr>
          <p:cNvPr id="12" name="Rectangle 11">
            <a:extLst>
              <a:ext uri="{FF2B5EF4-FFF2-40B4-BE49-F238E27FC236}">
                <a16:creationId xmlns:a16="http://schemas.microsoft.com/office/drawing/2014/main" id="{D01EC1D3-BD72-4A26-7EA2-63C2B41398FC}"/>
              </a:ext>
            </a:extLst>
          </p:cNvPr>
          <p:cNvSpPr/>
          <p:nvPr userDrawn="1"/>
        </p:nvSpPr>
        <p:spPr bwMode="auto">
          <a:xfrm>
            <a:off x="11897384" y="596286"/>
            <a:ext cx="3892461"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05 Implementation / Change Management</a:t>
            </a:r>
          </a:p>
        </p:txBody>
      </p:sp>
      <p:sp>
        <p:nvSpPr>
          <p:cNvPr id="13" name="Rectangle 12">
            <a:extLst>
              <a:ext uri="{FF2B5EF4-FFF2-40B4-BE49-F238E27FC236}">
                <a16:creationId xmlns:a16="http://schemas.microsoft.com/office/drawing/2014/main" id="{0EEE979E-3C30-0940-0CB4-C99CE0E429C1}"/>
              </a:ext>
            </a:extLst>
          </p:cNvPr>
          <p:cNvSpPr/>
          <p:nvPr userDrawn="1"/>
        </p:nvSpPr>
        <p:spPr bwMode="auto">
          <a:xfrm>
            <a:off x="16367419" y="596286"/>
            <a:ext cx="2743481"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06 References / Case Studies</a:t>
            </a:r>
          </a:p>
        </p:txBody>
      </p:sp>
      <p:sp>
        <p:nvSpPr>
          <p:cNvPr id="14" name="Rectangle 13">
            <a:extLst>
              <a:ext uri="{FF2B5EF4-FFF2-40B4-BE49-F238E27FC236}">
                <a16:creationId xmlns:a16="http://schemas.microsoft.com/office/drawing/2014/main" id="{999E0596-5C1C-4D87-1E18-7B9B8D2353D4}"/>
              </a:ext>
            </a:extLst>
          </p:cNvPr>
          <p:cNvSpPr/>
          <p:nvPr userDrawn="1"/>
        </p:nvSpPr>
        <p:spPr bwMode="auto">
          <a:xfrm>
            <a:off x="594545" y="596286"/>
            <a:ext cx="1167752"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01 Why IBM</a:t>
            </a:r>
          </a:p>
        </p:txBody>
      </p:sp>
      <p:sp>
        <p:nvSpPr>
          <p:cNvPr id="23" name="Rectangle 22">
            <a:extLst>
              <a:ext uri="{FF2B5EF4-FFF2-40B4-BE49-F238E27FC236}">
                <a16:creationId xmlns:a16="http://schemas.microsoft.com/office/drawing/2014/main" id="{073884FA-6436-2E5B-E825-84F65AAD7261}"/>
              </a:ext>
            </a:extLst>
          </p:cNvPr>
          <p:cNvSpPr/>
          <p:nvPr userDrawn="1"/>
        </p:nvSpPr>
        <p:spPr bwMode="auto">
          <a:xfrm>
            <a:off x="19688477" y="596286"/>
            <a:ext cx="1647524"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07 IBM Value Add</a:t>
            </a:r>
          </a:p>
        </p:txBody>
      </p:sp>
    </p:spTree>
    <p:extLst>
      <p:ext uri="{BB962C8B-B14F-4D97-AF65-F5344CB8AC3E}">
        <p14:creationId xmlns:p14="http://schemas.microsoft.com/office/powerpoint/2010/main" val="4171209934"/>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Blank slide">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41AEE66-DFE7-DD4C-9FB5-592C87BDF380}"/>
              </a:ext>
            </a:extLst>
          </p:cNvPr>
          <p:cNvGraphicFramePr>
            <a:graphicFrameLocks noChangeAspect="1"/>
          </p:cNvGraphicFramePr>
          <p:nvPr userDrawn="1">
            <p:custDataLst>
              <p:tags r:id="rId1"/>
            </p:custDataLst>
            <p:extLst>
              <p:ext uri="{D42A27DB-BD31-4B8C-83A1-F6EECF244321}">
                <p14:modId xmlns:p14="http://schemas.microsoft.com/office/powerpoint/2010/main" val="2586438178"/>
              </p:ext>
            </p:extLst>
          </p:nvPr>
        </p:nvGraphicFramePr>
        <p:xfrm>
          <a:off x="1589" y="1588"/>
          <a:ext cx="1226"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041AEE66-DFE7-DD4C-9FB5-592C87BDF380}"/>
                          </a:ext>
                        </a:extLst>
                      </p:cNvPr>
                      <p:cNvPicPr/>
                      <p:nvPr/>
                    </p:nvPicPr>
                    <p:blipFill>
                      <a:blip r:embed="rId4"/>
                      <a:stretch>
                        <a:fillRect/>
                      </a:stretch>
                    </p:blipFill>
                    <p:spPr>
                      <a:xfrm>
                        <a:off x="1589" y="1588"/>
                        <a:ext cx="1226"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4" y="576072"/>
            <a:ext cx="23236427" cy="1525588"/>
          </a:xfrm>
        </p:spPr>
        <p:txBody>
          <a:bodyPr vert="horz"/>
          <a:lstStyle>
            <a:lvl1pPr>
              <a:lnSpc>
                <a:spcPct val="110000"/>
              </a:lnSpc>
              <a:defRPr sz="6398">
                <a:solidFill>
                  <a:schemeClr val="tx2"/>
                </a:solidFill>
              </a:defRPr>
            </a:lvl1pPr>
          </a:lstStyle>
          <a:p>
            <a:r>
              <a:rPr lang="en-GB"/>
              <a:t>Click to edit Master title style</a:t>
            </a:r>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a:extLst>
              <a:ext uri="{FF2B5EF4-FFF2-40B4-BE49-F238E27FC236}">
                <a16:creationId xmlns:a16="http://schemas.microsoft.com/office/drawing/2014/main" id="{1A2F540C-2312-CD8B-4AD4-4EE8481D439B}"/>
              </a:ext>
            </a:extLst>
          </p:cNvPr>
          <p:cNvSpPr txBox="1">
            <a:spLocks/>
          </p:cNvSpPr>
          <p:nvPr userDrawn="1"/>
        </p:nvSpPr>
        <p:spPr>
          <a:xfrm>
            <a:off x="609858" y="12801603"/>
            <a:ext cx="7022630" cy="481542"/>
          </a:xfrm>
          <a:prstGeom prst="rect">
            <a:avLst/>
          </a:prstGeom>
        </p:spPr>
        <p:txBody>
          <a:bodyPr vert="horz" lIns="0" tIns="0" rIns="0" bIns="0" rtlCol="0" anchor="ctr"/>
          <a:lstStyle>
            <a:defPPr>
              <a:defRPr lang="en-US"/>
            </a:defPPr>
            <a:lvl1pPr marL="0" marR="0" indent="0" algn="l" defTabSz="1097587" rtl="0" eaLnBrk="1" fontAlgn="auto" latinLnBrk="0" hangingPunct="1">
              <a:lnSpc>
                <a:spcPct val="100000"/>
              </a:lnSpc>
              <a:spcBef>
                <a:spcPts val="0"/>
              </a:spcBef>
              <a:spcAft>
                <a:spcPts val="0"/>
              </a:spcAft>
              <a:buClrTx/>
              <a:buSzTx/>
              <a:buFontTx/>
              <a:buNone/>
              <a:tabLst/>
              <a:defRPr sz="1000" kern="1200">
                <a:solidFill>
                  <a:schemeClr val="tx1"/>
                </a:solidFill>
                <a:latin typeface="IBM Plex Sans" panose="020B0503050203000203" pitchFamily="34" charset="0"/>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de-DE" sz="1800" kern="0">
                <a:ea typeface="Times New Roman" panose="02020603050405020304" pitchFamily="18" charset="0"/>
              </a:rPr>
              <a:t>IBM Consulting / © 2025 IBM Corporation</a:t>
            </a:r>
          </a:p>
        </p:txBody>
      </p:sp>
    </p:spTree>
    <p:extLst>
      <p:ext uri="{BB962C8B-B14F-4D97-AF65-F5344CB8AC3E}">
        <p14:creationId xmlns:p14="http://schemas.microsoft.com/office/powerpoint/2010/main" val="1369162372"/>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50"/>
            <a:ext cx="11050589" cy="2859088"/>
          </a:xfrm>
        </p:spPr>
        <p:txBody>
          <a:bodyPr rIns="457200"/>
          <a:lstStyle>
            <a:lvl1pPr>
              <a:lnSpc>
                <a:spcPct val="100000"/>
              </a:lnSpc>
              <a:defRPr sz="6398">
                <a:solidFill>
                  <a:schemeClr val="tx2"/>
                </a:solidFill>
              </a:defRPr>
            </a:lvl1pPr>
          </a:lstStyle>
          <a:p>
            <a:r>
              <a:rPr lang="en-US"/>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5" y="12938841"/>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291555126"/>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a:noFill/>
        </p:spPr>
        <p:txBody>
          <a:bodyPr/>
          <a:lstStyle>
            <a:lvl1pPr>
              <a:lnSpc>
                <a:spcPct val="110000"/>
              </a:lnSpc>
              <a:defRPr sz="3600">
                <a:solidFill>
                  <a:schemeClr val="tx2"/>
                </a:solidFill>
                <a:latin typeface="Arial" panose="020B060402020202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latin typeface="Arial" panose="020B0604020202020204" pitchFamily="34" charset="0"/>
              </a:defRPr>
            </a:lvl1pPr>
            <a:lvl2pPr>
              <a:lnSpc>
                <a:spcPct val="110000"/>
              </a:lnSpc>
              <a:spcBef>
                <a:spcPts val="0"/>
              </a:spcBef>
              <a:defRPr>
                <a:solidFill>
                  <a:schemeClr val="tx1"/>
                </a:solidFill>
                <a:latin typeface="Arial" panose="020B0604020202020204" pitchFamily="34" charset="0"/>
              </a:defRPr>
            </a:lvl2pPr>
            <a:lvl3pPr>
              <a:lnSpc>
                <a:spcPct val="110000"/>
              </a:lnSpc>
              <a:spcBef>
                <a:spcPts val="0"/>
              </a:spcBef>
              <a:defRPr>
                <a:solidFill>
                  <a:schemeClr val="tx1"/>
                </a:solidFill>
                <a:latin typeface="Arial" panose="020B0604020202020204" pitchFamily="34" charset="0"/>
              </a:defRPr>
            </a:lvl3pPr>
            <a:lvl4pPr>
              <a:lnSpc>
                <a:spcPct val="110000"/>
              </a:lnSpc>
              <a:spcBef>
                <a:spcPts val="0"/>
              </a:spcBef>
              <a:defRPr>
                <a:solidFill>
                  <a:schemeClr val="tx1"/>
                </a:solidFill>
                <a:latin typeface="Arial" panose="020B0604020202020204"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latin typeface="Arial" panose="020B0604020202020204" pitchFamily="34" charset="0"/>
              </a:defRPr>
            </a:lvl1pPr>
            <a:lvl2pPr>
              <a:lnSpc>
                <a:spcPct val="110000"/>
              </a:lnSpc>
              <a:spcBef>
                <a:spcPts val="0"/>
              </a:spcBef>
              <a:defRPr>
                <a:solidFill>
                  <a:schemeClr val="tx1"/>
                </a:solidFill>
                <a:latin typeface="Arial" panose="020B0604020202020204" pitchFamily="34" charset="0"/>
              </a:defRPr>
            </a:lvl2pPr>
            <a:lvl3pPr>
              <a:lnSpc>
                <a:spcPct val="110000"/>
              </a:lnSpc>
              <a:spcBef>
                <a:spcPts val="0"/>
              </a:spcBef>
              <a:defRPr>
                <a:solidFill>
                  <a:schemeClr val="tx1"/>
                </a:solidFill>
                <a:latin typeface="Arial" panose="020B0604020202020204" pitchFamily="34" charset="0"/>
              </a:defRPr>
            </a:lvl3pPr>
            <a:lvl4pPr>
              <a:lnSpc>
                <a:spcPct val="110000"/>
              </a:lnSpc>
              <a:spcBef>
                <a:spcPts val="0"/>
              </a:spcBef>
              <a:defRPr>
                <a:solidFill>
                  <a:schemeClr val="tx1"/>
                </a:solidFill>
                <a:latin typeface="Arial" panose="020B0604020202020204"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38463688"/>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ext einspalti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rgbClr val="000000"/>
                </a:solidFill>
              </a:defRPr>
            </a:lvl1pPr>
          </a:lstStyle>
          <a:p>
            <a:r>
              <a:rPr lang="en-GB" err="1"/>
              <a:t>Titelmasterformat</a:t>
            </a:r>
            <a:r>
              <a:rPr lang="en-GB"/>
              <a:t> </a:t>
            </a:r>
            <a:r>
              <a:rPr lang="en-GB" err="1"/>
              <a:t>durch</a:t>
            </a:r>
            <a:r>
              <a:rPr lang="en-GB"/>
              <a:t> </a:t>
            </a:r>
            <a:r>
              <a:rPr lang="en-GB" err="1"/>
              <a:t>Klicken</a:t>
            </a:r>
            <a:r>
              <a:rPr lang="en-GB"/>
              <a:t> </a:t>
            </a:r>
            <a:r>
              <a:rPr lang="en-GB" err="1"/>
              <a:t>bearbeiten</a:t>
            </a:r>
            <a:endParaRPr lang="en-GB"/>
          </a:p>
        </p:txBody>
      </p:sp>
      <p:sp>
        <p:nvSpPr>
          <p:cNvPr id="6" name="Textplatzhalter 10"/>
          <p:cNvSpPr>
            <a:spLocks noGrp="1"/>
          </p:cNvSpPr>
          <p:nvPr>
            <p:ph type="body" sz="quarter" idx="13" hasCustomPrompt="1"/>
          </p:nvPr>
        </p:nvSpPr>
        <p:spPr>
          <a:xfrm>
            <a:off x="435458" y="3066441"/>
            <a:ext cx="18816184" cy="9587206"/>
          </a:xfrm>
        </p:spPr>
        <p:txBody>
          <a:bodyPr>
            <a:noAutofit/>
          </a:bodyPr>
          <a:lstStyle>
            <a:lvl1pPr marL="648918" indent="-648918">
              <a:spcAft>
                <a:spcPts val="1452"/>
              </a:spcAft>
              <a:buFont typeface="Arial" panose="020B0604020202020204" pitchFamily="34" charset="0"/>
              <a:buChar char="≡"/>
              <a:defRPr>
                <a:solidFill>
                  <a:srgbClr val="001E49"/>
                </a:solidFill>
              </a:defRPr>
            </a:lvl1pPr>
            <a:lvl2pPr marL="1297834" indent="-648918" algn="l" defTabSz="914386" rtl="0" eaLnBrk="1" latinLnBrk="0" hangingPunct="1">
              <a:lnSpc>
                <a:spcPct val="105000"/>
              </a:lnSpc>
              <a:spcBef>
                <a:spcPct val="0"/>
              </a:spcBef>
              <a:spcAft>
                <a:spcPts val="1452"/>
              </a:spcAft>
              <a:buClr>
                <a:schemeClr val="tx1"/>
              </a:buClr>
              <a:buSzTx/>
              <a:buFont typeface="Arial" panose="020B0604020202020204" pitchFamily="34" charset="0"/>
              <a:buChar char="▪"/>
              <a:defRPr lang="de-DE" sz="4112" kern="1200" spc="122" baseline="0" noProof="0" smtClean="0">
                <a:solidFill>
                  <a:srgbClr val="001E49"/>
                </a:solidFill>
                <a:latin typeface="+mj-lt"/>
                <a:ea typeface="+mn-ea"/>
                <a:cs typeface="Arial"/>
              </a:defRPr>
            </a:lvl2pPr>
            <a:lvl3pPr marL="1946752" indent="-648918" algn="l" defTabSz="914386" rtl="0" eaLnBrk="1" latinLnBrk="0" hangingPunct="1">
              <a:lnSpc>
                <a:spcPct val="105000"/>
              </a:lnSpc>
              <a:spcBef>
                <a:spcPct val="0"/>
              </a:spcBef>
              <a:spcAft>
                <a:spcPts val="1452"/>
              </a:spcAft>
              <a:buClr>
                <a:schemeClr val="tx1"/>
              </a:buClr>
              <a:buSzTx/>
              <a:buFont typeface="Arial" panose="020B0604020202020204" pitchFamily="34" charset="0"/>
              <a:buChar char="▪"/>
              <a:defRPr lang="de-DE" sz="4112" kern="1200" spc="122" baseline="0" noProof="0" smtClean="0">
                <a:solidFill>
                  <a:srgbClr val="001E49"/>
                </a:solidFill>
                <a:latin typeface="+mj-lt"/>
                <a:ea typeface="+mn-ea"/>
                <a:cs typeface="Arial"/>
              </a:defRPr>
            </a:lvl3pPr>
            <a:lvl4pPr marL="2611026" indent="-664276" algn="l" defTabSz="914386" rtl="0" eaLnBrk="1" latinLnBrk="0" hangingPunct="1">
              <a:lnSpc>
                <a:spcPct val="105000"/>
              </a:lnSpc>
              <a:spcBef>
                <a:spcPct val="0"/>
              </a:spcBef>
              <a:spcAft>
                <a:spcPts val="1452"/>
              </a:spcAft>
              <a:buClr>
                <a:schemeClr val="tx1"/>
              </a:buClr>
              <a:buSzTx/>
              <a:buFont typeface="Arial" panose="020B0604020202020204" pitchFamily="34" charset="0"/>
              <a:buChar char="▪"/>
              <a:defRPr lang="de-DE" sz="4112" kern="1200" spc="122" baseline="0" noProof="0" smtClean="0">
                <a:solidFill>
                  <a:srgbClr val="001E49"/>
                </a:solidFill>
                <a:latin typeface="+mj-lt"/>
                <a:ea typeface="+mn-ea"/>
                <a:cs typeface="Arial"/>
              </a:defRPr>
            </a:lvl4pPr>
            <a:lvl5pPr marL="3259944" indent="-648918" algn="l" defTabSz="914386" rtl="0" eaLnBrk="1" latinLnBrk="0" hangingPunct="1">
              <a:lnSpc>
                <a:spcPct val="105000"/>
              </a:lnSpc>
              <a:spcBef>
                <a:spcPct val="0"/>
              </a:spcBef>
              <a:spcAft>
                <a:spcPts val="1452"/>
              </a:spcAft>
              <a:buClr>
                <a:schemeClr val="tx1"/>
              </a:buClr>
              <a:buSzTx/>
              <a:buFont typeface="Arial" panose="020B0604020202020204" pitchFamily="34" charset="0"/>
              <a:buChar char="▪"/>
              <a:defRPr lang="en-US" sz="4112" kern="1200" spc="122" baseline="0" noProof="0">
                <a:solidFill>
                  <a:srgbClr val="001E49"/>
                </a:solidFill>
                <a:latin typeface="+mj-lt"/>
                <a:ea typeface="+mn-ea"/>
                <a:cs typeface="Arial"/>
              </a:defRPr>
            </a:lvl5pPr>
          </a:lstStyle>
          <a:p>
            <a:pPr lvl="0"/>
            <a:r>
              <a:rPr lang="en-GB" err="1"/>
              <a:t>Textmasterformat</a:t>
            </a:r>
            <a:r>
              <a:rPr lang="en-GB"/>
              <a:t> </a:t>
            </a:r>
            <a:r>
              <a:rPr lang="en-GB" err="1"/>
              <a:t>bearbeiten</a:t>
            </a:r>
            <a:endParaRPr lang="en-GB"/>
          </a:p>
          <a:p>
            <a:pPr lvl="1"/>
            <a:r>
              <a:rPr lang="en-GB" err="1"/>
              <a:t>Zweite</a:t>
            </a:r>
            <a:r>
              <a:rPr lang="en-GB"/>
              <a:t> Ebene</a:t>
            </a:r>
          </a:p>
          <a:p>
            <a:pPr lvl="2"/>
            <a:r>
              <a:rPr lang="en-GB" err="1"/>
              <a:t>Dritte</a:t>
            </a:r>
            <a:r>
              <a:rPr lang="en-GB"/>
              <a:t> Ebene</a:t>
            </a:r>
          </a:p>
          <a:p>
            <a:pPr lvl="3"/>
            <a:r>
              <a:rPr lang="en-GB" err="1"/>
              <a:t>Vierte</a:t>
            </a:r>
            <a:r>
              <a:rPr lang="en-GB"/>
              <a:t> Ebene</a:t>
            </a:r>
          </a:p>
          <a:p>
            <a:pPr lvl="4"/>
            <a:r>
              <a:rPr lang="en-GB" err="1"/>
              <a:t>Fünfte</a:t>
            </a:r>
            <a:r>
              <a:rPr lang="en-GB"/>
              <a:t> Ebene</a:t>
            </a:r>
          </a:p>
        </p:txBody>
      </p:sp>
      <p:sp>
        <p:nvSpPr>
          <p:cNvPr id="20" name="Foliennummernplatzhalter 5"/>
          <p:cNvSpPr>
            <a:spLocks noGrp="1"/>
          </p:cNvSpPr>
          <p:nvPr>
            <p:ph type="sldNum" sz="quarter" idx="4"/>
          </p:nvPr>
        </p:nvSpPr>
        <p:spPr>
          <a:xfrm>
            <a:off x="23268098" y="13315866"/>
            <a:ext cx="445698" cy="360227"/>
          </a:xfrm>
          <a:prstGeom prst="rect">
            <a:avLst/>
          </a:prstGeom>
        </p:spPr>
        <p:txBody>
          <a:bodyPr vert="horz" lIns="0" tIns="45720" rIns="0" bIns="45720" rtlCol="0" anchor="ctr"/>
          <a:lstStyle>
            <a:lvl1pPr marL="0" algn="r" defTabSz="2437812" rtl="0" eaLnBrk="1" latinLnBrk="0" hangingPunct="1">
              <a:lnSpc>
                <a:spcPct val="90000"/>
              </a:lnSpc>
              <a:spcBef>
                <a:spcPts val="2000"/>
              </a:spcBef>
              <a:defRPr lang="en-US" sz="1934" kern="1200" spc="122" baseline="0" smtClean="0">
                <a:solidFill>
                  <a:srgbClr val="000000"/>
                </a:solidFill>
                <a:latin typeface="+mj-lt"/>
                <a:ea typeface="ヒラギノ角ゴ Pro W3" charset="-128"/>
                <a:cs typeface="Arial" panose="020B0604020202020204" pitchFamily="34" charset="0"/>
              </a:defRPr>
            </a:lvl1pPr>
          </a:lstStyle>
          <a:p>
            <a:r>
              <a:rPr lang="en-GB"/>
              <a:t> </a:t>
            </a:r>
            <a:fld id="{6EC39B52-EF66-4D0A-A4F8-AA76FD69AF2F}" type="slidenum">
              <a:rPr lang="en-GB" smtClean="0"/>
              <a:t>‹#›</a:t>
            </a:fld>
            <a:endParaRPr lang="en-GB"/>
          </a:p>
        </p:txBody>
      </p:sp>
    </p:spTree>
    <p:extLst>
      <p:ext uri="{BB962C8B-B14F-4D97-AF65-F5344CB8AC3E}">
        <p14:creationId xmlns:p14="http://schemas.microsoft.com/office/powerpoint/2010/main" val="1726558868"/>
      </p:ext>
    </p:extLst>
  </p:cSld>
  <p:clrMapOvr>
    <a:masterClrMapping/>
  </p:clrMapOvr>
  <p:transition>
    <p:wipe dir="r"/>
  </p:transition>
  <p:extLst>
    <p:ext uri="{DCECCB84-F9BA-43D5-87BE-67443E8EF086}">
      <p15:sldGuideLst xmlns:p15="http://schemas.microsoft.com/office/powerpoint/2012/main">
        <p15:guide id="1" orient="horz" pos="1786">
          <p15:clr>
            <a:srgbClr val="FBAE40"/>
          </p15:clr>
        </p15:guide>
        <p15:guide id="2" pos="3175">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5" name="Inhaltsplatzhalter 4"/>
          <p:cNvSpPr>
            <a:spLocks noGrp="1"/>
          </p:cNvSpPr>
          <p:nvPr>
            <p:ph sz="quarter" idx="11" hasCustomPrompt="1"/>
          </p:nvPr>
        </p:nvSpPr>
        <p:spPr bwMode="gray">
          <a:xfrm>
            <a:off x="862854" y="3018759"/>
            <a:ext cx="22658950" cy="9788978"/>
          </a:xfrm>
        </p:spPr>
        <p:txBody>
          <a:bodyPr/>
          <a:lstStyle>
            <a:lvl1pPr>
              <a:defRPr/>
            </a:lvl1pPr>
          </a:lstStyle>
          <a:p>
            <a:pPr lvl="0"/>
            <a:r>
              <a:rPr lang="en-US" noProof="0"/>
              <a:t>Click to add text. </a:t>
            </a:r>
          </a:p>
          <a:p>
            <a:pPr lvl="1"/>
            <a:r>
              <a:rPr lang="en-US" noProof="0"/>
              <a:t>Level 2</a:t>
            </a:r>
          </a:p>
          <a:p>
            <a:pPr lvl="2"/>
            <a:r>
              <a:rPr lang="en-US" noProof="0"/>
              <a:t>Level 3 </a:t>
            </a:r>
          </a:p>
          <a:p>
            <a:pPr lvl="3"/>
            <a:r>
              <a:rPr lang="en-US" noProof="0"/>
              <a:t>Level 4</a:t>
            </a:r>
          </a:p>
          <a:p>
            <a:pPr lvl="4"/>
            <a:r>
              <a:rPr lang="en-US" noProof="0"/>
              <a:t>Level 5</a:t>
            </a:r>
          </a:p>
          <a:p>
            <a:pPr lvl="5"/>
            <a:r>
              <a:rPr lang="en-US" noProof="0"/>
              <a:t>Level 6</a:t>
            </a:r>
          </a:p>
          <a:p>
            <a:pPr lvl="6"/>
            <a:r>
              <a:rPr lang="en-US" noProof="0"/>
              <a:t>Level 7</a:t>
            </a:r>
          </a:p>
          <a:p>
            <a:pPr lvl="7"/>
            <a:r>
              <a:rPr lang="en-US" noProof="0"/>
              <a:t>Level 8</a:t>
            </a:r>
          </a:p>
          <a:p>
            <a:pPr lvl="8"/>
            <a:r>
              <a:rPr lang="en-US" noProof="0"/>
              <a:t>Level 9</a:t>
            </a:r>
          </a:p>
        </p:txBody>
      </p:sp>
      <p:sp>
        <p:nvSpPr>
          <p:cNvPr id="2" name="Titel 1">
            <a:extLst>
              <a:ext uri="{FF2B5EF4-FFF2-40B4-BE49-F238E27FC236}">
                <a16:creationId xmlns:a16="http://schemas.microsoft.com/office/drawing/2014/main" id="{3BCE5391-5D9B-4056-8055-74DA37F26445}"/>
              </a:ext>
            </a:extLst>
          </p:cNvPr>
          <p:cNvSpPr>
            <a:spLocks noGrp="1"/>
          </p:cNvSpPr>
          <p:nvPr>
            <p:ph type="title" hasCustomPrompt="1"/>
          </p:nvPr>
        </p:nvSpPr>
        <p:spPr bwMode="gray"/>
        <p:txBody>
          <a:bodyPr/>
          <a:lstStyle>
            <a:lvl1pPr>
              <a:defRPr/>
            </a:lvl1pPr>
          </a:lstStyle>
          <a:p>
            <a:r>
              <a:rPr lang="en-US"/>
              <a:t>Click to add individual headline</a:t>
            </a:r>
          </a:p>
        </p:txBody>
      </p:sp>
      <p:sp>
        <p:nvSpPr>
          <p:cNvPr id="13" name="Textplatzhalter 6">
            <a:extLst>
              <a:ext uri="{FF2B5EF4-FFF2-40B4-BE49-F238E27FC236}">
                <a16:creationId xmlns:a16="http://schemas.microsoft.com/office/drawing/2014/main" id="{9359BA79-509B-4805-8E39-8D15C72BDE5D}"/>
              </a:ext>
            </a:extLst>
          </p:cNvPr>
          <p:cNvSpPr>
            <a:spLocks noGrp="1"/>
          </p:cNvSpPr>
          <p:nvPr>
            <p:ph type="body" sz="quarter" idx="12" hasCustomPrompt="1"/>
          </p:nvPr>
        </p:nvSpPr>
        <p:spPr bwMode="gray">
          <a:xfrm>
            <a:off x="862854" y="331291"/>
            <a:ext cx="20162625" cy="959810"/>
          </a:xfrm>
        </p:spPr>
        <p:txBody>
          <a:bodyPr bIns="36000" anchor="b"/>
          <a:lstStyle>
            <a:lvl1pPr marL="0" indent="0">
              <a:spcBef>
                <a:spcPts val="0"/>
              </a:spcBef>
              <a:spcAft>
                <a:spcPts val="0"/>
              </a:spcAft>
              <a:buFont typeface="Arial" panose="020B0604020202020204" pitchFamily="34" charset="0"/>
              <a:buNone/>
              <a:defRPr sz="2932" b="1">
                <a:solidFill>
                  <a:schemeClr val="tx2"/>
                </a:solidFill>
              </a:defRPr>
            </a:lvl1pPr>
            <a:lvl2pPr marL="0" indent="0">
              <a:spcBef>
                <a:spcPts val="0"/>
              </a:spcBef>
              <a:spcAft>
                <a:spcPts val="0"/>
              </a:spcAft>
              <a:buFont typeface="Arial" panose="020B0604020202020204" pitchFamily="34" charset="0"/>
              <a:buNone/>
              <a:defRPr sz="2932" b="1">
                <a:solidFill>
                  <a:schemeClr val="tx2"/>
                </a:solidFill>
              </a:defRPr>
            </a:lvl2pPr>
            <a:lvl3pPr marL="0" indent="0">
              <a:spcBef>
                <a:spcPts val="0"/>
              </a:spcBef>
              <a:spcAft>
                <a:spcPts val="0"/>
              </a:spcAft>
              <a:buFont typeface="Arial" panose="020B0604020202020204" pitchFamily="34" charset="0"/>
              <a:buNone/>
              <a:defRPr sz="2932" b="1">
                <a:solidFill>
                  <a:schemeClr val="tx2"/>
                </a:solidFill>
              </a:defRPr>
            </a:lvl3pPr>
            <a:lvl4pPr marL="0" indent="0">
              <a:spcBef>
                <a:spcPts val="0"/>
              </a:spcBef>
              <a:spcAft>
                <a:spcPts val="0"/>
              </a:spcAft>
              <a:buFont typeface="Arial" panose="020B0604020202020204" pitchFamily="34" charset="0"/>
              <a:buNone/>
              <a:defRPr sz="2932" b="1">
                <a:solidFill>
                  <a:schemeClr val="tx2"/>
                </a:solidFill>
              </a:defRPr>
            </a:lvl4pPr>
            <a:lvl5pPr marL="0" indent="0">
              <a:spcBef>
                <a:spcPts val="0"/>
              </a:spcBef>
              <a:spcAft>
                <a:spcPts val="0"/>
              </a:spcAft>
              <a:buFont typeface="Arial" panose="020B0604020202020204" pitchFamily="34" charset="0"/>
              <a:buNone/>
              <a:defRPr sz="2932" b="1">
                <a:solidFill>
                  <a:schemeClr val="tx2"/>
                </a:solidFill>
              </a:defRPr>
            </a:lvl5pPr>
            <a:lvl6pPr marL="0" indent="0">
              <a:spcBef>
                <a:spcPts val="0"/>
              </a:spcBef>
              <a:spcAft>
                <a:spcPts val="0"/>
              </a:spcAft>
              <a:buFont typeface="Arial" panose="020B0604020202020204" pitchFamily="34" charset="0"/>
              <a:buNone/>
              <a:defRPr sz="2932" b="1">
                <a:solidFill>
                  <a:schemeClr val="tx2"/>
                </a:solidFill>
              </a:defRPr>
            </a:lvl6pPr>
            <a:lvl7pPr marL="0" indent="0">
              <a:spcBef>
                <a:spcPts val="0"/>
              </a:spcBef>
              <a:spcAft>
                <a:spcPts val="0"/>
              </a:spcAft>
              <a:buFont typeface="Arial" panose="020B0604020202020204" pitchFamily="34" charset="0"/>
              <a:buNone/>
              <a:defRPr sz="2932" b="1">
                <a:solidFill>
                  <a:schemeClr val="tx2"/>
                </a:solidFill>
              </a:defRPr>
            </a:lvl7pPr>
            <a:lvl8pPr marL="0" indent="0">
              <a:spcBef>
                <a:spcPts val="0"/>
              </a:spcBef>
              <a:spcAft>
                <a:spcPts val="0"/>
              </a:spcAft>
              <a:buFont typeface="Arial" panose="020B0604020202020204" pitchFamily="34" charset="0"/>
              <a:buNone/>
              <a:defRPr sz="2932" b="1">
                <a:solidFill>
                  <a:schemeClr val="tx2"/>
                </a:solidFill>
              </a:defRPr>
            </a:lvl8pPr>
            <a:lvl9pPr marL="0" indent="0">
              <a:spcBef>
                <a:spcPts val="0"/>
              </a:spcBef>
              <a:spcAft>
                <a:spcPts val="0"/>
              </a:spcAft>
              <a:buFont typeface="Arial" panose="020B0604020202020204" pitchFamily="34" charset="0"/>
              <a:buNone/>
              <a:defRPr sz="2932" b="1">
                <a:solidFill>
                  <a:schemeClr val="tx2"/>
                </a:solidFill>
              </a:defRPr>
            </a:lvl9pPr>
          </a:lstStyle>
          <a:p>
            <a:pPr lvl="0"/>
            <a:r>
              <a:rPr lang="en-US" noProof="0"/>
              <a:t>Click to add individual topline</a:t>
            </a:r>
          </a:p>
        </p:txBody>
      </p:sp>
      <p:sp>
        <p:nvSpPr>
          <p:cNvPr id="6" name="Fußzeilenplatzhalter 5">
            <a:extLst>
              <a:ext uri="{FF2B5EF4-FFF2-40B4-BE49-F238E27FC236}">
                <a16:creationId xmlns:a16="http://schemas.microsoft.com/office/drawing/2014/main" id="{FE91CF2F-4D0E-485D-BDDA-7A554C7102FA}"/>
              </a:ext>
            </a:extLst>
          </p:cNvPr>
          <p:cNvSpPr>
            <a:spLocks noGrp="1"/>
          </p:cNvSpPr>
          <p:nvPr>
            <p:ph type="ftr" sz="quarter" idx="13"/>
          </p:nvPr>
        </p:nvSpPr>
        <p:spPr bwMode="gray"/>
        <p:txBody>
          <a:bodyPr/>
          <a:lstStyle/>
          <a:p>
            <a:r>
              <a:rPr lang="en-US"/>
              <a:t>IBM Consulting for Nestlé | IBM confidential</a:t>
            </a:r>
          </a:p>
        </p:txBody>
      </p:sp>
      <p:sp>
        <p:nvSpPr>
          <p:cNvPr id="7" name="Foliennummernplatzhalter 6">
            <a:extLst>
              <a:ext uri="{FF2B5EF4-FFF2-40B4-BE49-F238E27FC236}">
                <a16:creationId xmlns:a16="http://schemas.microsoft.com/office/drawing/2014/main" id="{0783F614-4F7D-47F6-89A3-781BC575D992}"/>
              </a:ext>
            </a:extLst>
          </p:cNvPr>
          <p:cNvSpPr>
            <a:spLocks noGrp="1"/>
          </p:cNvSpPr>
          <p:nvPr>
            <p:ph type="sldNum" sz="quarter" idx="14"/>
          </p:nvPr>
        </p:nvSpPr>
        <p:spPr bwMode="gray"/>
        <p:txBody>
          <a:bodyPr/>
          <a:lstStyle/>
          <a:p>
            <a:fld id="{0CFE154F-AAEE-43E0-998E-B1D123028953}" type="slidenum">
              <a:rPr lang="en-US" smtClean="0"/>
              <a:pPr/>
              <a:t>‹#›</a:t>
            </a:fld>
            <a:endParaRPr lang="en-US"/>
          </a:p>
        </p:txBody>
      </p:sp>
    </p:spTree>
    <p:extLst>
      <p:ext uri="{BB962C8B-B14F-4D97-AF65-F5344CB8AC3E}">
        <p14:creationId xmlns:p14="http://schemas.microsoft.com/office/powerpoint/2010/main" val="3926296154"/>
      </p:ext>
    </p:extLst>
  </p:cSld>
  <p:clrMapOvr>
    <a:masterClrMapping/>
  </p:clrMapOvr>
  <p:extLst>
    <p:ext uri="{DCECCB84-F9BA-43D5-87BE-67443E8EF086}">
      <p15:sldGuideLst xmlns:p15="http://schemas.microsoft.com/office/powerpoint/2012/main">
        <p15:guide id="1" pos="204">
          <p15:clr>
            <a:srgbClr val="FBAE40"/>
          </p15:clr>
        </p15:guide>
        <p15:guide id="2" pos="5556">
          <p15:clr>
            <a:srgbClr val="FBAE40"/>
          </p15:clr>
        </p15:guide>
        <p15:guide id="4" orient="horz" pos="713">
          <p15:clr>
            <a:srgbClr val="FBAE40"/>
          </p15:clr>
        </p15:guide>
        <p15:guide id="5" orient="horz" pos="302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0C6EE2-9939-13EE-9698-131DC1D57374}"/>
              </a:ext>
            </a:extLst>
          </p:cNvPr>
          <p:cNvSpPr/>
          <p:nvPr userDrawn="1"/>
        </p:nvSpPr>
        <p:spPr bwMode="auto">
          <a:xfrm>
            <a:off x="0" y="13614402"/>
            <a:ext cx="24397072" cy="101600"/>
          </a:xfrm>
          <a:prstGeom prst="rect">
            <a:avLst/>
          </a:prstGeom>
          <a:gradFill>
            <a:gsLst>
              <a:gs pos="0">
                <a:srgbClr val="FFC100"/>
              </a:gs>
              <a:gs pos="100000">
                <a:srgbClr val="FF585D"/>
              </a:gs>
            </a:gsLst>
            <a:lin ang="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marL="0" marR="0" indent="0" algn="l" defTabSz="1828800" rtl="0" eaLnBrk="1" fontAlgn="base" latinLnBrk="0" hangingPunct="1">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latin typeface="+mn-lt"/>
            </a:endParaRPr>
          </a:p>
        </p:txBody>
      </p:sp>
      <p:sp>
        <p:nvSpPr>
          <p:cNvPr id="7" name="TextBox 6">
            <a:extLst>
              <a:ext uri="{FF2B5EF4-FFF2-40B4-BE49-F238E27FC236}">
                <a16:creationId xmlns:a16="http://schemas.microsoft.com/office/drawing/2014/main" id="{30BC9AAE-9434-3612-FA29-EA8ACFF46888}"/>
              </a:ext>
            </a:extLst>
          </p:cNvPr>
          <p:cNvSpPr txBox="1"/>
          <p:nvPr userDrawn="1"/>
        </p:nvSpPr>
        <p:spPr>
          <a:xfrm>
            <a:off x="766064" y="13119793"/>
            <a:ext cx="758135" cy="365086"/>
          </a:xfrm>
          <a:prstGeom prst="rect">
            <a:avLst/>
          </a:prstGeom>
          <a:noFill/>
        </p:spPr>
        <p:txBody>
          <a:bodyPr wrap="square" lIns="0" tIns="0" rIns="0" bIns="0" rtlCol="0">
            <a:noAutofit/>
          </a:bodyPr>
          <a:lstStyle/>
          <a:p>
            <a:pPr algn="l">
              <a:lnSpc>
                <a:spcPct val="110000"/>
              </a:lnSpc>
              <a:spcBef>
                <a:spcPts val="3000"/>
              </a:spcBef>
            </a:pPr>
            <a:fld id="{5703191B-A4A8-4141-A229-4AAA1EA5695E}" type="slidenum">
              <a:rPr lang="en-US" sz="1800" b="0" i="0" smtClean="0">
                <a:solidFill>
                  <a:schemeClr val="tx1"/>
                </a:solidFill>
                <a:latin typeface="IBM Plex Sans Medm" panose="020B0503050203000203" pitchFamily="34" charset="0"/>
                <a:ea typeface="IBM Plex Sans" charset="0"/>
                <a:cs typeface="IBM Plex Sans" charset="0"/>
              </a:rPr>
              <a:pPr algn="l">
                <a:lnSpc>
                  <a:spcPct val="110000"/>
                </a:lnSpc>
                <a:spcBef>
                  <a:spcPts val="3000"/>
                </a:spcBef>
              </a:pPr>
              <a:t>‹#›</a:t>
            </a:fld>
            <a:endParaRPr lang="en-US" sz="1800" b="0" i="0">
              <a:solidFill>
                <a:schemeClr val="tx1"/>
              </a:solidFill>
              <a:latin typeface="IBM Plex Sans Medm" panose="020B0503050203000203" pitchFamily="34" charset="0"/>
              <a:ea typeface="IBM Plex Sans" charset="0"/>
              <a:cs typeface="IBM Plex Sans" charset="0"/>
            </a:endParaRPr>
          </a:p>
        </p:txBody>
      </p:sp>
      <p:sp>
        <p:nvSpPr>
          <p:cNvPr id="9" name="Footer Placeholder 3">
            <a:extLst>
              <a:ext uri="{FF2B5EF4-FFF2-40B4-BE49-F238E27FC236}">
                <a16:creationId xmlns:a16="http://schemas.microsoft.com/office/drawing/2014/main" id="{981E2FD6-B245-396B-DB6A-8A5473D95882}"/>
              </a:ext>
            </a:extLst>
          </p:cNvPr>
          <p:cNvSpPr txBox="1">
            <a:spLocks/>
          </p:cNvSpPr>
          <p:nvPr userDrawn="1"/>
        </p:nvSpPr>
        <p:spPr>
          <a:xfrm>
            <a:off x="1524198" y="13119793"/>
            <a:ext cx="3807856"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4" b="0" i="0">
                <a:solidFill>
                  <a:srgbClr val="525252"/>
                </a:solidFill>
                <a:latin typeface="IBM Plex Sans Light" panose="020B0403050203000203" pitchFamily="34" charset="0"/>
                <a:ea typeface="IBM Plex Sans" charset="0"/>
                <a:cs typeface="IBM Plex Sans" charset="0"/>
              </a:rPr>
              <a:t>IBM Consulting  |  </a:t>
            </a:r>
            <a:r>
              <a:rPr lang="en-US" sz="1334" b="0" i="0">
                <a:solidFill>
                  <a:srgbClr val="525252"/>
                </a:solidFill>
                <a:latin typeface="+mn-lt"/>
                <a:ea typeface="IBM Plex Sans" charset="0"/>
                <a:cs typeface="IBM Plex Sans" charset="0"/>
              </a:rPr>
              <a:t>©2025 IBM Corporation</a:t>
            </a:r>
            <a:r>
              <a:rPr lang="en-US" sz="1334" b="0" i="0">
                <a:solidFill>
                  <a:srgbClr val="525252"/>
                </a:solidFill>
                <a:latin typeface="IBM Plex Sans Light" panose="020B0403050203000203" pitchFamily="34" charset="0"/>
                <a:ea typeface="IBM Plex Sans" charset="0"/>
                <a:cs typeface="IBM Plex Sans" charset="0"/>
              </a:rPr>
              <a:t>  </a:t>
            </a:r>
          </a:p>
        </p:txBody>
      </p:sp>
      <p:pic>
        <p:nvPicPr>
          <p:cNvPr id="11" name="Picture 10">
            <a:extLst>
              <a:ext uri="{FF2B5EF4-FFF2-40B4-BE49-F238E27FC236}">
                <a16:creationId xmlns:a16="http://schemas.microsoft.com/office/drawing/2014/main" id="{D07FF1BC-32C9-4B25-5C99-FEAF456754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742570" y="13064352"/>
            <a:ext cx="943653" cy="381000"/>
          </a:xfrm>
          <a:prstGeom prst="rect">
            <a:avLst/>
          </a:prstGeom>
        </p:spPr>
      </p:pic>
      <p:sp>
        <p:nvSpPr>
          <p:cNvPr id="17" name="Text Placeholder">
            <a:extLst>
              <a:ext uri="{FF2B5EF4-FFF2-40B4-BE49-F238E27FC236}">
                <a16:creationId xmlns:a16="http://schemas.microsoft.com/office/drawing/2014/main" id="{9142E164-503C-63E2-750D-B2C5D74D0246}"/>
              </a:ext>
            </a:extLst>
          </p:cNvPr>
          <p:cNvSpPr>
            <a:spLocks noGrp="1"/>
          </p:cNvSpPr>
          <p:nvPr>
            <p:ph idx="1" hasCustomPrompt="1"/>
          </p:nvPr>
        </p:nvSpPr>
        <p:spPr>
          <a:xfrm>
            <a:off x="762094" y="2985815"/>
            <a:ext cx="22858550" cy="9892858"/>
          </a:xfrm>
          <a:prstGeom prst="rect">
            <a:avLst/>
          </a:prstGeom>
        </p:spPr>
        <p:txBody>
          <a:bodyPr vert="horz" lIns="0" tIns="0" rIns="0" bIns="0" rtlCol="0">
            <a:noAutofit/>
          </a:bodyPr>
          <a:lstStyle>
            <a:lvl1pPr>
              <a:defRPr sz="2800"/>
            </a:lvl1pPr>
          </a:lstStyle>
          <a:p>
            <a:pPr lvl="0"/>
            <a:r>
              <a:rPr lang="en-US"/>
              <a:t>Click to edit Master text styles</a:t>
            </a:r>
          </a:p>
        </p:txBody>
      </p:sp>
      <p:sp>
        <p:nvSpPr>
          <p:cNvPr id="23" name="Title">
            <a:extLst>
              <a:ext uri="{FF2B5EF4-FFF2-40B4-BE49-F238E27FC236}">
                <a16:creationId xmlns:a16="http://schemas.microsoft.com/office/drawing/2014/main" id="{0B4024D3-AC92-ACA9-EF36-2C7F89704566}"/>
              </a:ext>
            </a:extLst>
          </p:cNvPr>
          <p:cNvSpPr>
            <a:spLocks noGrp="1"/>
          </p:cNvSpPr>
          <p:nvPr>
            <p:ph type="title"/>
          </p:nvPr>
        </p:nvSpPr>
        <p:spPr>
          <a:xfrm>
            <a:off x="762097" y="867100"/>
            <a:ext cx="22859804" cy="1192924"/>
          </a:xfrm>
        </p:spPr>
        <p:txBody>
          <a:bodyPr/>
          <a:lstStyle>
            <a:lvl1pPr algn="l" rtl="0" eaLnBrk="1" fontAlgn="base" hangingPunct="1">
              <a:lnSpc>
                <a:spcPct val="100000"/>
              </a:lnSpc>
              <a:spcBef>
                <a:spcPct val="0"/>
              </a:spcBef>
              <a:spcAft>
                <a:spcPct val="0"/>
              </a:spcAft>
              <a:defRPr lang="en-US" sz="6800" b="1" i="0" dirty="0">
                <a:solidFill>
                  <a:srgbClr val="0043CE"/>
                </a:solidFill>
                <a:latin typeface="IBM Plex Sans" panose="020B0503050203000203" pitchFamily="34" charset="0"/>
                <a:ea typeface="IBM Plex Sans Light" panose="020B0403050203000203" pitchFamily="34" charset="0"/>
                <a:cs typeface="IBM Plex Sans Light" panose="020B0403050203000203" pitchFamily="34" charset="0"/>
              </a:defRPr>
            </a:lvl1pPr>
          </a:lstStyle>
          <a:p>
            <a:r>
              <a:rPr lang="en-US"/>
              <a:t>Click to edit</a:t>
            </a:r>
          </a:p>
        </p:txBody>
      </p:sp>
      <p:sp>
        <p:nvSpPr>
          <p:cNvPr id="24" name="Text Placeholder 15">
            <a:extLst>
              <a:ext uri="{FF2B5EF4-FFF2-40B4-BE49-F238E27FC236}">
                <a16:creationId xmlns:a16="http://schemas.microsoft.com/office/drawing/2014/main" id="{F00581E8-DD7B-3C1E-70E3-8AE5CBFD4F1F}"/>
              </a:ext>
            </a:extLst>
          </p:cNvPr>
          <p:cNvSpPr>
            <a:spLocks noGrp="1"/>
          </p:cNvSpPr>
          <p:nvPr>
            <p:ph type="body" sz="quarter" idx="10" hasCustomPrompt="1"/>
          </p:nvPr>
        </p:nvSpPr>
        <p:spPr>
          <a:xfrm>
            <a:off x="762100" y="2144993"/>
            <a:ext cx="22858550" cy="711298"/>
          </a:xfrm>
        </p:spPr>
        <p:txBody>
          <a:bodyPr/>
          <a:lstStyle>
            <a:lvl1pPr>
              <a:lnSpc>
                <a:spcPct val="100000"/>
              </a:lnSpc>
              <a:defRPr sz="3600" b="1"/>
            </a:lvl1pPr>
          </a:lstStyle>
          <a:p>
            <a:pPr lvl="0"/>
            <a:r>
              <a:rPr lang="en-GB"/>
              <a:t>Add Subtitle Here</a:t>
            </a:r>
          </a:p>
        </p:txBody>
      </p:sp>
      <p:sp>
        <p:nvSpPr>
          <p:cNvPr id="28" name="Text Placeholder 7">
            <a:extLst>
              <a:ext uri="{FF2B5EF4-FFF2-40B4-BE49-F238E27FC236}">
                <a16:creationId xmlns:a16="http://schemas.microsoft.com/office/drawing/2014/main" id="{B95380FE-2E92-5557-4CA2-259086052560}"/>
              </a:ext>
            </a:extLst>
          </p:cNvPr>
          <p:cNvSpPr>
            <a:spLocks noGrp="1"/>
          </p:cNvSpPr>
          <p:nvPr>
            <p:ph type="body" sz="quarter" idx="18" hasCustomPrompt="1"/>
          </p:nvPr>
        </p:nvSpPr>
        <p:spPr>
          <a:xfrm>
            <a:off x="762102" y="304803"/>
            <a:ext cx="4569953" cy="457198"/>
          </a:xfrm>
        </p:spPr>
        <p:txBody>
          <a:bodyPr lIns="0" tIns="0" rIns="0" bIns="0">
            <a:noAutofit/>
          </a:bodyPr>
          <a:lstStyle>
            <a:lvl1pPr marL="0" indent="0">
              <a:lnSpc>
                <a:spcPct val="100000"/>
              </a:lnSpc>
              <a:spcBef>
                <a:spcPts val="0"/>
              </a:spcBef>
              <a:spcAft>
                <a:spcPts val="2334"/>
              </a:spcAft>
              <a:buNone/>
              <a:defRPr sz="2100" b="0" i="0">
                <a:solidFill>
                  <a:srgbClr val="6F6F6F"/>
                </a:solidFill>
                <a:latin typeface="IBM Plex Sans Medm" panose="020B0503050203000203" pitchFamily="34" charset="0"/>
              </a:defRPr>
            </a:lvl1pPr>
            <a:lvl2pPr>
              <a:defRPr sz="1334" b="0" i="0">
                <a:latin typeface="IBM Plex Sans Medm" panose="020B0503050203000203" pitchFamily="34" charset="0"/>
              </a:defRPr>
            </a:lvl2pPr>
            <a:lvl3pPr>
              <a:defRPr sz="1334" b="0" i="0">
                <a:latin typeface="IBM Plex Sans Medm" panose="020B0503050203000203" pitchFamily="34" charset="0"/>
              </a:defRPr>
            </a:lvl3pPr>
            <a:lvl4pPr>
              <a:defRPr sz="1334" b="0" i="0">
                <a:latin typeface="IBM Plex Sans Medm" panose="020B0503050203000203" pitchFamily="34" charset="0"/>
              </a:defRPr>
            </a:lvl4pPr>
            <a:lvl5pPr>
              <a:defRPr sz="1334" b="0" i="0">
                <a:latin typeface="IBM Plex Sans Medm" panose="020B0503050203000203" pitchFamily="34" charset="0"/>
              </a:defRPr>
            </a:lvl5pPr>
          </a:lstStyle>
          <a:p>
            <a:pPr lvl="0"/>
            <a:r>
              <a:rPr lang="en-US"/>
              <a:t>Click to edit optional section header </a:t>
            </a:r>
          </a:p>
        </p:txBody>
      </p:sp>
      <p:pic>
        <p:nvPicPr>
          <p:cNvPr id="3" name="Picture 2">
            <a:extLst>
              <a:ext uri="{FF2B5EF4-FFF2-40B4-BE49-F238E27FC236}">
                <a16:creationId xmlns:a16="http://schemas.microsoft.com/office/drawing/2014/main" id="{1AC9E4F4-7B3E-E987-926F-B4E64CAC1C5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9458580" y="13008196"/>
            <a:ext cx="2902444" cy="472200"/>
          </a:xfrm>
          <a:prstGeom prst="rect">
            <a:avLst/>
          </a:prstGeom>
        </p:spPr>
      </p:pic>
    </p:spTree>
    <p:extLst>
      <p:ext uri="{BB962C8B-B14F-4D97-AF65-F5344CB8AC3E}">
        <p14:creationId xmlns:p14="http://schemas.microsoft.com/office/powerpoint/2010/main" val="20317074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3"/>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R="0" lvl="0" indent="0" defTabSz="1828618"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19"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0" y="2568315"/>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1" y="2029646"/>
            <a:ext cx="10625877" cy="1077328"/>
          </a:xfrm>
        </p:spPr>
        <p:txBody>
          <a:bodyPr anchor="t">
            <a:noAutofit/>
          </a:bodyPr>
          <a:lstStyle>
            <a:lvl1pPr>
              <a:defRPr sz="6400"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1" y="13099640"/>
            <a:ext cx="425133" cy="307776"/>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4"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1" y="4050794"/>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38" y="5420028"/>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6" y="6782266"/>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2" y="13144499"/>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225780"/>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5_Content">
    <p:spTree>
      <p:nvGrpSpPr>
        <p:cNvPr id="1" name=""/>
        <p:cNvGrpSpPr/>
        <p:nvPr/>
      </p:nvGrpSpPr>
      <p:grpSpPr>
        <a:xfrm>
          <a:off x="0" y="0"/>
          <a:ext cx="0" cy="0"/>
          <a:chOff x="0" y="0"/>
          <a:chExt cx="0" cy="0"/>
        </a:xfrm>
      </p:grpSpPr>
      <p:sp>
        <p:nvSpPr>
          <p:cNvPr id="4" name="Black rectangle">
            <a:extLst>
              <a:ext uri="{FF2B5EF4-FFF2-40B4-BE49-F238E27FC236}">
                <a16:creationId xmlns:a16="http://schemas.microsoft.com/office/drawing/2014/main" id="{8805344B-1AC6-8BF2-B78C-47BF5B043073}"/>
              </a:ext>
              <a:ext uri="{C183D7F6-B498-43B3-948B-1728B52AA6E4}">
                <adec:decorative xmlns:adec="http://schemas.microsoft.com/office/drawing/2017/decorative" val="1"/>
              </a:ext>
            </a:extLst>
          </p:cNvPr>
          <p:cNvSpPr/>
          <p:nvPr userDrawn="1"/>
        </p:nvSpPr>
        <p:spPr>
          <a:xfrm>
            <a:off x="1" y="0"/>
            <a:ext cx="5797121" cy="13716000"/>
          </a:xfrm>
          <a:prstGeom prst="rect">
            <a:avLst/>
          </a:prstGeom>
          <a:solidFill>
            <a:srgbClr val="F4F4F4"/>
          </a:solidFill>
        </p:spPr>
        <p:txBody>
          <a:bodyPr wrap="square" lIns="0" tIns="0" rIns="0" bIns="0" rtlCol="0" anchor="ctr">
            <a:noAutofit/>
          </a:bodyPr>
          <a:lstStyle/>
          <a:p>
            <a:pPr marL="0" marR="0" lvl="0" indent="0" algn="ctr" defTabSz="18288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000000"/>
              </a:solidFill>
              <a:effectLst/>
              <a:uLnTx/>
              <a:uFillTx/>
              <a:cs typeface="IBM Plex Sans Light"/>
            </a:endParaRPr>
          </a:p>
        </p:txBody>
      </p:sp>
      <p:sp>
        <p:nvSpPr>
          <p:cNvPr id="12" name="Title">
            <a:extLst>
              <a:ext uri="{FF2B5EF4-FFF2-40B4-BE49-F238E27FC236}">
                <a16:creationId xmlns:a16="http://schemas.microsoft.com/office/drawing/2014/main" id="{C008C15D-C6EE-D94C-AED9-A77F48974D34}"/>
              </a:ext>
            </a:extLst>
          </p:cNvPr>
          <p:cNvSpPr>
            <a:spLocks noGrp="1"/>
          </p:cNvSpPr>
          <p:nvPr>
            <p:ph type="title"/>
          </p:nvPr>
        </p:nvSpPr>
        <p:spPr>
          <a:xfrm>
            <a:off x="762099" y="867099"/>
            <a:ext cx="4569955" cy="2190938"/>
          </a:xfrm>
        </p:spPr>
        <p:txBody>
          <a:bodyPr/>
          <a:lstStyle>
            <a:lvl1pPr algn="l" rtl="0" eaLnBrk="1" fontAlgn="base" hangingPunct="1">
              <a:lnSpc>
                <a:spcPct val="100000"/>
              </a:lnSpc>
              <a:spcBef>
                <a:spcPct val="0"/>
              </a:spcBef>
              <a:spcAft>
                <a:spcPct val="0"/>
              </a:spcAft>
              <a:defRPr lang="en-US" sz="6800" b="1" i="0" dirty="0">
                <a:solidFill>
                  <a:srgbClr val="0043CE"/>
                </a:solidFill>
                <a:latin typeface="IBM Plex Sans" panose="020B0503050203000203" pitchFamily="34" charset="0"/>
                <a:ea typeface="IBM Plex Sans Light" panose="020B0403050203000203" pitchFamily="34" charset="0"/>
                <a:cs typeface="IBM Plex Sans Light" panose="020B0403050203000203" pitchFamily="34" charset="0"/>
              </a:defRPr>
            </a:lvl1pPr>
          </a:lstStyle>
          <a:p>
            <a:r>
              <a:rPr lang="en-US"/>
              <a:t>Click to edit</a:t>
            </a:r>
          </a:p>
        </p:txBody>
      </p:sp>
      <p:sp>
        <p:nvSpPr>
          <p:cNvPr id="2" name="Rectangle 1">
            <a:extLst>
              <a:ext uri="{FF2B5EF4-FFF2-40B4-BE49-F238E27FC236}">
                <a16:creationId xmlns:a16="http://schemas.microsoft.com/office/drawing/2014/main" id="{250C6EE2-9939-13EE-9698-131DC1D57374}"/>
              </a:ext>
            </a:extLst>
          </p:cNvPr>
          <p:cNvSpPr/>
          <p:nvPr userDrawn="1"/>
        </p:nvSpPr>
        <p:spPr bwMode="auto">
          <a:xfrm>
            <a:off x="0" y="13614402"/>
            <a:ext cx="24397072" cy="101600"/>
          </a:xfrm>
          <a:prstGeom prst="rect">
            <a:avLst/>
          </a:prstGeom>
          <a:gradFill>
            <a:gsLst>
              <a:gs pos="0">
                <a:srgbClr val="FFC100"/>
              </a:gs>
              <a:gs pos="100000">
                <a:srgbClr val="FF585D"/>
              </a:gs>
            </a:gsLst>
            <a:lin ang="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7" name="TextBox 6">
            <a:extLst>
              <a:ext uri="{FF2B5EF4-FFF2-40B4-BE49-F238E27FC236}">
                <a16:creationId xmlns:a16="http://schemas.microsoft.com/office/drawing/2014/main" id="{30BC9AAE-9434-3612-FA29-EA8ACFF46888}"/>
              </a:ext>
            </a:extLst>
          </p:cNvPr>
          <p:cNvSpPr txBox="1"/>
          <p:nvPr userDrawn="1"/>
        </p:nvSpPr>
        <p:spPr>
          <a:xfrm>
            <a:off x="766064" y="13119793"/>
            <a:ext cx="758135" cy="365086"/>
          </a:xfrm>
          <a:prstGeom prst="rect">
            <a:avLst/>
          </a:prstGeom>
          <a:noFill/>
        </p:spPr>
        <p:txBody>
          <a:bodyPr wrap="square" lIns="0" tIns="0" rIns="0" bIns="0" rtlCol="0">
            <a:noAutofit/>
          </a:bodyPr>
          <a:lstStyle/>
          <a:p>
            <a:pPr algn="l">
              <a:lnSpc>
                <a:spcPct val="110000"/>
              </a:lnSpc>
              <a:spcBef>
                <a:spcPts val="3000"/>
              </a:spcBef>
            </a:pPr>
            <a:fld id="{5703191B-A4A8-4141-A229-4AAA1EA5695E}" type="slidenum">
              <a:rPr lang="en-US" sz="1800" b="0" i="0" smtClean="0">
                <a:solidFill>
                  <a:schemeClr val="tx1"/>
                </a:solidFill>
                <a:latin typeface="IBM Plex Sans Medm" panose="020B0503050203000203" pitchFamily="34" charset="0"/>
                <a:ea typeface="IBM Plex Sans" charset="0"/>
                <a:cs typeface="IBM Plex Sans" charset="0"/>
              </a:rPr>
              <a:pPr algn="l">
                <a:lnSpc>
                  <a:spcPct val="110000"/>
                </a:lnSpc>
                <a:spcBef>
                  <a:spcPts val="3000"/>
                </a:spcBef>
              </a:pPr>
              <a:t>‹#›</a:t>
            </a:fld>
            <a:endParaRPr lang="en-US" sz="1800" b="0" i="0">
              <a:solidFill>
                <a:schemeClr val="tx1"/>
              </a:solidFill>
              <a:latin typeface="IBM Plex Sans Medm" panose="020B0503050203000203" pitchFamily="34" charset="0"/>
              <a:ea typeface="IBM Plex Sans" charset="0"/>
              <a:cs typeface="IBM Plex Sans" charset="0"/>
            </a:endParaRPr>
          </a:p>
        </p:txBody>
      </p:sp>
      <p:sp>
        <p:nvSpPr>
          <p:cNvPr id="9" name="Footer Placeholder 3">
            <a:extLst>
              <a:ext uri="{FF2B5EF4-FFF2-40B4-BE49-F238E27FC236}">
                <a16:creationId xmlns:a16="http://schemas.microsoft.com/office/drawing/2014/main" id="{981E2FD6-B245-396B-DB6A-8A5473D95882}"/>
              </a:ext>
            </a:extLst>
          </p:cNvPr>
          <p:cNvSpPr txBox="1">
            <a:spLocks/>
          </p:cNvSpPr>
          <p:nvPr userDrawn="1"/>
        </p:nvSpPr>
        <p:spPr>
          <a:xfrm>
            <a:off x="1524198" y="13119793"/>
            <a:ext cx="3807856"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4" b="0" i="0">
                <a:solidFill>
                  <a:srgbClr val="525252"/>
                </a:solidFill>
                <a:latin typeface="IBM Plex Sans Light" panose="020B0403050203000203" pitchFamily="34" charset="0"/>
                <a:ea typeface="IBM Plex Sans" charset="0"/>
                <a:cs typeface="IBM Plex Sans" charset="0"/>
              </a:rPr>
              <a:t>IBM Consulting  |  </a:t>
            </a:r>
            <a:r>
              <a:rPr lang="en-US" sz="1334" b="0" i="0">
                <a:solidFill>
                  <a:srgbClr val="525252"/>
                </a:solidFill>
                <a:latin typeface="+mn-lt"/>
                <a:ea typeface="IBM Plex Sans" charset="0"/>
                <a:cs typeface="IBM Plex Sans" charset="0"/>
              </a:rPr>
              <a:t>©2025 IBM Corporation</a:t>
            </a:r>
            <a:r>
              <a:rPr lang="en-US" sz="1334" b="0" i="0">
                <a:solidFill>
                  <a:srgbClr val="525252"/>
                </a:solidFill>
                <a:latin typeface="IBM Plex Sans Light" panose="020B0403050203000203" pitchFamily="34" charset="0"/>
                <a:ea typeface="IBM Plex Sans" charset="0"/>
                <a:cs typeface="IBM Plex Sans" charset="0"/>
              </a:rPr>
              <a:t>  </a:t>
            </a:r>
          </a:p>
        </p:txBody>
      </p:sp>
      <p:sp>
        <p:nvSpPr>
          <p:cNvPr id="16" name="Text Placeholder 15">
            <a:extLst>
              <a:ext uri="{FF2B5EF4-FFF2-40B4-BE49-F238E27FC236}">
                <a16:creationId xmlns:a16="http://schemas.microsoft.com/office/drawing/2014/main" id="{795F4D14-56A3-CB27-62DE-A1C65846535A}"/>
              </a:ext>
            </a:extLst>
          </p:cNvPr>
          <p:cNvSpPr>
            <a:spLocks noGrp="1"/>
          </p:cNvSpPr>
          <p:nvPr>
            <p:ph type="body" sz="quarter" idx="10" hasCustomPrompt="1"/>
          </p:nvPr>
        </p:nvSpPr>
        <p:spPr>
          <a:xfrm>
            <a:off x="762101" y="3337297"/>
            <a:ext cx="4569955" cy="1390838"/>
          </a:xfrm>
        </p:spPr>
        <p:txBody>
          <a:bodyPr/>
          <a:lstStyle>
            <a:lvl1pPr>
              <a:lnSpc>
                <a:spcPct val="100000"/>
              </a:lnSpc>
              <a:defRPr sz="3200" b="1"/>
            </a:lvl1pPr>
          </a:lstStyle>
          <a:p>
            <a:pPr lvl="0"/>
            <a:r>
              <a:rPr lang="en-GB"/>
              <a:t>Add Subtitle Here</a:t>
            </a:r>
          </a:p>
        </p:txBody>
      </p:sp>
      <p:sp>
        <p:nvSpPr>
          <p:cNvPr id="5" name="Text Placeholder 7">
            <a:extLst>
              <a:ext uri="{FF2B5EF4-FFF2-40B4-BE49-F238E27FC236}">
                <a16:creationId xmlns:a16="http://schemas.microsoft.com/office/drawing/2014/main" id="{C94A2A6C-274C-FAE7-DBEF-093A594227BB}"/>
              </a:ext>
            </a:extLst>
          </p:cNvPr>
          <p:cNvSpPr>
            <a:spLocks noGrp="1"/>
          </p:cNvSpPr>
          <p:nvPr>
            <p:ph type="body" sz="quarter" idx="18" hasCustomPrompt="1"/>
          </p:nvPr>
        </p:nvSpPr>
        <p:spPr>
          <a:xfrm>
            <a:off x="762102" y="304803"/>
            <a:ext cx="4569953" cy="457198"/>
          </a:xfrm>
        </p:spPr>
        <p:txBody>
          <a:bodyPr lIns="0" tIns="0" rIns="0" bIns="0">
            <a:noAutofit/>
          </a:bodyPr>
          <a:lstStyle>
            <a:lvl1pPr marL="0" indent="0">
              <a:lnSpc>
                <a:spcPct val="100000"/>
              </a:lnSpc>
              <a:spcBef>
                <a:spcPts val="0"/>
              </a:spcBef>
              <a:spcAft>
                <a:spcPts val="2334"/>
              </a:spcAft>
              <a:buNone/>
              <a:defRPr sz="2100" b="0" i="0">
                <a:solidFill>
                  <a:srgbClr val="6F6F6F"/>
                </a:solidFill>
                <a:latin typeface="IBM Plex Sans Medm" panose="020B0503050203000203" pitchFamily="34" charset="0"/>
              </a:defRPr>
            </a:lvl1pPr>
            <a:lvl2pPr>
              <a:defRPr sz="1334" b="0" i="0">
                <a:latin typeface="IBM Plex Sans Medm" panose="020B0503050203000203" pitchFamily="34" charset="0"/>
              </a:defRPr>
            </a:lvl2pPr>
            <a:lvl3pPr>
              <a:defRPr sz="1334" b="0" i="0">
                <a:latin typeface="IBM Plex Sans Medm" panose="020B0503050203000203" pitchFamily="34" charset="0"/>
              </a:defRPr>
            </a:lvl3pPr>
            <a:lvl4pPr>
              <a:defRPr sz="1334" b="0" i="0">
                <a:latin typeface="IBM Plex Sans Medm" panose="020B0503050203000203" pitchFamily="34" charset="0"/>
              </a:defRPr>
            </a:lvl4pPr>
            <a:lvl5pPr>
              <a:defRPr sz="1334" b="0" i="0">
                <a:latin typeface="IBM Plex Sans Medm" panose="020B0503050203000203" pitchFamily="34" charset="0"/>
              </a:defRPr>
            </a:lvl5pPr>
          </a:lstStyle>
          <a:p>
            <a:pPr lvl="0"/>
            <a:r>
              <a:rPr lang="en-US"/>
              <a:t>Click to edit optional section header </a:t>
            </a:r>
          </a:p>
        </p:txBody>
      </p:sp>
      <p:pic>
        <p:nvPicPr>
          <p:cNvPr id="6" name="Picture 5">
            <a:extLst>
              <a:ext uri="{FF2B5EF4-FFF2-40B4-BE49-F238E27FC236}">
                <a16:creationId xmlns:a16="http://schemas.microsoft.com/office/drawing/2014/main" id="{A624D338-4CD0-B73D-2D65-3CC498DF60A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742570" y="13064352"/>
            <a:ext cx="943653" cy="381000"/>
          </a:xfrm>
          <a:prstGeom prst="rect">
            <a:avLst/>
          </a:prstGeom>
        </p:spPr>
      </p:pic>
      <p:sp>
        <p:nvSpPr>
          <p:cNvPr id="3" name="Content Placeholder 4">
            <a:extLst>
              <a:ext uri="{FF2B5EF4-FFF2-40B4-BE49-F238E27FC236}">
                <a16:creationId xmlns:a16="http://schemas.microsoft.com/office/drawing/2014/main" id="{AECED77E-0974-92F4-D1A0-D03C582BFEEF}"/>
              </a:ext>
            </a:extLst>
          </p:cNvPr>
          <p:cNvSpPr>
            <a:spLocks noGrp="1"/>
          </p:cNvSpPr>
          <p:nvPr>
            <p:ph sz="quarter" idx="21"/>
          </p:nvPr>
        </p:nvSpPr>
        <p:spPr>
          <a:xfrm>
            <a:off x="6302384" y="740550"/>
            <a:ext cx="17589428" cy="12133304"/>
          </a:xfrm>
          <a:noFill/>
        </p:spPr>
        <p:txBody>
          <a:bodyPr lIns="228600" tIns="457200" rIns="4572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A8B8E74D-7CC2-7893-CEB3-1EC642CAEB3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9458580" y="13008196"/>
            <a:ext cx="2902444" cy="472200"/>
          </a:xfrm>
          <a:prstGeom prst="rect">
            <a:avLst/>
          </a:prstGeom>
        </p:spPr>
      </p:pic>
    </p:spTree>
    <p:extLst>
      <p:ext uri="{BB962C8B-B14F-4D97-AF65-F5344CB8AC3E}">
        <p14:creationId xmlns:p14="http://schemas.microsoft.com/office/powerpoint/2010/main" val="247602294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001381"/>
            <a:ext cx="23236427" cy="1125138"/>
          </a:xfrm>
        </p:spPr>
        <p:txBody>
          <a:bodyPr/>
          <a:lstStyle>
            <a:lvl1pPr>
              <a:lnSpc>
                <a:spcPct val="110000"/>
              </a:lnSpc>
              <a:defRPr sz="4400" b="1">
                <a:solidFill>
                  <a:schemeClr val="tx2"/>
                </a:solidFill>
              </a:defRPr>
            </a:lvl1pPr>
          </a:lstStyle>
          <a:p>
            <a:r>
              <a:rPr lang="de-DE"/>
              <a:t>Mastertitelformat bearbeiten</a:t>
            </a:r>
            <a:endParaRPr lang="en-US"/>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16948338" y="12804060"/>
            <a:ext cx="6321093" cy="381000"/>
          </a:xfrm>
        </p:spPr>
        <p:txBody>
          <a:bodyPr/>
          <a:lstStyle/>
          <a:p>
            <a:r>
              <a:rPr lang="en-US" b="1">
                <a:solidFill>
                  <a:srgbClr val="000000"/>
                </a:solidFill>
              </a:rPr>
              <a:t>IBM Consulting for Nestlé | IBM confidential</a:t>
            </a:r>
            <a:endParaRPr lang="en-US">
              <a:solidFill>
                <a:srgbClr val="000000"/>
              </a:solidFill>
            </a:endParaRP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3" y="12938839"/>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5" name="Textplatzhalter 14">
            <a:extLst>
              <a:ext uri="{FF2B5EF4-FFF2-40B4-BE49-F238E27FC236}">
                <a16:creationId xmlns:a16="http://schemas.microsoft.com/office/drawing/2014/main" id="{15B3F004-AECF-BCF7-C084-CE4CA605BF8F}"/>
              </a:ext>
            </a:extLst>
          </p:cNvPr>
          <p:cNvSpPr>
            <a:spLocks noGrp="1"/>
          </p:cNvSpPr>
          <p:nvPr>
            <p:ph type="body" sz="quarter" idx="19"/>
          </p:nvPr>
        </p:nvSpPr>
        <p:spPr>
          <a:xfrm>
            <a:off x="568324" y="231776"/>
            <a:ext cx="20992657" cy="567100"/>
          </a:xfrm>
        </p:spPr>
        <p:txBody>
          <a:bodyPr/>
          <a:lstStyle>
            <a:lvl1pPr>
              <a:defRPr sz="3200">
                <a:solidFill>
                  <a:schemeClr val="accent1"/>
                </a:solidFill>
              </a:defRPr>
            </a:lvl1pPr>
          </a:lstStyle>
          <a:p>
            <a:pPr lvl="0"/>
            <a:r>
              <a:rPr lang="de-DE"/>
              <a:t>Mastertextformat</a:t>
            </a:r>
            <a:endParaRPr lang="en-DE"/>
          </a:p>
        </p:txBody>
      </p:sp>
      <p:grpSp>
        <p:nvGrpSpPr>
          <p:cNvPr id="23" name="Gruppieren 22">
            <a:extLst>
              <a:ext uri="{FF2B5EF4-FFF2-40B4-BE49-F238E27FC236}">
                <a16:creationId xmlns:a16="http://schemas.microsoft.com/office/drawing/2014/main" id="{3175A83E-EA5D-9214-BAAF-BFE606C46CC5}"/>
              </a:ext>
            </a:extLst>
          </p:cNvPr>
          <p:cNvGrpSpPr/>
          <p:nvPr userDrawn="1"/>
        </p:nvGrpSpPr>
        <p:grpSpPr>
          <a:xfrm>
            <a:off x="833227" y="12469362"/>
            <a:ext cx="2116390" cy="669392"/>
            <a:chOff x="416559" y="6234681"/>
            <a:chExt cx="1058057" cy="334696"/>
          </a:xfrm>
        </p:grpSpPr>
        <p:pic>
          <p:nvPicPr>
            <p:cNvPr id="16" name="Picture 12">
              <a:extLst>
                <a:ext uri="{FF2B5EF4-FFF2-40B4-BE49-F238E27FC236}">
                  <a16:creationId xmlns:a16="http://schemas.microsoft.com/office/drawing/2014/main" id="{97125832-CD5D-E838-5CB5-779D66A3A2DE}"/>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rcRect/>
            <a:stretch/>
          </p:blipFill>
          <p:spPr>
            <a:xfrm>
              <a:off x="416559" y="6300227"/>
              <a:ext cx="487371" cy="207132"/>
            </a:xfrm>
            <a:prstGeom prst="rect">
              <a:avLst/>
            </a:prstGeom>
          </p:spPr>
        </p:pic>
        <p:cxnSp>
          <p:nvCxnSpPr>
            <p:cNvPr id="17" name="Straight Connector 14">
              <a:extLst>
                <a:ext uri="{FF2B5EF4-FFF2-40B4-BE49-F238E27FC236}">
                  <a16:creationId xmlns:a16="http://schemas.microsoft.com/office/drawing/2014/main" id="{919863F7-8B53-0D6B-B148-01B524B8BAC6}"/>
                </a:ext>
              </a:extLst>
            </p:cNvPr>
            <p:cNvCxnSpPr>
              <a:cxnSpLocks/>
            </p:cNvCxnSpPr>
            <p:nvPr userDrawn="1"/>
          </p:nvCxnSpPr>
          <p:spPr bwMode="auto">
            <a:xfrm>
              <a:off x="1032924" y="6234681"/>
              <a:ext cx="0" cy="33469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026" name="Picture 2">
              <a:extLst>
                <a:ext uri="{FF2B5EF4-FFF2-40B4-BE49-F238E27FC236}">
                  <a16:creationId xmlns:a16="http://schemas.microsoft.com/office/drawing/2014/main" id="{09AAEAE2-D1E2-EE66-E6DF-904E5C677AE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93803" y="6261623"/>
              <a:ext cx="280813" cy="28081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94008726"/>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7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4" y="818966"/>
            <a:ext cx="23236499" cy="701860"/>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4" y="12816003"/>
            <a:ext cx="4956175" cy="246222"/>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5" y="12951543"/>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4" y="261861"/>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58108698"/>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8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4" y="818966"/>
            <a:ext cx="23236499" cy="701860"/>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4"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3161" y="12951541"/>
            <a:ext cx="269339"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4" y="261859"/>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2649971642"/>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3"/>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R="0" lvl="0" indent="0" defTabSz="1828618"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19"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0" y="2568315"/>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1" y="2029646"/>
            <a:ext cx="10625877" cy="1077328"/>
          </a:xfrm>
        </p:spPr>
        <p:txBody>
          <a:bodyPr anchor="t">
            <a:noAutofit/>
          </a:bodyPr>
          <a:lstStyle>
            <a:lvl1pPr>
              <a:defRPr sz="6400"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1" y="13099640"/>
            <a:ext cx="425133" cy="307776"/>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4"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1" y="4050794"/>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38" y="5420028"/>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6" y="6782266"/>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2" y="13144499"/>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40245"/>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8_Blank slid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3" y="129515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pic>
        <p:nvPicPr>
          <p:cNvPr id="5" name="Picture 4">
            <a:extLst>
              <a:ext uri="{FF2B5EF4-FFF2-40B4-BE49-F238E27FC236}">
                <a16:creationId xmlns:a16="http://schemas.microsoft.com/office/drawing/2014/main" id="{6169AE6C-EA6C-2208-AE5C-002D6CA89C63}"/>
              </a:ext>
            </a:extLst>
          </p:cNvPr>
          <p:cNvPicPr>
            <a:picLocks noChangeAspect="1"/>
          </p:cNvPicPr>
          <p:nvPr userDrawn="1"/>
        </p:nvPicPr>
        <p:blipFill>
          <a:blip r:embed="rId2"/>
          <a:srcRect/>
          <a:stretch/>
        </p:blipFill>
        <p:spPr>
          <a:xfrm>
            <a:off x="1" y="1354"/>
            <a:ext cx="24389585" cy="13714644"/>
          </a:xfrm>
          <a:prstGeom prst="rect">
            <a:avLst/>
          </a:prstGeom>
        </p:spPr>
      </p:pic>
    </p:spTree>
    <p:extLst>
      <p:ext uri="{BB962C8B-B14F-4D97-AF65-F5344CB8AC3E}">
        <p14:creationId xmlns:p14="http://schemas.microsoft.com/office/powerpoint/2010/main" val="176055038"/>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3"/>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R="0" lvl="0" indent="0" defTabSz="1828618"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19"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0" y="2568315"/>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noAutofit/>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1" y="2029646"/>
            <a:ext cx="10625877" cy="1077328"/>
          </a:xfrm>
        </p:spPr>
        <p:txBody>
          <a:bodyPr anchor="t">
            <a:noAutofit/>
          </a:bodyPr>
          <a:lstStyle>
            <a:lvl1pPr>
              <a:defRPr sz="6400"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1" y="13099640"/>
            <a:ext cx="425133" cy="307776"/>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4"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1" y="4050794"/>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38" y="5420028"/>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6" y="6782266"/>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856">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2" y="13144499"/>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L="0" marR="0" indent="0" algn="l" defTabSz="1828618"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40245"/>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068394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2703862283"/>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4265129"/>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GB"/>
              <a:t>Click to edit Master title style</a:t>
            </a:r>
            <a:endParaRPr lang="en-US"/>
          </a:p>
        </p:txBody>
      </p:sp>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563735457"/>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2848073474"/>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GB"/>
              <a:t>Click to edit Master title style</a:t>
            </a:r>
            <a:endParaRPr lang="en-US"/>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3659858586"/>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682496"/>
            <a:ext cx="10099675" cy="9337675"/>
          </a:xfrm>
        </p:spPr>
        <p:txBody>
          <a:bodyPr/>
          <a:lstStyle>
            <a:lvl1pPr>
              <a:lnSpc>
                <a:spcPct val="100000"/>
              </a:lnSpc>
              <a:defRPr sz="8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1695463743"/>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255555869"/>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ail spend solu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5"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733244480"/>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usiness Case &amp; Commercial​">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4068422708"/>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3"/>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90556424"/>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Ways of working">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1" cy="13714643"/>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95949836"/>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1"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4097321402"/>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4"/>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516618972"/>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Lt" panose="020B03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061080543"/>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207729486"/>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929068228"/>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649247833"/>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209546671"/>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530371743"/>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300171015"/>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108038577"/>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054132965"/>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052794320"/>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Consulting for Nestlé | IBM confidential</a:t>
            </a:r>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66178444"/>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57320770"/>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58700839"/>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60783241"/>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3547767"/>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29206260"/>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21246155"/>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Consulting for Nestlé | IBM confidential</a:t>
            </a:r>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67032980"/>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Consulting for Nestlé | IBM confidential</a:t>
            </a:r>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54906797"/>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7176443"/>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71009238"/>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92714698"/>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90910"/>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56883993"/>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Consulting for Nestlé | IBM confidential</a:t>
            </a:r>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81671877"/>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7369838"/>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85709879"/>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Consulting for Nestlé | IBM confidential</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989361856"/>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474557005"/>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Consulting for Nestlé | IBM confidential</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706123345"/>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787718272"/>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577980171"/>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Consulting for Nestlé | IBM confidential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65000149"/>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GB"/>
              <a:t>Click icon to add table</a:t>
            </a:r>
            <a:endParaRPr lang="en-US"/>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16272564"/>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9619411"/>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10088494"/>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r>
              <a:rPr lang="en-US"/>
              <a:t>IBM Consulting for Nestlé | IBM confidential</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77934544"/>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3511745347"/>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ver let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23236500" cy="701859"/>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0" y="261855"/>
            <a:ext cx="23236499" cy="318998"/>
          </a:xfrm>
        </p:spPr>
        <p:txBody>
          <a:bodyPr>
            <a:spAutoFit/>
          </a:bodyPr>
          <a:lstStyle>
            <a:lvl1pPr>
              <a:defRPr sz="2000">
                <a:solidFill>
                  <a:schemeClr val="accent1"/>
                </a:solidFill>
              </a:defRPr>
            </a:lvl1pPr>
          </a:lstStyle>
          <a:p>
            <a:pPr lvl="0"/>
            <a:r>
              <a:rPr lang="en-US"/>
              <a:t>Click to edit Master text styles</a:t>
            </a:r>
          </a:p>
        </p:txBody>
      </p:sp>
      <p:pic>
        <p:nvPicPr>
          <p:cNvPr id="7" name="Picture 6" descr="A blue and black rectangle  AI-generated content may be incorrect.">
            <a:extLst>
              <a:ext uri="{FF2B5EF4-FFF2-40B4-BE49-F238E27FC236}">
                <a16:creationId xmlns:a16="http://schemas.microsoft.com/office/drawing/2014/main" id="{F464F522-54F5-A92E-86DB-2FC5C83C4B8F}"/>
              </a:ext>
            </a:extLst>
          </p:cNvPr>
          <p:cNvPicPr>
            <a:picLocks noChangeAspect="1"/>
          </p:cNvPicPr>
          <p:nvPr userDrawn="1"/>
        </p:nvPicPr>
        <p:blipFill>
          <a:blip r:embed="rId2"/>
          <a:stretch>
            <a:fillRect/>
          </a:stretch>
        </p:blipFill>
        <p:spPr>
          <a:xfrm>
            <a:off x="5581" y="-1"/>
            <a:ext cx="24381593" cy="13719141"/>
          </a:xfrm>
          <a:prstGeom prst="rect">
            <a:avLst/>
          </a:prstGeom>
        </p:spPr>
      </p:pic>
    </p:spTree>
    <p:extLst>
      <p:ext uri="{BB962C8B-B14F-4D97-AF65-F5344CB8AC3E}">
        <p14:creationId xmlns:p14="http://schemas.microsoft.com/office/powerpoint/2010/main" val="1964779783"/>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p>
        </p:txBody>
      </p:sp>
      <p:sp>
        <p:nvSpPr>
          <p:cNvPr id="3" name="Graphic 12">
            <a:extLst>
              <a:ext uri="{FF2B5EF4-FFF2-40B4-BE49-F238E27FC236}">
                <a16:creationId xmlns:a16="http://schemas.microsoft.com/office/drawing/2014/main" id="{1E62393B-92B2-7A6F-4C33-F741B95E9090}"/>
              </a:ext>
            </a:extLst>
          </p:cNvPr>
          <p:cNvSpPr/>
          <p:nvPr userDrawn="1"/>
        </p:nvSpPr>
        <p:spPr>
          <a:xfrm>
            <a:off x="22373801" y="12576860"/>
            <a:ext cx="1538325" cy="573303"/>
          </a:xfrm>
          <a:custGeom>
            <a:avLst/>
            <a:gdLst>
              <a:gd name="connsiteX0" fmla="*/ 0 w 4045267"/>
              <a:gd name="connsiteY0" fmla="*/ 1398206 h 1507589"/>
              <a:gd name="connsiteX1" fmla="*/ 733425 w 4045267"/>
              <a:gd name="connsiteY1" fmla="*/ 1398206 h 1507589"/>
              <a:gd name="connsiteX2" fmla="*/ 733425 w 4045267"/>
              <a:gd name="connsiteY2" fmla="*/ 1502833 h 1507589"/>
              <a:gd name="connsiteX3" fmla="*/ 0 w 4045267"/>
              <a:gd name="connsiteY3" fmla="*/ 1502833 h 1507589"/>
              <a:gd name="connsiteX4" fmla="*/ 0 w 4045267"/>
              <a:gd name="connsiteY4" fmla="*/ 1398206 h 1507589"/>
              <a:gd name="connsiteX5" fmla="*/ 0 w 4045267"/>
              <a:gd name="connsiteY5" fmla="*/ 1303090 h 1507589"/>
              <a:gd name="connsiteX6" fmla="*/ 733425 w 4045267"/>
              <a:gd name="connsiteY6" fmla="*/ 1303090 h 1507589"/>
              <a:gd name="connsiteX7" fmla="*/ 733425 w 4045267"/>
              <a:gd name="connsiteY7" fmla="*/ 1198462 h 1507589"/>
              <a:gd name="connsiteX8" fmla="*/ 0 w 4045267"/>
              <a:gd name="connsiteY8" fmla="*/ 1198462 h 1507589"/>
              <a:gd name="connsiteX9" fmla="*/ 0 w 4045267"/>
              <a:gd name="connsiteY9" fmla="*/ 1303090 h 1507589"/>
              <a:gd name="connsiteX10" fmla="*/ 209550 w 4045267"/>
              <a:gd name="connsiteY10" fmla="*/ 1103346 h 1507589"/>
              <a:gd name="connsiteX11" fmla="*/ 523875 w 4045267"/>
              <a:gd name="connsiteY11" fmla="*/ 1103346 h 1507589"/>
              <a:gd name="connsiteX12" fmla="*/ 523875 w 4045267"/>
              <a:gd name="connsiteY12" fmla="*/ 998718 h 1507589"/>
              <a:gd name="connsiteX13" fmla="*/ 209550 w 4045267"/>
              <a:gd name="connsiteY13" fmla="*/ 998718 h 1507589"/>
              <a:gd name="connsiteX14" fmla="*/ 209550 w 4045267"/>
              <a:gd name="connsiteY14" fmla="*/ 1103346 h 1507589"/>
              <a:gd name="connsiteX15" fmla="*/ 209550 w 4045267"/>
              <a:gd name="connsiteY15" fmla="*/ 903602 h 1507589"/>
              <a:gd name="connsiteX16" fmla="*/ 523875 w 4045267"/>
              <a:gd name="connsiteY16" fmla="*/ 903602 h 1507589"/>
              <a:gd name="connsiteX17" fmla="*/ 523875 w 4045267"/>
              <a:gd name="connsiteY17" fmla="*/ 798975 h 1507589"/>
              <a:gd name="connsiteX18" fmla="*/ 209550 w 4045267"/>
              <a:gd name="connsiteY18" fmla="*/ 798975 h 1507589"/>
              <a:gd name="connsiteX19" fmla="*/ 209550 w 4045267"/>
              <a:gd name="connsiteY19" fmla="*/ 903602 h 1507589"/>
              <a:gd name="connsiteX20" fmla="*/ 209550 w 4045267"/>
              <a:gd name="connsiteY20" fmla="*/ 703859 h 1507589"/>
              <a:gd name="connsiteX21" fmla="*/ 523875 w 4045267"/>
              <a:gd name="connsiteY21" fmla="*/ 703859 h 1507589"/>
              <a:gd name="connsiteX22" fmla="*/ 523875 w 4045267"/>
              <a:gd name="connsiteY22" fmla="*/ 599231 h 1507589"/>
              <a:gd name="connsiteX23" fmla="*/ 209550 w 4045267"/>
              <a:gd name="connsiteY23" fmla="*/ 599231 h 1507589"/>
              <a:gd name="connsiteX24" fmla="*/ 209550 w 4045267"/>
              <a:gd name="connsiteY24" fmla="*/ 703859 h 1507589"/>
              <a:gd name="connsiteX25" fmla="*/ 523875 w 4045267"/>
              <a:gd name="connsiteY25" fmla="*/ 399487 h 1507589"/>
              <a:gd name="connsiteX26" fmla="*/ 209550 w 4045267"/>
              <a:gd name="connsiteY26" fmla="*/ 399487 h 1507589"/>
              <a:gd name="connsiteX27" fmla="*/ 209550 w 4045267"/>
              <a:gd name="connsiteY27" fmla="*/ 504115 h 1507589"/>
              <a:gd name="connsiteX28" fmla="*/ 523875 w 4045267"/>
              <a:gd name="connsiteY28" fmla="*/ 504115 h 1507589"/>
              <a:gd name="connsiteX29" fmla="*/ 523875 w 4045267"/>
              <a:gd name="connsiteY29" fmla="*/ 399487 h 1507589"/>
              <a:gd name="connsiteX30" fmla="*/ 0 w 4045267"/>
              <a:gd name="connsiteY30" fmla="*/ 304371 h 1507589"/>
              <a:gd name="connsiteX31" fmla="*/ 733425 w 4045267"/>
              <a:gd name="connsiteY31" fmla="*/ 304371 h 1507589"/>
              <a:gd name="connsiteX32" fmla="*/ 733425 w 4045267"/>
              <a:gd name="connsiteY32" fmla="*/ 199744 h 1507589"/>
              <a:gd name="connsiteX33" fmla="*/ 0 w 4045267"/>
              <a:gd name="connsiteY33" fmla="*/ 199744 h 1507589"/>
              <a:gd name="connsiteX34" fmla="*/ 0 w 4045267"/>
              <a:gd name="connsiteY34" fmla="*/ 304371 h 1507589"/>
              <a:gd name="connsiteX35" fmla="*/ 0 w 4045267"/>
              <a:gd name="connsiteY35" fmla="*/ 104628 h 1507589"/>
              <a:gd name="connsiteX36" fmla="*/ 733425 w 4045267"/>
              <a:gd name="connsiteY36" fmla="*/ 104628 h 1507589"/>
              <a:gd name="connsiteX37" fmla="*/ 733425 w 4045267"/>
              <a:gd name="connsiteY37" fmla="*/ 0 h 1507589"/>
              <a:gd name="connsiteX38" fmla="*/ 0 w 4045267"/>
              <a:gd name="connsiteY38" fmla="*/ 0 h 1507589"/>
              <a:gd name="connsiteX39" fmla="*/ 0 w 4045267"/>
              <a:gd name="connsiteY39" fmla="*/ 104628 h 1507589"/>
              <a:gd name="connsiteX40" fmla="*/ 838200 w 4045267"/>
              <a:gd name="connsiteY40" fmla="*/ 1303090 h 1507589"/>
              <a:gd name="connsiteX41" fmla="*/ 1956435 w 4045267"/>
              <a:gd name="connsiteY41" fmla="*/ 1303090 h 1507589"/>
              <a:gd name="connsiteX42" fmla="*/ 1998345 w 4045267"/>
              <a:gd name="connsiteY42" fmla="*/ 1198462 h 1507589"/>
              <a:gd name="connsiteX43" fmla="*/ 838200 w 4045267"/>
              <a:gd name="connsiteY43" fmla="*/ 1198462 h 1507589"/>
              <a:gd name="connsiteX44" fmla="*/ 838200 w 4045267"/>
              <a:gd name="connsiteY44" fmla="*/ 1303090 h 1507589"/>
              <a:gd name="connsiteX45" fmla="*/ 1868805 w 4045267"/>
              <a:gd name="connsiteY45" fmla="*/ 798975 h 1507589"/>
              <a:gd name="connsiteX46" fmla="*/ 1047750 w 4045267"/>
              <a:gd name="connsiteY46" fmla="*/ 798975 h 1507589"/>
              <a:gd name="connsiteX47" fmla="*/ 1047750 w 4045267"/>
              <a:gd name="connsiteY47" fmla="*/ 903602 h 1507589"/>
              <a:gd name="connsiteX48" fmla="*/ 1956435 w 4045267"/>
              <a:gd name="connsiteY48" fmla="*/ 903602 h 1507589"/>
              <a:gd name="connsiteX49" fmla="*/ 1868805 w 4045267"/>
              <a:gd name="connsiteY49" fmla="*/ 798975 h 1507589"/>
              <a:gd name="connsiteX50" fmla="*/ 1047750 w 4045267"/>
              <a:gd name="connsiteY50" fmla="*/ 599231 h 1507589"/>
              <a:gd name="connsiteX51" fmla="*/ 1047750 w 4045267"/>
              <a:gd name="connsiteY51" fmla="*/ 703859 h 1507589"/>
              <a:gd name="connsiteX52" fmla="*/ 1868805 w 4045267"/>
              <a:gd name="connsiteY52" fmla="*/ 703859 h 1507589"/>
              <a:gd name="connsiteX53" fmla="*/ 1956435 w 4045267"/>
              <a:gd name="connsiteY53" fmla="*/ 599231 h 1507589"/>
              <a:gd name="connsiteX54" fmla="*/ 1047750 w 4045267"/>
              <a:gd name="connsiteY54" fmla="*/ 599231 h 1507589"/>
              <a:gd name="connsiteX55" fmla="*/ 1956435 w 4045267"/>
              <a:gd name="connsiteY55" fmla="*/ 199744 h 1507589"/>
              <a:gd name="connsiteX56" fmla="*/ 838200 w 4045267"/>
              <a:gd name="connsiteY56" fmla="*/ 199744 h 1507589"/>
              <a:gd name="connsiteX57" fmla="*/ 838200 w 4045267"/>
              <a:gd name="connsiteY57" fmla="*/ 304371 h 1507589"/>
              <a:gd name="connsiteX58" fmla="*/ 1998345 w 4045267"/>
              <a:gd name="connsiteY58" fmla="*/ 304371 h 1507589"/>
              <a:gd name="connsiteX59" fmla="*/ 1956435 w 4045267"/>
              <a:gd name="connsiteY59" fmla="*/ 199744 h 1507589"/>
              <a:gd name="connsiteX60" fmla="*/ 1609725 w 4045267"/>
              <a:gd name="connsiteY60" fmla="*/ 0 h 1507589"/>
              <a:gd name="connsiteX61" fmla="*/ 838200 w 4045267"/>
              <a:gd name="connsiteY61" fmla="*/ 0 h 1507589"/>
              <a:gd name="connsiteX62" fmla="*/ 838200 w 4045267"/>
              <a:gd name="connsiteY62" fmla="*/ 104628 h 1507589"/>
              <a:gd name="connsiteX63" fmla="*/ 1879282 w 4045267"/>
              <a:gd name="connsiteY63" fmla="*/ 104628 h 1507589"/>
              <a:gd name="connsiteX64" fmla="*/ 1609725 w 4045267"/>
              <a:gd name="connsiteY64" fmla="*/ 0 h 1507589"/>
              <a:gd name="connsiteX65" fmla="*/ 1047750 w 4045267"/>
              <a:gd name="connsiteY65" fmla="*/ 504115 h 1507589"/>
              <a:gd name="connsiteX66" fmla="*/ 1362075 w 4045267"/>
              <a:gd name="connsiteY66" fmla="*/ 504115 h 1507589"/>
              <a:gd name="connsiteX67" fmla="*/ 1362075 w 4045267"/>
              <a:gd name="connsiteY67" fmla="*/ 399487 h 1507589"/>
              <a:gd name="connsiteX68" fmla="*/ 1047750 w 4045267"/>
              <a:gd name="connsiteY68" fmla="*/ 399487 h 1507589"/>
              <a:gd name="connsiteX69" fmla="*/ 1047750 w 4045267"/>
              <a:gd name="connsiteY69" fmla="*/ 504115 h 1507589"/>
              <a:gd name="connsiteX70" fmla="*/ 1657350 w 4045267"/>
              <a:gd name="connsiteY70" fmla="*/ 504115 h 1507589"/>
              <a:gd name="connsiteX71" fmla="*/ 1995488 w 4045267"/>
              <a:gd name="connsiteY71" fmla="*/ 504115 h 1507589"/>
              <a:gd name="connsiteX72" fmla="*/ 2009775 w 4045267"/>
              <a:gd name="connsiteY72" fmla="*/ 399487 h 1507589"/>
              <a:gd name="connsiteX73" fmla="*/ 1657350 w 4045267"/>
              <a:gd name="connsiteY73" fmla="*/ 399487 h 1507589"/>
              <a:gd name="connsiteX74" fmla="*/ 1657350 w 4045267"/>
              <a:gd name="connsiteY74" fmla="*/ 504115 h 1507589"/>
              <a:gd name="connsiteX75" fmla="*/ 1047750 w 4045267"/>
              <a:gd name="connsiteY75" fmla="*/ 1103346 h 1507589"/>
              <a:gd name="connsiteX76" fmla="*/ 1362075 w 4045267"/>
              <a:gd name="connsiteY76" fmla="*/ 1103346 h 1507589"/>
              <a:gd name="connsiteX77" fmla="*/ 1362075 w 4045267"/>
              <a:gd name="connsiteY77" fmla="*/ 998718 h 1507589"/>
              <a:gd name="connsiteX78" fmla="*/ 1047750 w 4045267"/>
              <a:gd name="connsiteY78" fmla="*/ 998718 h 1507589"/>
              <a:gd name="connsiteX79" fmla="*/ 1047750 w 4045267"/>
              <a:gd name="connsiteY79" fmla="*/ 1103346 h 1507589"/>
              <a:gd name="connsiteX80" fmla="*/ 1657350 w 4045267"/>
              <a:gd name="connsiteY80" fmla="*/ 998718 h 1507589"/>
              <a:gd name="connsiteX81" fmla="*/ 1657350 w 4045267"/>
              <a:gd name="connsiteY81" fmla="*/ 1103346 h 1507589"/>
              <a:gd name="connsiteX82" fmla="*/ 2009775 w 4045267"/>
              <a:gd name="connsiteY82" fmla="*/ 1103346 h 1507589"/>
              <a:gd name="connsiteX83" fmla="*/ 1995488 w 4045267"/>
              <a:gd name="connsiteY83" fmla="*/ 998718 h 1507589"/>
              <a:gd name="connsiteX84" fmla="*/ 1657350 w 4045267"/>
              <a:gd name="connsiteY84" fmla="*/ 998718 h 1507589"/>
              <a:gd name="connsiteX85" fmla="*/ 838200 w 4045267"/>
              <a:gd name="connsiteY85" fmla="*/ 1502833 h 1507589"/>
              <a:gd name="connsiteX86" fmla="*/ 1609725 w 4045267"/>
              <a:gd name="connsiteY86" fmla="*/ 1502833 h 1507589"/>
              <a:gd name="connsiteX87" fmla="*/ 1879282 w 4045267"/>
              <a:gd name="connsiteY87" fmla="*/ 1398206 h 1507589"/>
              <a:gd name="connsiteX88" fmla="*/ 838200 w 4045267"/>
              <a:gd name="connsiteY88" fmla="*/ 1398206 h 1507589"/>
              <a:gd name="connsiteX89" fmla="*/ 838200 w 4045267"/>
              <a:gd name="connsiteY89" fmla="*/ 1502833 h 1507589"/>
              <a:gd name="connsiteX90" fmla="*/ 2933700 w 4045267"/>
              <a:gd name="connsiteY90" fmla="*/ 1502833 h 1507589"/>
              <a:gd name="connsiteX91" fmla="*/ 2969895 w 4045267"/>
              <a:gd name="connsiteY91" fmla="*/ 1398206 h 1507589"/>
              <a:gd name="connsiteX92" fmla="*/ 2897505 w 4045267"/>
              <a:gd name="connsiteY92" fmla="*/ 1398206 h 1507589"/>
              <a:gd name="connsiteX93" fmla="*/ 2933700 w 4045267"/>
              <a:gd name="connsiteY93" fmla="*/ 1502833 h 1507589"/>
              <a:gd name="connsiteX94" fmla="*/ 2864168 w 4045267"/>
              <a:gd name="connsiteY94" fmla="*/ 1303090 h 1507589"/>
              <a:gd name="connsiteX95" fmla="*/ 3004185 w 4045267"/>
              <a:gd name="connsiteY95" fmla="*/ 1303090 h 1507589"/>
              <a:gd name="connsiteX96" fmla="*/ 3041333 w 4045267"/>
              <a:gd name="connsiteY96" fmla="*/ 1198462 h 1507589"/>
              <a:gd name="connsiteX97" fmla="*/ 2827973 w 4045267"/>
              <a:gd name="connsiteY97" fmla="*/ 1198462 h 1507589"/>
              <a:gd name="connsiteX98" fmla="*/ 2864168 w 4045267"/>
              <a:gd name="connsiteY98" fmla="*/ 1303090 h 1507589"/>
              <a:gd name="connsiteX99" fmla="*/ 2793683 w 4045267"/>
              <a:gd name="connsiteY99" fmla="*/ 1103346 h 1507589"/>
              <a:gd name="connsiteX100" fmla="*/ 3073718 w 4045267"/>
              <a:gd name="connsiteY100" fmla="*/ 1103346 h 1507589"/>
              <a:gd name="connsiteX101" fmla="*/ 3110865 w 4045267"/>
              <a:gd name="connsiteY101" fmla="*/ 998718 h 1507589"/>
              <a:gd name="connsiteX102" fmla="*/ 2757488 w 4045267"/>
              <a:gd name="connsiteY102" fmla="*/ 998718 h 1507589"/>
              <a:gd name="connsiteX103" fmla="*/ 2793683 w 4045267"/>
              <a:gd name="connsiteY103" fmla="*/ 1103346 h 1507589"/>
              <a:gd name="connsiteX104" fmla="*/ 2723198 w 4045267"/>
              <a:gd name="connsiteY104" fmla="*/ 903602 h 1507589"/>
              <a:gd name="connsiteX105" fmla="*/ 3144203 w 4045267"/>
              <a:gd name="connsiteY105" fmla="*/ 903602 h 1507589"/>
              <a:gd name="connsiteX106" fmla="*/ 3181350 w 4045267"/>
              <a:gd name="connsiteY106" fmla="*/ 798975 h 1507589"/>
              <a:gd name="connsiteX107" fmla="*/ 2687003 w 4045267"/>
              <a:gd name="connsiteY107" fmla="*/ 798975 h 1507589"/>
              <a:gd name="connsiteX108" fmla="*/ 2723198 w 4045267"/>
              <a:gd name="connsiteY108" fmla="*/ 903602 h 1507589"/>
              <a:gd name="connsiteX109" fmla="*/ 2305050 w 4045267"/>
              <a:gd name="connsiteY109" fmla="*/ 504115 h 1507589"/>
              <a:gd name="connsiteX110" fmla="*/ 2870835 w 4045267"/>
              <a:gd name="connsiteY110" fmla="*/ 504115 h 1507589"/>
              <a:gd name="connsiteX111" fmla="*/ 2834640 w 4045267"/>
              <a:gd name="connsiteY111" fmla="*/ 399487 h 1507589"/>
              <a:gd name="connsiteX112" fmla="*/ 2305050 w 4045267"/>
              <a:gd name="connsiteY112" fmla="*/ 399487 h 1507589"/>
              <a:gd name="connsiteX113" fmla="*/ 2305050 w 4045267"/>
              <a:gd name="connsiteY113" fmla="*/ 504115 h 1507589"/>
              <a:gd name="connsiteX114" fmla="*/ 3066098 w 4045267"/>
              <a:gd name="connsiteY114" fmla="*/ 304371 h 1507589"/>
              <a:gd name="connsiteX115" fmla="*/ 3771900 w 4045267"/>
              <a:gd name="connsiteY115" fmla="*/ 304371 h 1507589"/>
              <a:gd name="connsiteX116" fmla="*/ 3771900 w 4045267"/>
              <a:gd name="connsiteY116" fmla="*/ 199744 h 1507589"/>
              <a:gd name="connsiteX117" fmla="*/ 3102293 w 4045267"/>
              <a:gd name="connsiteY117" fmla="*/ 199744 h 1507589"/>
              <a:gd name="connsiteX118" fmla="*/ 3066098 w 4045267"/>
              <a:gd name="connsiteY118" fmla="*/ 304371 h 1507589"/>
              <a:gd name="connsiteX119" fmla="*/ 3171825 w 4045267"/>
              <a:gd name="connsiteY119" fmla="*/ 0 h 1507589"/>
              <a:gd name="connsiteX120" fmla="*/ 3135630 w 4045267"/>
              <a:gd name="connsiteY120" fmla="*/ 104628 h 1507589"/>
              <a:gd name="connsiteX121" fmla="*/ 3771900 w 4045267"/>
              <a:gd name="connsiteY121" fmla="*/ 104628 h 1507589"/>
              <a:gd name="connsiteX122" fmla="*/ 3771900 w 4045267"/>
              <a:gd name="connsiteY122" fmla="*/ 0 h 1507589"/>
              <a:gd name="connsiteX123" fmla="*/ 3171825 w 4045267"/>
              <a:gd name="connsiteY123" fmla="*/ 0 h 1507589"/>
              <a:gd name="connsiteX124" fmla="*/ 2095500 w 4045267"/>
              <a:gd name="connsiteY124" fmla="*/ 1502833 h 1507589"/>
              <a:gd name="connsiteX125" fmla="*/ 2619375 w 4045267"/>
              <a:gd name="connsiteY125" fmla="*/ 1502833 h 1507589"/>
              <a:gd name="connsiteX126" fmla="*/ 2619375 w 4045267"/>
              <a:gd name="connsiteY126" fmla="*/ 1398206 h 1507589"/>
              <a:gd name="connsiteX127" fmla="*/ 2095500 w 4045267"/>
              <a:gd name="connsiteY127" fmla="*/ 1398206 h 1507589"/>
              <a:gd name="connsiteX128" fmla="*/ 2095500 w 4045267"/>
              <a:gd name="connsiteY128" fmla="*/ 1502833 h 1507589"/>
              <a:gd name="connsiteX129" fmla="*/ 2095500 w 4045267"/>
              <a:gd name="connsiteY129" fmla="*/ 1303090 h 1507589"/>
              <a:gd name="connsiteX130" fmla="*/ 2619375 w 4045267"/>
              <a:gd name="connsiteY130" fmla="*/ 1303090 h 1507589"/>
              <a:gd name="connsiteX131" fmla="*/ 2619375 w 4045267"/>
              <a:gd name="connsiteY131" fmla="*/ 1198462 h 1507589"/>
              <a:gd name="connsiteX132" fmla="*/ 2095500 w 4045267"/>
              <a:gd name="connsiteY132" fmla="*/ 1198462 h 1507589"/>
              <a:gd name="connsiteX133" fmla="*/ 2095500 w 4045267"/>
              <a:gd name="connsiteY133" fmla="*/ 1303090 h 1507589"/>
              <a:gd name="connsiteX134" fmla="*/ 2305050 w 4045267"/>
              <a:gd name="connsiteY134" fmla="*/ 1103346 h 1507589"/>
              <a:gd name="connsiteX135" fmla="*/ 2619375 w 4045267"/>
              <a:gd name="connsiteY135" fmla="*/ 1103346 h 1507589"/>
              <a:gd name="connsiteX136" fmla="*/ 2619375 w 4045267"/>
              <a:gd name="connsiteY136" fmla="*/ 998718 h 1507589"/>
              <a:gd name="connsiteX137" fmla="*/ 2305050 w 4045267"/>
              <a:gd name="connsiteY137" fmla="*/ 998718 h 1507589"/>
              <a:gd name="connsiteX138" fmla="*/ 2305050 w 4045267"/>
              <a:gd name="connsiteY138" fmla="*/ 1103346 h 1507589"/>
              <a:gd name="connsiteX139" fmla="*/ 2305050 w 4045267"/>
              <a:gd name="connsiteY139" fmla="*/ 903602 h 1507589"/>
              <a:gd name="connsiteX140" fmla="*/ 2619375 w 4045267"/>
              <a:gd name="connsiteY140" fmla="*/ 903602 h 1507589"/>
              <a:gd name="connsiteX141" fmla="*/ 2619375 w 4045267"/>
              <a:gd name="connsiteY141" fmla="*/ 798975 h 1507589"/>
              <a:gd name="connsiteX142" fmla="*/ 2305050 w 4045267"/>
              <a:gd name="connsiteY142" fmla="*/ 798975 h 1507589"/>
              <a:gd name="connsiteX143" fmla="*/ 2305050 w 4045267"/>
              <a:gd name="connsiteY143" fmla="*/ 903602 h 1507589"/>
              <a:gd name="connsiteX144" fmla="*/ 3562350 w 4045267"/>
              <a:gd name="connsiteY144" fmla="*/ 399487 h 1507589"/>
              <a:gd name="connsiteX145" fmla="*/ 3032760 w 4045267"/>
              <a:gd name="connsiteY145" fmla="*/ 399487 h 1507589"/>
              <a:gd name="connsiteX146" fmla="*/ 2996565 w 4045267"/>
              <a:gd name="connsiteY146" fmla="*/ 504115 h 1507589"/>
              <a:gd name="connsiteX147" fmla="*/ 3562350 w 4045267"/>
              <a:gd name="connsiteY147" fmla="*/ 504115 h 1507589"/>
              <a:gd name="connsiteX148" fmla="*/ 3562350 w 4045267"/>
              <a:gd name="connsiteY148" fmla="*/ 399487 h 1507589"/>
              <a:gd name="connsiteX149" fmla="*/ 3248025 w 4045267"/>
              <a:gd name="connsiteY149" fmla="*/ 703859 h 1507589"/>
              <a:gd name="connsiteX150" fmla="*/ 3562350 w 4045267"/>
              <a:gd name="connsiteY150" fmla="*/ 703859 h 1507589"/>
              <a:gd name="connsiteX151" fmla="*/ 3562350 w 4045267"/>
              <a:gd name="connsiteY151" fmla="*/ 599231 h 1507589"/>
              <a:gd name="connsiteX152" fmla="*/ 2963228 w 4045267"/>
              <a:gd name="connsiteY152" fmla="*/ 599231 h 1507589"/>
              <a:gd name="connsiteX153" fmla="*/ 2933700 w 4045267"/>
              <a:gd name="connsiteY153" fmla="*/ 683884 h 1507589"/>
              <a:gd name="connsiteX154" fmla="*/ 2904173 w 4045267"/>
              <a:gd name="connsiteY154" fmla="*/ 599231 h 1507589"/>
              <a:gd name="connsiteX155" fmla="*/ 2305050 w 4045267"/>
              <a:gd name="connsiteY155" fmla="*/ 599231 h 1507589"/>
              <a:gd name="connsiteX156" fmla="*/ 2305050 w 4045267"/>
              <a:gd name="connsiteY156" fmla="*/ 703859 h 1507589"/>
              <a:gd name="connsiteX157" fmla="*/ 2619375 w 4045267"/>
              <a:gd name="connsiteY157" fmla="*/ 703859 h 1507589"/>
              <a:gd name="connsiteX158" fmla="*/ 2619375 w 4045267"/>
              <a:gd name="connsiteY158" fmla="*/ 607791 h 1507589"/>
              <a:gd name="connsiteX159" fmla="*/ 2652713 w 4045267"/>
              <a:gd name="connsiteY159" fmla="*/ 703859 h 1507589"/>
              <a:gd name="connsiteX160" fmla="*/ 3213735 w 4045267"/>
              <a:gd name="connsiteY160" fmla="*/ 703859 h 1507589"/>
              <a:gd name="connsiteX161" fmla="*/ 3247073 w 4045267"/>
              <a:gd name="connsiteY161" fmla="*/ 607791 h 1507589"/>
              <a:gd name="connsiteX162" fmla="*/ 3248025 w 4045267"/>
              <a:gd name="connsiteY162" fmla="*/ 703859 h 1507589"/>
              <a:gd name="connsiteX163" fmla="*/ 3562350 w 4045267"/>
              <a:gd name="connsiteY163" fmla="*/ 798975 h 1507589"/>
              <a:gd name="connsiteX164" fmla="*/ 3248025 w 4045267"/>
              <a:gd name="connsiteY164" fmla="*/ 798975 h 1507589"/>
              <a:gd name="connsiteX165" fmla="*/ 3248025 w 4045267"/>
              <a:gd name="connsiteY165" fmla="*/ 903602 h 1507589"/>
              <a:gd name="connsiteX166" fmla="*/ 3562350 w 4045267"/>
              <a:gd name="connsiteY166" fmla="*/ 903602 h 1507589"/>
              <a:gd name="connsiteX167" fmla="*/ 3562350 w 4045267"/>
              <a:gd name="connsiteY167" fmla="*/ 798975 h 1507589"/>
              <a:gd name="connsiteX168" fmla="*/ 3248025 w 4045267"/>
              <a:gd name="connsiteY168" fmla="*/ 1103346 h 1507589"/>
              <a:gd name="connsiteX169" fmla="*/ 3562350 w 4045267"/>
              <a:gd name="connsiteY169" fmla="*/ 1103346 h 1507589"/>
              <a:gd name="connsiteX170" fmla="*/ 3562350 w 4045267"/>
              <a:gd name="connsiteY170" fmla="*/ 998718 h 1507589"/>
              <a:gd name="connsiteX171" fmla="*/ 3248025 w 4045267"/>
              <a:gd name="connsiteY171" fmla="*/ 998718 h 1507589"/>
              <a:gd name="connsiteX172" fmla="*/ 3248025 w 4045267"/>
              <a:gd name="connsiteY172" fmla="*/ 1103346 h 1507589"/>
              <a:gd name="connsiteX173" fmla="*/ 3248025 w 4045267"/>
              <a:gd name="connsiteY173" fmla="*/ 1303090 h 1507589"/>
              <a:gd name="connsiteX174" fmla="*/ 3771900 w 4045267"/>
              <a:gd name="connsiteY174" fmla="*/ 1303090 h 1507589"/>
              <a:gd name="connsiteX175" fmla="*/ 3771900 w 4045267"/>
              <a:gd name="connsiteY175" fmla="*/ 1198462 h 1507589"/>
              <a:gd name="connsiteX176" fmla="*/ 3248025 w 4045267"/>
              <a:gd name="connsiteY176" fmla="*/ 1198462 h 1507589"/>
              <a:gd name="connsiteX177" fmla="*/ 3248025 w 4045267"/>
              <a:gd name="connsiteY177" fmla="*/ 1303090 h 1507589"/>
              <a:gd name="connsiteX178" fmla="*/ 3248025 w 4045267"/>
              <a:gd name="connsiteY178" fmla="*/ 1502833 h 1507589"/>
              <a:gd name="connsiteX179" fmla="*/ 3771900 w 4045267"/>
              <a:gd name="connsiteY179" fmla="*/ 1502833 h 1507589"/>
              <a:gd name="connsiteX180" fmla="*/ 3771900 w 4045267"/>
              <a:gd name="connsiteY180" fmla="*/ 1398206 h 1507589"/>
              <a:gd name="connsiteX181" fmla="*/ 3248025 w 4045267"/>
              <a:gd name="connsiteY181" fmla="*/ 1398206 h 1507589"/>
              <a:gd name="connsiteX182" fmla="*/ 3248025 w 4045267"/>
              <a:gd name="connsiteY182" fmla="*/ 1502833 h 1507589"/>
              <a:gd name="connsiteX183" fmla="*/ 2801303 w 4045267"/>
              <a:gd name="connsiteY183" fmla="*/ 304371 h 1507589"/>
              <a:gd name="connsiteX184" fmla="*/ 2765108 w 4045267"/>
              <a:gd name="connsiteY184" fmla="*/ 199744 h 1507589"/>
              <a:gd name="connsiteX185" fmla="*/ 2095500 w 4045267"/>
              <a:gd name="connsiteY185" fmla="*/ 199744 h 1507589"/>
              <a:gd name="connsiteX186" fmla="*/ 2095500 w 4045267"/>
              <a:gd name="connsiteY186" fmla="*/ 304371 h 1507589"/>
              <a:gd name="connsiteX187" fmla="*/ 2801303 w 4045267"/>
              <a:gd name="connsiteY187" fmla="*/ 304371 h 1507589"/>
              <a:gd name="connsiteX188" fmla="*/ 2731770 w 4045267"/>
              <a:gd name="connsiteY188" fmla="*/ 104628 h 1507589"/>
              <a:gd name="connsiteX189" fmla="*/ 2695575 w 4045267"/>
              <a:gd name="connsiteY189" fmla="*/ 0 h 1507589"/>
              <a:gd name="connsiteX190" fmla="*/ 2095500 w 4045267"/>
              <a:gd name="connsiteY190" fmla="*/ 0 h 1507589"/>
              <a:gd name="connsiteX191" fmla="*/ 2095500 w 4045267"/>
              <a:gd name="connsiteY191" fmla="*/ 104628 h 1507589"/>
              <a:gd name="connsiteX192" fmla="*/ 2731770 w 4045267"/>
              <a:gd name="connsiteY192" fmla="*/ 104628 h 1507589"/>
              <a:gd name="connsiteX193" fmla="*/ 3885248 w 4045267"/>
              <a:gd name="connsiteY193" fmla="*/ 1424838 h 1507589"/>
              <a:gd name="connsiteX194" fmla="*/ 3965258 w 4045267"/>
              <a:gd name="connsiteY194" fmla="*/ 1342087 h 1507589"/>
              <a:gd name="connsiteX195" fmla="*/ 4045268 w 4045267"/>
              <a:gd name="connsiteY195" fmla="*/ 1424838 h 1507589"/>
              <a:gd name="connsiteX196" fmla="*/ 3965258 w 4045267"/>
              <a:gd name="connsiteY196" fmla="*/ 1507589 h 1507589"/>
              <a:gd name="connsiteX197" fmla="*/ 3885248 w 4045267"/>
              <a:gd name="connsiteY197" fmla="*/ 1424838 h 1507589"/>
              <a:gd name="connsiteX198" fmla="*/ 4026218 w 4045267"/>
              <a:gd name="connsiteY198" fmla="*/ 1429594 h 1507589"/>
              <a:gd name="connsiteX199" fmla="*/ 4026218 w 4045267"/>
              <a:gd name="connsiteY199" fmla="*/ 1419131 h 1507589"/>
              <a:gd name="connsiteX200" fmla="*/ 3965258 w 4045267"/>
              <a:gd name="connsiteY200" fmla="*/ 1359208 h 1507589"/>
              <a:gd name="connsiteX201" fmla="*/ 3904298 w 4045267"/>
              <a:gd name="connsiteY201" fmla="*/ 1419131 h 1507589"/>
              <a:gd name="connsiteX202" fmla="*/ 3904298 w 4045267"/>
              <a:gd name="connsiteY202" fmla="*/ 1429594 h 1507589"/>
              <a:gd name="connsiteX203" fmla="*/ 3965258 w 4045267"/>
              <a:gd name="connsiteY203" fmla="*/ 1489517 h 1507589"/>
              <a:gd name="connsiteX204" fmla="*/ 4026218 w 4045267"/>
              <a:gd name="connsiteY204" fmla="*/ 1429594 h 1507589"/>
              <a:gd name="connsiteX205" fmla="*/ 3952875 w 4045267"/>
              <a:gd name="connsiteY205" fmla="*/ 1466689 h 1507589"/>
              <a:gd name="connsiteX206" fmla="*/ 3932873 w 4045267"/>
              <a:gd name="connsiteY206" fmla="*/ 1466689 h 1507589"/>
              <a:gd name="connsiteX207" fmla="*/ 3932873 w 4045267"/>
              <a:gd name="connsiteY207" fmla="*/ 1382987 h 1507589"/>
              <a:gd name="connsiteX208" fmla="*/ 3970973 w 4045267"/>
              <a:gd name="connsiteY208" fmla="*/ 1382987 h 1507589"/>
              <a:gd name="connsiteX209" fmla="*/ 3999548 w 4045267"/>
              <a:gd name="connsiteY209" fmla="*/ 1409620 h 1507589"/>
              <a:gd name="connsiteX210" fmla="*/ 3984308 w 4045267"/>
              <a:gd name="connsiteY210" fmla="*/ 1434350 h 1507589"/>
              <a:gd name="connsiteX211" fmla="*/ 4003358 w 4045267"/>
              <a:gd name="connsiteY211" fmla="*/ 1466689 h 1507589"/>
              <a:gd name="connsiteX212" fmla="*/ 3980498 w 4045267"/>
              <a:gd name="connsiteY212" fmla="*/ 1466689 h 1507589"/>
              <a:gd name="connsiteX213" fmla="*/ 3965258 w 4045267"/>
              <a:gd name="connsiteY213" fmla="*/ 1438155 h 1507589"/>
              <a:gd name="connsiteX214" fmla="*/ 3952875 w 4045267"/>
              <a:gd name="connsiteY214" fmla="*/ 1438155 h 1507589"/>
              <a:gd name="connsiteX215" fmla="*/ 3952875 w 4045267"/>
              <a:gd name="connsiteY215" fmla="*/ 1466689 h 1507589"/>
              <a:gd name="connsiteX216" fmla="*/ 3968115 w 4045267"/>
              <a:gd name="connsiteY216" fmla="*/ 1422936 h 1507589"/>
              <a:gd name="connsiteX217" fmla="*/ 3977640 w 4045267"/>
              <a:gd name="connsiteY217" fmla="*/ 1414376 h 1507589"/>
              <a:gd name="connsiteX218" fmla="*/ 3977640 w 4045267"/>
              <a:gd name="connsiteY218" fmla="*/ 1408669 h 1507589"/>
              <a:gd name="connsiteX219" fmla="*/ 3968115 w 4045267"/>
              <a:gd name="connsiteY219" fmla="*/ 1400108 h 1507589"/>
              <a:gd name="connsiteX220" fmla="*/ 3952875 w 4045267"/>
              <a:gd name="connsiteY220" fmla="*/ 1400108 h 1507589"/>
              <a:gd name="connsiteX221" fmla="*/ 3952875 w 4045267"/>
              <a:gd name="connsiteY221" fmla="*/ 1423887 h 1507589"/>
              <a:gd name="connsiteX222" fmla="*/ 3968115 w 4045267"/>
              <a:gd name="connsiteY222" fmla="*/ 1423887 h 1507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4045267" h="1507589">
                <a:moveTo>
                  <a:pt x="0" y="1398206"/>
                </a:moveTo>
                <a:lnTo>
                  <a:pt x="733425" y="1398206"/>
                </a:lnTo>
                <a:lnTo>
                  <a:pt x="733425" y="1502833"/>
                </a:lnTo>
                <a:lnTo>
                  <a:pt x="0" y="1502833"/>
                </a:lnTo>
                <a:lnTo>
                  <a:pt x="0" y="1398206"/>
                </a:lnTo>
                <a:close/>
                <a:moveTo>
                  <a:pt x="0" y="1303090"/>
                </a:moveTo>
                <a:lnTo>
                  <a:pt x="733425" y="1303090"/>
                </a:lnTo>
                <a:lnTo>
                  <a:pt x="733425" y="1198462"/>
                </a:lnTo>
                <a:lnTo>
                  <a:pt x="0" y="1198462"/>
                </a:lnTo>
                <a:lnTo>
                  <a:pt x="0" y="1303090"/>
                </a:lnTo>
                <a:close/>
                <a:moveTo>
                  <a:pt x="209550" y="1103346"/>
                </a:moveTo>
                <a:lnTo>
                  <a:pt x="523875" y="1103346"/>
                </a:lnTo>
                <a:lnTo>
                  <a:pt x="523875" y="998718"/>
                </a:lnTo>
                <a:lnTo>
                  <a:pt x="209550" y="998718"/>
                </a:lnTo>
                <a:lnTo>
                  <a:pt x="209550" y="1103346"/>
                </a:lnTo>
                <a:close/>
                <a:moveTo>
                  <a:pt x="209550" y="903602"/>
                </a:moveTo>
                <a:lnTo>
                  <a:pt x="523875" y="903602"/>
                </a:lnTo>
                <a:lnTo>
                  <a:pt x="523875" y="798975"/>
                </a:lnTo>
                <a:lnTo>
                  <a:pt x="209550" y="798975"/>
                </a:lnTo>
                <a:lnTo>
                  <a:pt x="209550" y="903602"/>
                </a:lnTo>
                <a:close/>
                <a:moveTo>
                  <a:pt x="209550" y="703859"/>
                </a:moveTo>
                <a:lnTo>
                  <a:pt x="523875" y="703859"/>
                </a:lnTo>
                <a:lnTo>
                  <a:pt x="523875" y="599231"/>
                </a:lnTo>
                <a:lnTo>
                  <a:pt x="209550" y="599231"/>
                </a:lnTo>
                <a:lnTo>
                  <a:pt x="209550" y="703859"/>
                </a:lnTo>
                <a:close/>
                <a:moveTo>
                  <a:pt x="523875" y="399487"/>
                </a:moveTo>
                <a:lnTo>
                  <a:pt x="209550" y="399487"/>
                </a:lnTo>
                <a:lnTo>
                  <a:pt x="209550" y="504115"/>
                </a:lnTo>
                <a:lnTo>
                  <a:pt x="523875" y="504115"/>
                </a:lnTo>
                <a:lnTo>
                  <a:pt x="523875" y="399487"/>
                </a:lnTo>
                <a:close/>
                <a:moveTo>
                  <a:pt x="0" y="304371"/>
                </a:moveTo>
                <a:lnTo>
                  <a:pt x="733425" y="304371"/>
                </a:lnTo>
                <a:lnTo>
                  <a:pt x="733425" y="199744"/>
                </a:lnTo>
                <a:lnTo>
                  <a:pt x="0" y="199744"/>
                </a:lnTo>
                <a:lnTo>
                  <a:pt x="0" y="304371"/>
                </a:lnTo>
                <a:close/>
                <a:moveTo>
                  <a:pt x="0" y="104628"/>
                </a:moveTo>
                <a:lnTo>
                  <a:pt x="733425" y="104628"/>
                </a:lnTo>
                <a:lnTo>
                  <a:pt x="733425" y="0"/>
                </a:lnTo>
                <a:lnTo>
                  <a:pt x="0" y="0"/>
                </a:lnTo>
                <a:lnTo>
                  <a:pt x="0" y="104628"/>
                </a:lnTo>
                <a:close/>
                <a:moveTo>
                  <a:pt x="838200" y="1303090"/>
                </a:moveTo>
                <a:lnTo>
                  <a:pt x="1956435" y="1303090"/>
                </a:lnTo>
                <a:cubicBezTo>
                  <a:pt x="1975485" y="1270750"/>
                  <a:pt x="1989773" y="1235557"/>
                  <a:pt x="1998345" y="1198462"/>
                </a:cubicBezTo>
                <a:lnTo>
                  <a:pt x="838200" y="1198462"/>
                </a:lnTo>
                <a:lnTo>
                  <a:pt x="838200" y="1303090"/>
                </a:lnTo>
                <a:close/>
                <a:moveTo>
                  <a:pt x="1868805" y="798975"/>
                </a:moveTo>
                <a:lnTo>
                  <a:pt x="1047750" y="798975"/>
                </a:lnTo>
                <a:lnTo>
                  <a:pt x="1047750" y="903602"/>
                </a:lnTo>
                <a:lnTo>
                  <a:pt x="1956435" y="903602"/>
                </a:lnTo>
                <a:cubicBezTo>
                  <a:pt x="1932623" y="863654"/>
                  <a:pt x="1903095" y="828461"/>
                  <a:pt x="1868805" y="798975"/>
                </a:cubicBezTo>
                <a:close/>
                <a:moveTo>
                  <a:pt x="1047750" y="599231"/>
                </a:moveTo>
                <a:lnTo>
                  <a:pt x="1047750" y="703859"/>
                </a:lnTo>
                <a:lnTo>
                  <a:pt x="1868805" y="703859"/>
                </a:lnTo>
                <a:cubicBezTo>
                  <a:pt x="1904048" y="674373"/>
                  <a:pt x="1933575" y="639180"/>
                  <a:pt x="1956435" y="599231"/>
                </a:cubicBezTo>
                <a:lnTo>
                  <a:pt x="1047750" y="599231"/>
                </a:lnTo>
                <a:close/>
                <a:moveTo>
                  <a:pt x="1956435" y="199744"/>
                </a:moveTo>
                <a:lnTo>
                  <a:pt x="838200" y="199744"/>
                </a:lnTo>
                <a:lnTo>
                  <a:pt x="838200" y="304371"/>
                </a:lnTo>
                <a:lnTo>
                  <a:pt x="1998345" y="304371"/>
                </a:lnTo>
                <a:cubicBezTo>
                  <a:pt x="1988820" y="267276"/>
                  <a:pt x="1974532" y="232083"/>
                  <a:pt x="1956435" y="199744"/>
                </a:cubicBezTo>
                <a:close/>
                <a:moveTo>
                  <a:pt x="1609725" y="0"/>
                </a:moveTo>
                <a:lnTo>
                  <a:pt x="838200" y="0"/>
                </a:lnTo>
                <a:lnTo>
                  <a:pt x="838200" y="104628"/>
                </a:lnTo>
                <a:lnTo>
                  <a:pt x="1879282" y="104628"/>
                </a:lnTo>
                <a:cubicBezTo>
                  <a:pt x="1808798" y="39949"/>
                  <a:pt x="1713548" y="0"/>
                  <a:pt x="1609725" y="0"/>
                </a:cubicBezTo>
                <a:close/>
                <a:moveTo>
                  <a:pt x="1047750" y="504115"/>
                </a:moveTo>
                <a:lnTo>
                  <a:pt x="1362075" y="504115"/>
                </a:lnTo>
                <a:lnTo>
                  <a:pt x="1362075" y="399487"/>
                </a:lnTo>
                <a:lnTo>
                  <a:pt x="1047750" y="399487"/>
                </a:lnTo>
                <a:lnTo>
                  <a:pt x="1047750" y="504115"/>
                </a:lnTo>
                <a:close/>
                <a:moveTo>
                  <a:pt x="1657350" y="504115"/>
                </a:moveTo>
                <a:lnTo>
                  <a:pt x="1995488" y="504115"/>
                </a:lnTo>
                <a:cubicBezTo>
                  <a:pt x="2004060" y="470824"/>
                  <a:pt x="2009775" y="435631"/>
                  <a:pt x="2009775" y="399487"/>
                </a:cubicBezTo>
                <a:lnTo>
                  <a:pt x="1657350" y="399487"/>
                </a:lnTo>
                <a:lnTo>
                  <a:pt x="1657350" y="504115"/>
                </a:lnTo>
                <a:close/>
                <a:moveTo>
                  <a:pt x="1047750" y="1103346"/>
                </a:moveTo>
                <a:lnTo>
                  <a:pt x="1362075" y="1103346"/>
                </a:lnTo>
                <a:lnTo>
                  <a:pt x="1362075" y="998718"/>
                </a:lnTo>
                <a:lnTo>
                  <a:pt x="1047750" y="998718"/>
                </a:lnTo>
                <a:lnTo>
                  <a:pt x="1047750" y="1103346"/>
                </a:lnTo>
                <a:close/>
                <a:moveTo>
                  <a:pt x="1657350" y="998718"/>
                </a:moveTo>
                <a:lnTo>
                  <a:pt x="1657350" y="1103346"/>
                </a:lnTo>
                <a:lnTo>
                  <a:pt x="2009775" y="1103346"/>
                </a:lnTo>
                <a:cubicBezTo>
                  <a:pt x="2009775" y="1067202"/>
                  <a:pt x="2005013" y="1032009"/>
                  <a:pt x="1995488" y="998718"/>
                </a:cubicBezTo>
                <a:lnTo>
                  <a:pt x="1657350" y="998718"/>
                </a:lnTo>
                <a:close/>
                <a:moveTo>
                  <a:pt x="838200" y="1502833"/>
                </a:moveTo>
                <a:lnTo>
                  <a:pt x="1609725" y="1502833"/>
                </a:lnTo>
                <a:cubicBezTo>
                  <a:pt x="1714500" y="1502833"/>
                  <a:pt x="1808798" y="1462885"/>
                  <a:pt x="1879282" y="1398206"/>
                </a:cubicBezTo>
                <a:lnTo>
                  <a:pt x="838200" y="1398206"/>
                </a:lnTo>
                <a:lnTo>
                  <a:pt x="838200" y="1502833"/>
                </a:lnTo>
                <a:close/>
                <a:moveTo>
                  <a:pt x="2933700" y="1502833"/>
                </a:moveTo>
                <a:lnTo>
                  <a:pt x="2969895" y="1398206"/>
                </a:lnTo>
                <a:lnTo>
                  <a:pt x="2897505" y="1398206"/>
                </a:lnTo>
                <a:lnTo>
                  <a:pt x="2933700" y="1502833"/>
                </a:lnTo>
                <a:close/>
                <a:moveTo>
                  <a:pt x="2864168" y="1303090"/>
                </a:moveTo>
                <a:lnTo>
                  <a:pt x="3004185" y="1303090"/>
                </a:lnTo>
                <a:lnTo>
                  <a:pt x="3041333" y="1198462"/>
                </a:lnTo>
                <a:lnTo>
                  <a:pt x="2827973" y="1198462"/>
                </a:lnTo>
                <a:lnTo>
                  <a:pt x="2864168" y="1303090"/>
                </a:lnTo>
                <a:close/>
                <a:moveTo>
                  <a:pt x="2793683" y="1103346"/>
                </a:moveTo>
                <a:lnTo>
                  <a:pt x="3073718" y="1103346"/>
                </a:lnTo>
                <a:lnTo>
                  <a:pt x="3110865" y="998718"/>
                </a:lnTo>
                <a:lnTo>
                  <a:pt x="2757488" y="998718"/>
                </a:lnTo>
                <a:lnTo>
                  <a:pt x="2793683" y="1103346"/>
                </a:lnTo>
                <a:close/>
                <a:moveTo>
                  <a:pt x="2723198" y="903602"/>
                </a:moveTo>
                <a:lnTo>
                  <a:pt x="3144203" y="903602"/>
                </a:lnTo>
                <a:lnTo>
                  <a:pt x="3181350" y="798975"/>
                </a:lnTo>
                <a:lnTo>
                  <a:pt x="2687003" y="798975"/>
                </a:lnTo>
                <a:lnTo>
                  <a:pt x="2723198" y="903602"/>
                </a:lnTo>
                <a:close/>
                <a:moveTo>
                  <a:pt x="2305050" y="504115"/>
                </a:moveTo>
                <a:lnTo>
                  <a:pt x="2870835" y="504115"/>
                </a:lnTo>
                <a:lnTo>
                  <a:pt x="2834640" y="399487"/>
                </a:lnTo>
                <a:lnTo>
                  <a:pt x="2305050" y="399487"/>
                </a:lnTo>
                <a:lnTo>
                  <a:pt x="2305050" y="504115"/>
                </a:lnTo>
                <a:close/>
                <a:moveTo>
                  <a:pt x="3066098" y="304371"/>
                </a:moveTo>
                <a:lnTo>
                  <a:pt x="3771900" y="304371"/>
                </a:lnTo>
                <a:lnTo>
                  <a:pt x="3771900" y="199744"/>
                </a:lnTo>
                <a:lnTo>
                  <a:pt x="3102293" y="199744"/>
                </a:lnTo>
                <a:lnTo>
                  <a:pt x="3066098" y="304371"/>
                </a:lnTo>
                <a:close/>
                <a:moveTo>
                  <a:pt x="3171825" y="0"/>
                </a:moveTo>
                <a:lnTo>
                  <a:pt x="3135630" y="104628"/>
                </a:lnTo>
                <a:lnTo>
                  <a:pt x="3771900" y="104628"/>
                </a:lnTo>
                <a:lnTo>
                  <a:pt x="3771900" y="0"/>
                </a:lnTo>
                <a:lnTo>
                  <a:pt x="3171825" y="0"/>
                </a:lnTo>
                <a:close/>
                <a:moveTo>
                  <a:pt x="2095500" y="1502833"/>
                </a:moveTo>
                <a:lnTo>
                  <a:pt x="2619375" y="1502833"/>
                </a:lnTo>
                <a:lnTo>
                  <a:pt x="2619375" y="1398206"/>
                </a:lnTo>
                <a:lnTo>
                  <a:pt x="2095500" y="1398206"/>
                </a:lnTo>
                <a:lnTo>
                  <a:pt x="2095500" y="1502833"/>
                </a:lnTo>
                <a:close/>
                <a:moveTo>
                  <a:pt x="2095500" y="1303090"/>
                </a:moveTo>
                <a:lnTo>
                  <a:pt x="2619375" y="1303090"/>
                </a:lnTo>
                <a:lnTo>
                  <a:pt x="2619375" y="1198462"/>
                </a:lnTo>
                <a:lnTo>
                  <a:pt x="2095500" y="1198462"/>
                </a:lnTo>
                <a:lnTo>
                  <a:pt x="2095500" y="1303090"/>
                </a:lnTo>
                <a:close/>
                <a:moveTo>
                  <a:pt x="2305050" y="1103346"/>
                </a:moveTo>
                <a:lnTo>
                  <a:pt x="2619375" y="1103346"/>
                </a:lnTo>
                <a:lnTo>
                  <a:pt x="2619375" y="998718"/>
                </a:lnTo>
                <a:lnTo>
                  <a:pt x="2305050" y="998718"/>
                </a:lnTo>
                <a:lnTo>
                  <a:pt x="2305050" y="1103346"/>
                </a:lnTo>
                <a:close/>
                <a:moveTo>
                  <a:pt x="2305050" y="903602"/>
                </a:moveTo>
                <a:lnTo>
                  <a:pt x="2619375" y="903602"/>
                </a:lnTo>
                <a:lnTo>
                  <a:pt x="2619375" y="798975"/>
                </a:lnTo>
                <a:lnTo>
                  <a:pt x="2305050" y="798975"/>
                </a:lnTo>
                <a:lnTo>
                  <a:pt x="2305050" y="903602"/>
                </a:lnTo>
                <a:close/>
                <a:moveTo>
                  <a:pt x="3562350" y="399487"/>
                </a:moveTo>
                <a:lnTo>
                  <a:pt x="3032760" y="399487"/>
                </a:lnTo>
                <a:lnTo>
                  <a:pt x="2996565" y="504115"/>
                </a:lnTo>
                <a:lnTo>
                  <a:pt x="3562350" y="504115"/>
                </a:lnTo>
                <a:lnTo>
                  <a:pt x="3562350" y="399487"/>
                </a:lnTo>
                <a:close/>
                <a:moveTo>
                  <a:pt x="3248025" y="703859"/>
                </a:moveTo>
                <a:lnTo>
                  <a:pt x="3562350" y="703859"/>
                </a:lnTo>
                <a:lnTo>
                  <a:pt x="3562350" y="599231"/>
                </a:lnTo>
                <a:lnTo>
                  <a:pt x="2963228" y="599231"/>
                </a:lnTo>
                <a:lnTo>
                  <a:pt x="2933700" y="683884"/>
                </a:lnTo>
                <a:lnTo>
                  <a:pt x="2904173" y="599231"/>
                </a:lnTo>
                <a:lnTo>
                  <a:pt x="2305050" y="599231"/>
                </a:lnTo>
                <a:lnTo>
                  <a:pt x="2305050" y="703859"/>
                </a:lnTo>
                <a:lnTo>
                  <a:pt x="2619375" y="703859"/>
                </a:lnTo>
                <a:lnTo>
                  <a:pt x="2619375" y="607791"/>
                </a:lnTo>
                <a:lnTo>
                  <a:pt x="2652713" y="703859"/>
                </a:lnTo>
                <a:lnTo>
                  <a:pt x="3213735" y="703859"/>
                </a:lnTo>
                <a:lnTo>
                  <a:pt x="3247073" y="607791"/>
                </a:lnTo>
                <a:lnTo>
                  <a:pt x="3248025" y="703859"/>
                </a:lnTo>
                <a:close/>
                <a:moveTo>
                  <a:pt x="3562350" y="798975"/>
                </a:moveTo>
                <a:lnTo>
                  <a:pt x="3248025" y="798975"/>
                </a:lnTo>
                <a:lnTo>
                  <a:pt x="3248025" y="903602"/>
                </a:lnTo>
                <a:lnTo>
                  <a:pt x="3562350" y="903602"/>
                </a:lnTo>
                <a:lnTo>
                  <a:pt x="3562350" y="798975"/>
                </a:lnTo>
                <a:close/>
                <a:moveTo>
                  <a:pt x="3248025" y="1103346"/>
                </a:moveTo>
                <a:lnTo>
                  <a:pt x="3562350" y="1103346"/>
                </a:lnTo>
                <a:lnTo>
                  <a:pt x="3562350" y="998718"/>
                </a:lnTo>
                <a:lnTo>
                  <a:pt x="3248025" y="998718"/>
                </a:lnTo>
                <a:lnTo>
                  <a:pt x="3248025" y="1103346"/>
                </a:lnTo>
                <a:close/>
                <a:moveTo>
                  <a:pt x="3248025" y="1303090"/>
                </a:moveTo>
                <a:lnTo>
                  <a:pt x="3771900" y="1303090"/>
                </a:lnTo>
                <a:lnTo>
                  <a:pt x="3771900" y="1198462"/>
                </a:lnTo>
                <a:lnTo>
                  <a:pt x="3248025" y="1198462"/>
                </a:lnTo>
                <a:lnTo>
                  <a:pt x="3248025" y="1303090"/>
                </a:lnTo>
                <a:close/>
                <a:moveTo>
                  <a:pt x="3248025" y="1502833"/>
                </a:moveTo>
                <a:lnTo>
                  <a:pt x="3771900" y="1502833"/>
                </a:lnTo>
                <a:lnTo>
                  <a:pt x="3771900" y="1398206"/>
                </a:lnTo>
                <a:lnTo>
                  <a:pt x="3248025" y="1398206"/>
                </a:lnTo>
                <a:lnTo>
                  <a:pt x="3248025" y="1502833"/>
                </a:lnTo>
                <a:close/>
                <a:moveTo>
                  <a:pt x="2801303" y="304371"/>
                </a:moveTo>
                <a:lnTo>
                  <a:pt x="2765108" y="199744"/>
                </a:lnTo>
                <a:lnTo>
                  <a:pt x="2095500" y="199744"/>
                </a:lnTo>
                <a:lnTo>
                  <a:pt x="2095500" y="304371"/>
                </a:lnTo>
                <a:lnTo>
                  <a:pt x="2801303" y="304371"/>
                </a:lnTo>
                <a:close/>
                <a:moveTo>
                  <a:pt x="2731770" y="104628"/>
                </a:moveTo>
                <a:lnTo>
                  <a:pt x="2695575" y="0"/>
                </a:lnTo>
                <a:lnTo>
                  <a:pt x="2095500" y="0"/>
                </a:lnTo>
                <a:lnTo>
                  <a:pt x="2095500" y="104628"/>
                </a:lnTo>
                <a:lnTo>
                  <a:pt x="2731770" y="104628"/>
                </a:lnTo>
                <a:close/>
                <a:moveTo>
                  <a:pt x="3885248" y="1424838"/>
                </a:moveTo>
                <a:cubicBezTo>
                  <a:pt x="3885248" y="1378231"/>
                  <a:pt x="3920490" y="1342087"/>
                  <a:pt x="3965258" y="1342087"/>
                </a:cubicBezTo>
                <a:cubicBezTo>
                  <a:pt x="4010025" y="1342087"/>
                  <a:pt x="4045268" y="1377280"/>
                  <a:pt x="4045268" y="1424838"/>
                </a:cubicBezTo>
                <a:cubicBezTo>
                  <a:pt x="4045268" y="1471445"/>
                  <a:pt x="4010025" y="1507589"/>
                  <a:pt x="3965258" y="1507589"/>
                </a:cubicBezTo>
                <a:cubicBezTo>
                  <a:pt x="3920490" y="1506638"/>
                  <a:pt x="3885248" y="1471445"/>
                  <a:pt x="3885248" y="1424838"/>
                </a:cubicBezTo>
                <a:close/>
                <a:moveTo>
                  <a:pt x="4026218" y="1429594"/>
                </a:moveTo>
                <a:lnTo>
                  <a:pt x="4026218" y="1419131"/>
                </a:lnTo>
                <a:cubicBezTo>
                  <a:pt x="4026218" y="1385841"/>
                  <a:pt x="3999548" y="1359208"/>
                  <a:pt x="3965258" y="1359208"/>
                </a:cubicBezTo>
                <a:cubicBezTo>
                  <a:pt x="3930015" y="1359208"/>
                  <a:pt x="3904298" y="1385841"/>
                  <a:pt x="3904298" y="1419131"/>
                </a:cubicBezTo>
                <a:lnTo>
                  <a:pt x="3904298" y="1429594"/>
                </a:lnTo>
                <a:cubicBezTo>
                  <a:pt x="3904298" y="1462885"/>
                  <a:pt x="3930968" y="1489517"/>
                  <a:pt x="3965258" y="1489517"/>
                </a:cubicBezTo>
                <a:cubicBezTo>
                  <a:pt x="3999548" y="1489517"/>
                  <a:pt x="4026218" y="1463836"/>
                  <a:pt x="4026218" y="1429594"/>
                </a:cubicBezTo>
                <a:close/>
                <a:moveTo>
                  <a:pt x="3952875" y="1466689"/>
                </a:moveTo>
                <a:lnTo>
                  <a:pt x="3932873" y="1466689"/>
                </a:lnTo>
                <a:lnTo>
                  <a:pt x="3932873" y="1382987"/>
                </a:lnTo>
                <a:lnTo>
                  <a:pt x="3970973" y="1382987"/>
                </a:lnTo>
                <a:cubicBezTo>
                  <a:pt x="3990023" y="1382987"/>
                  <a:pt x="3999548" y="1394401"/>
                  <a:pt x="3999548" y="1409620"/>
                </a:cubicBezTo>
                <a:cubicBezTo>
                  <a:pt x="3999548" y="1422936"/>
                  <a:pt x="3993833" y="1431496"/>
                  <a:pt x="3984308" y="1434350"/>
                </a:cubicBezTo>
                <a:lnTo>
                  <a:pt x="4003358" y="1466689"/>
                </a:lnTo>
                <a:lnTo>
                  <a:pt x="3980498" y="1466689"/>
                </a:lnTo>
                <a:lnTo>
                  <a:pt x="3965258" y="1438155"/>
                </a:lnTo>
                <a:lnTo>
                  <a:pt x="3952875" y="1438155"/>
                </a:lnTo>
                <a:lnTo>
                  <a:pt x="3952875" y="1466689"/>
                </a:lnTo>
                <a:close/>
                <a:moveTo>
                  <a:pt x="3968115" y="1422936"/>
                </a:moveTo>
                <a:cubicBezTo>
                  <a:pt x="3974783" y="1422936"/>
                  <a:pt x="3977640" y="1420082"/>
                  <a:pt x="3977640" y="1414376"/>
                </a:cubicBezTo>
                <a:lnTo>
                  <a:pt x="3977640" y="1408669"/>
                </a:lnTo>
                <a:cubicBezTo>
                  <a:pt x="3977640" y="1402962"/>
                  <a:pt x="3973830" y="1400108"/>
                  <a:pt x="3968115" y="1400108"/>
                </a:cubicBezTo>
                <a:lnTo>
                  <a:pt x="3952875" y="1400108"/>
                </a:lnTo>
                <a:lnTo>
                  <a:pt x="3952875" y="1423887"/>
                </a:lnTo>
                <a:lnTo>
                  <a:pt x="3968115" y="1423887"/>
                </a:lnTo>
                <a:close/>
              </a:path>
            </a:pathLst>
          </a:custGeom>
          <a:solidFill>
            <a:srgbClr val="000000"/>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180058754"/>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1105574214"/>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3715843610"/>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3088751558"/>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2957206198"/>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051857052"/>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15195857"/>
      </p:ext>
    </p:extLst>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74042073"/>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56953774"/>
      </p:ext>
    </p:extLst>
  </p:cSld>
  <p:clrMapOvr>
    <a:masterClrMapping/>
  </p:clrMapOvr>
  <p:transition spd="med"/>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42673274"/>
      </p:ext>
    </p:extLst>
  </p:cSld>
  <p:clrMapOvr>
    <a:masterClrMapping/>
  </p:clrMapOvr>
  <p:transition spd="med"/>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2604688857"/>
      </p:ext>
    </p:extLst>
  </p:cSld>
  <p:clrMapOvr>
    <a:masterClrMapping/>
  </p:clrMapOvr>
  <p:transition spd="med"/>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37561976"/>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13742936"/>
      </p:ext>
    </p:extLst>
  </p:cSld>
  <p:clrMapOvr>
    <a:masterClrMapping/>
  </p:clrMapOvr>
  <p:transition spd="med"/>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15635637"/>
      </p:ext>
    </p:extLst>
  </p:cSld>
  <p:clrMapOvr>
    <a:masterClrMapping/>
  </p:clrMapOvr>
  <p:transition spd="med"/>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80123917"/>
      </p:ext>
    </p:extLst>
  </p:cSld>
  <p:clrMapOvr>
    <a:masterClrMapping/>
  </p:clrMapOvr>
  <p:transition spd="med"/>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37829101"/>
      </p:ext>
    </p:extLst>
  </p:cSld>
  <p:clrMapOvr>
    <a:masterClrMapping/>
  </p:clrMapOvr>
  <p:transition spd="med"/>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13197434"/>
      </p:ext>
    </p:extLst>
  </p:cSld>
  <p:clrMapOvr>
    <a:masterClrMapping/>
  </p:clrMapOvr>
  <p:transition spd="med"/>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92074584"/>
      </p:ext>
    </p:extLst>
  </p:cSld>
  <p:clrMapOvr>
    <a:masterClrMapping/>
  </p:clrMapOvr>
  <p:transition spd="med"/>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8158722"/>
      </p:ext>
    </p:extLst>
  </p:cSld>
  <p:clrMapOvr>
    <a:masterClrMapping/>
  </p:clrMapOvr>
  <p:transition spd="med"/>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23606811"/>
      </p:ext>
    </p:extLst>
  </p:cSld>
  <p:clrMapOvr>
    <a:masterClrMapping/>
  </p:clrMapOvr>
  <p:transition spd="med"/>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9459306"/>
      </p:ext>
    </p:extLst>
  </p:cSld>
  <p:clrMapOvr>
    <a:masterClrMapping/>
  </p:clrMapOvr>
  <p:transition spd="med"/>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74698160"/>
      </p:ext>
    </p:extLst>
  </p:cSld>
  <p:clrMapOvr>
    <a:masterClrMapping/>
  </p:clrMapOvr>
  <p:transition spd="med"/>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83008850"/>
      </p:ext>
    </p:extLst>
  </p:cSld>
  <p:clrMapOvr>
    <a:masterClrMapping/>
  </p:clrMapOvr>
  <p:transition spd="med"/>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13745289"/>
      </p:ext>
    </p:extLst>
  </p:cSld>
  <p:clrMapOvr>
    <a:masterClrMapping/>
  </p:clrMapOvr>
  <p:transition spd="med"/>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66788553"/>
      </p:ext>
    </p:extLst>
  </p:cSld>
  <p:clrMapOvr>
    <a:masterClrMapping/>
  </p:clrMapOvr>
  <p:transition spd="med"/>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r>
              <a:rPr lang="en-US"/>
              <a:t>IBM Consulting for Nestlé | IBM confidential</a:t>
            </a:r>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28843032"/>
      </p:ext>
    </p:extLst>
  </p:cSld>
  <p:clrMapOvr>
    <a:masterClrMapping/>
  </p:clrMapOvr>
  <p:transition spd="med"/>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01835719"/>
      </p:ext>
    </p:extLst>
  </p:cSld>
  <p:clrMapOvr>
    <a:masterClrMapping/>
  </p:clrMapOvr>
  <p:transition spd="med"/>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46954491"/>
      </p:ext>
    </p:extLst>
  </p:cSld>
  <p:clrMapOvr>
    <a:masterClrMapping/>
  </p:clrMapOvr>
  <p:transition spd="med"/>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p>
        </p:txBody>
      </p:sp>
    </p:spTree>
    <p:extLst>
      <p:ext uri="{BB962C8B-B14F-4D97-AF65-F5344CB8AC3E}">
        <p14:creationId xmlns:p14="http://schemas.microsoft.com/office/powerpoint/2010/main" val="4272355793"/>
      </p:ext>
    </p:extLst>
  </p:cSld>
  <p:clrMapOvr>
    <a:masterClrMapping/>
  </p:clrMapOvr>
  <p:transition spd="med"/>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4162435344"/>
      </p:ext>
    </p:extLst>
  </p:cSld>
  <p:clrMapOvr>
    <a:masterClrMapping/>
  </p:clrMapOvr>
  <p:transition spd="med"/>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14733405"/>
      </p:ext>
    </p:extLst>
  </p:cSld>
  <p:clrMapOvr>
    <a:masterClrMapping/>
  </p:clrMapOvr>
  <p:transition spd="med"/>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748558580"/>
      </p:ext>
    </p:extLst>
  </p:cSld>
  <p:clrMapOvr>
    <a:masterClrMapping/>
  </p:clrMapOvr>
  <p:transition spd="med"/>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r>
              <a:rPr lang="en-US"/>
              <a:t>IBM Consulting for Nestlé | IBM confidential</a:t>
            </a:r>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65677889"/>
      </p:ext>
    </p:extLst>
  </p:cSld>
  <p:clrMapOvr>
    <a:masterClrMapping/>
  </p:clrMapOvr>
  <p:transition spd="med"/>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34057396"/>
      </p:ext>
    </p:extLst>
  </p:cSld>
  <p:clrMapOvr>
    <a:masterClrMapping/>
  </p:clrMapOvr>
  <p:transition spd="med"/>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74131267"/>
      </p:ext>
    </p:extLst>
  </p:cSld>
  <p:clrMapOvr>
    <a:masterClrMapping/>
  </p:clrMapOvr>
  <p:transition spd="med"/>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236102940"/>
      </p:ext>
    </p:extLst>
  </p:cSld>
  <p:clrMapOvr>
    <a:masterClrMapping/>
  </p:clrMapOvr>
  <p:transition spd="med"/>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11041253" cy="701859"/>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973570675"/>
      </p:ext>
    </p:extLst>
  </p:cSld>
  <p:clrMapOvr>
    <a:masterClrMapping/>
  </p:clrMapOvr>
  <p:transition spd="med"/>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87804273"/>
      </p:ext>
    </p:extLst>
  </p:cSld>
  <p:clrMapOvr>
    <a:masterClrMapping/>
  </p:clrMapOvr>
  <p:transition spd="med"/>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1069993223"/>
      </p:ext>
    </p:extLst>
  </p:cSld>
  <p:clrMapOvr>
    <a:masterClrMapping/>
  </p:clrMapOvr>
  <p:transition spd="med"/>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58350989"/>
      </p:ext>
    </p:extLst>
  </p:cSld>
  <p:clrMapOvr>
    <a:masterClrMapping/>
  </p:clrMapOvr>
  <p:transition spd="med"/>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605601255"/>
      </p:ext>
    </p:extLst>
  </p:cSld>
  <p:clrMapOvr>
    <a:masterClrMapping/>
  </p:clrMapOvr>
  <p:transition spd="med"/>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65476472"/>
      </p:ext>
    </p:extLst>
  </p:cSld>
  <p:clrMapOvr>
    <a:masterClrMapping/>
  </p:clrMapOvr>
  <p:transition spd="med"/>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39214964"/>
      </p:ext>
    </p:extLst>
  </p:cSld>
  <p:clrMapOvr>
    <a:masterClrMapping/>
  </p:clrMapOvr>
  <p:transition spd="med"/>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541297187"/>
      </p:ext>
    </p:extLst>
  </p:cSld>
  <p:clrMapOvr>
    <a:masterClrMapping/>
  </p:clrMapOvr>
  <p:transition spd="med"/>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58283954"/>
      </p:ext>
    </p:extLst>
  </p:cSld>
  <p:clrMapOvr>
    <a:masterClrMapping/>
  </p:clrMapOvr>
  <p:transition spd="med"/>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48699626"/>
      </p:ext>
    </p:extLst>
  </p:cSld>
  <p:clrMapOvr>
    <a:masterClrMapping/>
  </p:clrMapOvr>
  <p:transition spd="med"/>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23236500" cy="701859"/>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0" y="261855"/>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3272410355"/>
      </p:ext>
    </p:extLst>
  </p:cSld>
  <p:clrMapOvr>
    <a:masterClrMapping/>
  </p:clrMapOvr>
  <p:transition spd="med"/>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Blank slide + bg">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04C368F-0A2B-62F6-52C1-86D0B77A0063}"/>
              </a:ext>
            </a:extLst>
          </p:cNvPr>
          <p:cNvSpPr/>
          <p:nvPr userDrawn="1"/>
        </p:nvSpPr>
        <p:spPr bwMode="auto">
          <a:xfrm>
            <a:off x="0" y="0"/>
            <a:ext cx="6096000" cy="1371600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4948500" cy="1446678"/>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1" y="261855"/>
            <a:ext cx="4948500" cy="318998"/>
          </a:xfrm>
        </p:spPr>
        <p:txBody>
          <a:bodyPr wrap="square">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968485622"/>
      </p:ext>
    </p:extLst>
  </p:cSld>
  <p:clrMapOvr>
    <a:masterClrMapping/>
  </p:clrMapOvr>
  <p:transition spd="med"/>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07123692"/>
      </p:ext>
    </p:extLst>
  </p:cSld>
  <p:clrMapOvr>
    <a:masterClrMapping/>
  </p:clrMapOvr>
  <p:transition spd="med"/>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90933143"/>
      </p:ext>
    </p:extLst>
  </p:cSld>
  <p:clrMapOvr>
    <a:masterClrMapping/>
  </p:clrMapOvr>
  <p:transition spd="med"/>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rgbClr val="D0E2FF"/>
        </a:solidFill>
        <a:effectLst/>
      </p:bgPr>
    </p:bg>
    <p:spTree>
      <p:nvGrpSpPr>
        <p:cNvPr id="1" name=""/>
        <p:cNvGrpSpPr/>
        <p:nvPr/>
      </p:nvGrpSpPr>
      <p:grpSpPr>
        <a:xfrm>
          <a:off x="0" y="0"/>
          <a:ext cx="0" cy="0"/>
          <a:chOff x="0" y="0"/>
          <a:chExt cx="0" cy="0"/>
        </a:xfrm>
      </p:grpSpPr>
      <p:sp>
        <p:nvSpPr>
          <p:cNvPr id="3" name="Graphic 9">
            <a:extLst>
              <a:ext uri="{FF2B5EF4-FFF2-40B4-BE49-F238E27FC236}">
                <a16:creationId xmlns:a16="http://schemas.microsoft.com/office/drawing/2014/main" id="{4CB75BA2-7C12-D311-A0E7-41835D163FFE}"/>
              </a:ext>
            </a:extLst>
          </p:cNvPr>
          <p:cNvSpPr/>
          <p:nvPr userDrawn="1"/>
        </p:nvSpPr>
        <p:spPr>
          <a:xfrm>
            <a:off x="10495914" y="6181599"/>
            <a:ext cx="3395346" cy="1352802"/>
          </a:xfrm>
          <a:custGeom>
            <a:avLst/>
            <a:gdLst>
              <a:gd name="connsiteX0" fmla="*/ 0 w 3771900"/>
              <a:gd name="connsiteY0" fmla="*/ 1398206 h 1502833"/>
              <a:gd name="connsiteX1" fmla="*/ 733425 w 3771900"/>
              <a:gd name="connsiteY1" fmla="*/ 1398206 h 1502833"/>
              <a:gd name="connsiteX2" fmla="*/ 733425 w 3771900"/>
              <a:gd name="connsiteY2" fmla="*/ 1502833 h 1502833"/>
              <a:gd name="connsiteX3" fmla="*/ 0 w 3771900"/>
              <a:gd name="connsiteY3" fmla="*/ 1502833 h 1502833"/>
              <a:gd name="connsiteX4" fmla="*/ 0 w 3771900"/>
              <a:gd name="connsiteY4" fmla="*/ 1398206 h 1502833"/>
              <a:gd name="connsiteX5" fmla="*/ 0 w 3771900"/>
              <a:gd name="connsiteY5" fmla="*/ 1303090 h 1502833"/>
              <a:gd name="connsiteX6" fmla="*/ 733425 w 3771900"/>
              <a:gd name="connsiteY6" fmla="*/ 1303090 h 1502833"/>
              <a:gd name="connsiteX7" fmla="*/ 733425 w 3771900"/>
              <a:gd name="connsiteY7" fmla="*/ 1198462 h 1502833"/>
              <a:gd name="connsiteX8" fmla="*/ 0 w 3771900"/>
              <a:gd name="connsiteY8" fmla="*/ 1198462 h 1502833"/>
              <a:gd name="connsiteX9" fmla="*/ 0 w 3771900"/>
              <a:gd name="connsiteY9" fmla="*/ 1303090 h 1502833"/>
              <a:gd name="connsiteX10" fmla="*/ 209550 w 3771900"/>
              <a:gd name="connsiteY10" fmla="*/ 1103346 h 1502833"/>
              <a:gd name="connsiteX11" fmla="*/ 523875 w 3771900"/>
              <a:gd name="connsiteY11" fmla="*/ 1103346 h 1502833"/>
              <a:gd name="connsiteX12" fmla="*/ 523875 w 3771900"/>
              <a:gd name="connsiteY12" fmla="*/ 998718 h 1502833"/>
              <a:gd name="connsiteX13" fmla="*/ 209550 w 3771900"/>
              <a:gd name="connsiteY13" fmla="*/ 998718 h 1502833"/>
              <a:gd name="connsiteX14" fmla="*/ 209550 w 3771900"/>
              <a:gd name="connsiteY14" fmla="*/ 1103346 h 1502833"/>
              <a:gd name="connsiteX15" fmla="*/ 209550 w 3771900"/>
              <a:gd name="connsiteY15" fmla="*/ 903602 h 1502833"/>
              <a:gd name="connsiteX16" fmla="*/ 523875 w 3771900"/>
              <a:gd name="connsiteY16" fmla="*/ 903602 h 1502833"/>
              <a:gd name="connsiteX17" fmla="*/ 523875 w 3771900"/>
              <a:gd name="connsiteY17" fmla="*/ 798975 h 1502833"/>
              <a:gd name="connsiteX18" fmla="*/ 209550 w 3771900"/>
              <a:gd name="connsiteY18" fmla="*/ 798975 h 1502833"/>
              <a:gd name="connsiteX19" fmla="*/ 209550 w 3771900"/>
              <a:gd name="connsiteY19" fmla="*/ 903602 h 1502833"/>
              <a:gd name="connsiteX20" fmla="*/ 209550 w 3771900"/>
              <a:gd name="connsiteY20" fmla="*/ 703859 h 1502833"/>
              <a:gd name="connsiteX21" fmla="*/ 523875 w 3771900"/>
              <a:gd name="connsiteY21" fmla="*/ 703859 h 1502833"/>
              <a:gd name="connsiteX22" fmla="*/ 523875 w 3771900"/>
              <a:gd name="connsiteY22" fmla="*/ 599231 h 1502833"/>
              <a:gd name="connsiteX23" fmla="*/ 209550 w 3771900"/>
              <a:gd name="connsiteY23" fmla="*/ 599231 h 1502833"/>
              <a:gd name="connsiteX24" fmla="*/ 209550 w 3771900"/>
              <a:gd name="connsiteY24" fmla="*/ 703859 h 1502833"/>
              <a:gd name="connsiteX25" fmla="*/ 523875 w 3771900"/>
              <a:gd name="connsiteY25" fmla="*/ 399487 h 1502833"/>
              <a:gd name="connsiteX26" fmla="*/ 209550 w 3771900"/>
              <a:gd name="connsiteY26" fmla="*/ 399487 h 1502833"/>
              <a:gd name="connsiteX27" fmla="*/ 209550 w 3771900"/>
              <a:gd name="connsiteY27" fmla="*/ 504115 h 1502833"/>
              <a:gd name="connsiteX28" fmla="*/ 523875 w 3771900"/>
              <a:gd name="connsiteY28" fmla="*/ 504115 h 1502833"/>
              <a:gd name="connsiteX29" fmla="*/ 523875 w 3771900"/>
              <a:gd name="connsiteY29" fmla="*/ 399487 h 1502833"/>
              <a:gd name="connsiteX30" fmla="*/ 0 w 3771900"/>
              <a:gd name="connsiteY30" fmla="*/ 304371 h 1502833"/>
              <a:gd name="connsiteX31" fmla="*/ 733425 w 3771900"/>
              <a:gd name="connsiteY31" fmla="*/ 304371 h 1502833"/>
              <a:gd name="connsiteX32" fmla="*/ 733425 w 3771900"/>
              <a:gd name="connsiteY32" fmla="*/ 199744 h 1502833"/>
              <a:gd name="connsiteX33" fmla="*/ 0 w 3771900"/>
              <a:gd name="connsiteY33" fmla="*/ 199744 h 1502833"/>
              <a:gd name="connsiteX34" fmla="*/ 0 w 3771900"/>
              <a:gd name="connsiteY34" fmla="*/ 304371 h 1502833"/>
              <a:gd name="connsiteX35" fmla="*/ 0 w 3771900"/>
              <a:gd name="connsiteY35" fmla="*/ 104628 h 1502833"/>
              <a:gd name="connsiteX36" fmla="*/ 733425 w 3771900"/>
              <a:gd name="connsiteY36" fmla="*/ 104628 h 1502833"/>
              <a:gd name="connsiteX37" fmla="*/ 733425 w 3771900"/>
              <a:gd name="connsiteY37" fmla="*/ 0 h 1502833"/>
              <a:gd name="connsiteX38" fmla="*/ 0 w 3771900"/>
              <a:gd name="connsiteY38" fmla="*/ 0 h 1502833"/>
              <a:gd name="connsiteX39" fmla="*/ 0 w 3771900"/>
              <a:gd name="connsiteY39" fmla="*/ 104628 h 1502833"/>
              <a:gd name="connsiteX40" fmla="*/ 838200 w 3771900"/>
              <a:gd name="connsiteY40" fmla="*/ 1303090 h 1502833"/>
              <a:gd name="connsiteX41" fmla="*/ 1956435 w 3771900"/>
              <a:gd name="connsiteY41" fmla="*/ 1303090 h 1502833"/>
              <a:gd name="connsiteX42" fmla="*/ 1998345 w 3771900"/>
              <a:gd name="connsiteY42" fmla="*/ 1198462 h 1502833"/>
              <a:gd name="connsiteX43" fmla="*/ 838200 w 3771900"/>
              <a:gd name="connsiteY43" fmla="*/ 1198462 h 1502833"/>
              <a:gd name="connsiteX44" fmla="*/ 838200 w 3771900"/>
              <a:gd name="connsiteY44" fmla="*/ 1303090 h 1502833"/>
              <a:gd name="connsiteX45" fmla="*/ 1868805 w 3771900"/>
              <a:gd name="connsiteY45" fmla="*/ 798975 h 1502833"/>
              <a:gd name="connsiteX46" fmla="*/ 1047750 w 3771900"/>
              <a:gd name="connsiteY46" fmla="*/ 798975 h 1502833"/>
              <a:gd name="connsiteX47" fmla="*/ 1047750 w 3771900"/>
              <a:gd name="connsiteY47" fmla="*/ 903602 h 1502833"/>
              <a:gd name="connsiteX48" fmla="*/ 1956435 w 3771900"/>
              <a:gd name="connsiteY48" fmla="*/ 903602 h 1502833"/>
              <a:gd name="connsiteX49" fmla="*/ 1868805 w 3771900"/>
              <a:gd name="connsiteY49" fmla="*/ 798975 h 1502833"/>
              <a:gd name="connsiteX50" fmla="*/ 1047750 w 3771900"/>
              <a:gd name="connsiteY50" fmla="*/ 599231 h 1502833"/>
              <a:gd name="connsiteX51" fmla="*/ 1047750 w 3771900"/>
              <a:gd name="connsiteY51" fmla="*/ 703859 h 1502833"/>
              <a:gd name="connsiteX52" fmla="*/ 1868805 w 3771900"/>
              <a:gd name="connsiteY52" fmla="*/ 703859 h 1502833"/>
              <a:gd name="connsiteX53" fmla="*/ 1956435 w 3771900"/>
              <a:gd name="connsiteY53" fmla="*/ 599231 h 1502833"/>
              <a:gd name="connsiteX54" fmla="*/ 1047750 w 3771900"/>
              <a:gd name="connsiteY54" fmla="*/ 599231 h 1502833"/>
              <a:gd name="connsiteX55" fmla="*/ 1956435 w 3771900"/>
              <a:gd name="connsiteY55" fmla="*/ 199744 h 1502833"/>
              <a:gd name="connsiteX56" fmla="*/ 838200 w 3771900"/>
              <a:gd name="connsiteY56" fmla="*/ 199744 h 1502833"/>
              <a:gd name="connsiteX57" fmla="*/ 838200 w 3771900"/>
              <a:gd name="connsiteY57" fmla="*/ 304371 h 1502833"/>
              <a:gd name="connsiteX58" fmla="*/ 1998345 w 3771900"/>
              <a:gd name="connsiteY58" fmla="*/ 304371 h 1502833"/>
              <a:gd name="connsiteX59" fmla="*/ 1956435 w 3771900"/>
              <a:gd name="connsiteY59" fmla="*/ 199744 h 1502833"/>
              <a:gd name="connsiteX60" fmla="*/ 1609725 w 3771900"/>
              <a:gd name="connsiteY60" fmla="*/ 0 h 1502833"/>
              <a:gd name="connsiteX61" fmla="*/ 838200 w 3771900"/>
              <a:gd name="connsiteY61" fmla="*/ 0 h 1502833"/>
              <a:gd name="connsiteX62" fmla="*/ 838200 w 3771900"/>
              <a:gd name="connsiteY62" fmla="*/ 104628 h 1502833"/>
              <a:gd name="connsiteX63" fmla="*/ 1879282 w 3771900"/>
              <a:gd name="connsiteY63" fmla="*/ 104628 h 1502833"/>
              <a:gd name="connsiteX64" fmla="*/ 1609725 w 3771900"/>
              <a:gd name="connsiteY64" fmla="*/ 0 h 1502833"/>
              <a:gd name="connsiteX65" fmla="*/ 1047750 w 3771900"/>
              <a:gd name="connsiteY65" fmla="*/ 504115 h 1502833"/>
              <a:gd name="connsiteX66" fmla="*/ 1362075 w 3771900"/>
              <a:gd name="connsiteY66" fmla="*/ 504115 h 1502833"/>
              <a:gd name="connsiteX67" fmla="*/ 1362075 w 3771900"/>
              <a:gd name="connsiteY67" fmla="*/ 399487 h 1502833"/>
              <a:gd name="connsiteX68" fmla="*/ 1047750 w 3771900"/>
              <a:gd name="connsiteY68" fmla="*/ 399487 h 1502833"/>
              <a:gd name="connsiteX69" fmla="*/ 1047750 w 3771900"/>
              <a:gd name="connsiteY69" fmla="*/ 504115 h 1502833"/>
              <a:gd name="connsiteX70" fmla="*/ 1657350 w 3771900"/>
              <a:gd name="connsiteY70" fmla="*/ 504115 h 1502833"/>
              <a:gd name="connsiteX71" fmla="*/ 1995488 w 3771900"/>
              <a:gd name="connsiteY71" fmla="*/ 504115 h 1502833"/>
              <a:gd name="connsiteX72" fmla="*/ 2009775 w 3771900"/>
              <a:gd name="connsiteY72" fmla="*/ 399487 h 1502833"/>
              <a:gd name="connsiteX73" fmla="*/ 1657350 w 3771900"/>
              <a:gd name="connsiteY73" fmla="*/ 399487 h 1502833"/>
              <a:gd name="connsiteX74" fmla="*/ 1657350 w 3771900"/>
              <a:gd name="connsiteY74" fmla="*/ 504115 h 1502833"/>
              <a:gd name="connsiteX75" fmla="*/ 1047750 w 3771900"/>
              <a:gd name="connsiteY75" fmla="*/ 1103346 h 1502833"/>
              <a:gd name="connsiteX76" fmla="*/ 1362075 w 3771900"/>
              <a:gd name="connsiteY76" fmla="*/ 1103346 h 1502833"/>
              <a:gd name="connsiteX77" fmla="*/ 1362075 w 3771900"/>
              <a:gd name="connsiteY77" fmla="*/ 998718 h 1502833"/>
              <a:gd name="connsiteX78" fmla="*/ 1047750 w 3771900"/>
              <a:gd name="connsiteY78" fmla="*/ 998718 h 1502833"/>
              <a:gd name="connsiteX79" fmla="*/ 1047750 w 3771900"/>
              <a:gd name="connsiteY79" fmla="*/ 1103346 h 1502833"/>
              <a:gd name="connsiteX80" fmla="*/ 1657350 w 3771900"/>
              <a:gd name="connsiteY80" fmla="*/ 998718 h 1502833"/>
              <a:gd name="connsiteX81" fmla="*/ 1657350 w 3771900"/>
              <a:gd name="connsiteY81" fmla="*/ 1103346 h 1502833"/>
              <a:gd name="connsiteX82" fmla="*/ 2009775 w 3771900"/>
              <a:gd name="connsiteY82" fmla="*/ 1103346 h 1502833"/>
              <a:gd name="connsiteX83" fmla="*/ 1995488 w 3771900"/>
              <a:gd name="connsiteY83" fmla="*/ 998718 h 1502833"/>
              <a:gd name="connsiteX84" fmla="*/ 1657350 w 3771900"/>
              <a:gd name="connsiteY84" fmla="*/ 998718 h 1502833"/>
              <a:gd name="connsiteX85" fmla="*/ 838200 w 3771900"/>
              <a:gd name="connsiteY85" fmla="*/ 1502833 h 1502833"/>
              <a:gd name="connsiteX86" fmla="*/ 1609725 w 3771900"/>
              <a:gd name="connsiteY86" fmla="*/ 1502833 h 1502833"/>
              <a:gd name="connsiteX87" fmla="*/ 1879282 w 3771900"/>
              <a:gd name="connsiteY87" fmla="*/ 1398206 h 1502833"/>
              <a:gd name="connsiteX88" fmla="*/ 838200 w 3771900"/>
              <a:gd name="connsiteY88" fmla="*/ 1398206 h 1502833"/>
              <a:gd name="connsiteX89" fmla="*/ 838200 w 3771900"/>
              <a:gd name="connsiteY89" fmla="*/ 1502833 h 1502833"/>
              <a:gd name="connsiteX90" fmla="*/ 2933700 w 3771900"/>
              <a:gd name="connsiteY90" fmla="*/ 1502833 h 1502833"/>
              <a:gd name="connsiteX91" fmla="*/ 2969895 w 3771900"/>
              <a:gd name="connsiteY91" fmla="*/ 1398206 h 1502833"/>
              <a:gd name="connsiteX92" fmla="*/ 2897505 w 3771900"/>
              <a:gd name="connsiteY92" fmla="*/ 1398206 h 1502833"/>
              <a:gd name="connsiteX93" fmla="*/ 2933700 w 3771900"/>
              <a:gd name="connsiteY93" fmla="*/ 1502833 h 1502833"/>
              <a:gd name="connsiteX94" fmla="*/ 2864168 w 3771900"/>
              <a:gd name="connsiteY94" fmla="*/ 1303090 h 1502833"/>
              <a:gd name="connsiteX95" fmla="*/ 3004185 w 3771900"/>
              <a:gd name="connsiteY95" fmla="*/ 1303090 h 1502833"/>
              <a:gd name="connsiteX96" fmla="*/ 3041333 w 3771900"/>
              <a:gd name="connsiteY96" fmla="*/ 1198462 h 1502833"/>
              <a:gd name="connsiteX97" fmla="*/ 2827973 w 3771900"/>
              <a:gd name="connsiteY97" fmla="*/ 1198462 h 1502833"/>
              <a:gd name="connsiteX98" fmla="*/ 2864168 w 3771900"/>
              <a:gd name="connsiteY98" fmla="*/ 1303090 h 1502833"/>
              <a:gd name="connsiteX99" fmla="*/ 2793683 w 3771900"/>
              <a:gd name="connsiteY99" fmla="*/ 1103346 h 1502833"/>
              <a:gd name="connsiteX100" fmla="*/ 3073718 w 3771900"/>
              <a:gd name="connsiteY100" fmla="*/ 1103346 h 1502833"/>
              <a:gd name="connsiteX101" fmla="*/ 3110865 w 3771900"/>
              <a:gd name="connsiteY101" fmla="*/ 998718 h 1502833"/>
              <a:gd name="connsiteX102" fmla="*/ 2757488 w 3771900"/>
              <a:gd name="connsiteY102" fmla="*/ 998718 h 1502833"/>
              <a:gd name="connsiteX103" fmla="*/ 2793683 w 3771900"/>
              <a:gd name="connsiteY103" fmla="*/ 1103346 h 1502833"/>
              <a:gd name="connsiteX104" fmla="*/ 2723198 w 3771900"/>
              <a:gd name="connsiteY104" fmla="*/ 903602 h 1502833"/>
              <a:gd name="connsiteX105" fmla="*/ 3144203 w 3771900"/>
              <a:gd name="connsiteY105" fmla="*/ 903602 h 1502833"/>
              <a:gd name="connsiteX106" fmla="*/ 3181350 w 3771900"/>
              <a:gd name="connsiteY106" fmla="*/ 798975 h 1502833"/>
              <a:gd name="connsiteX107" fmla="*/ 2687003 w 3771900"/>
              <a:gd name="connsiteY107" fmla="*/ 798975 h 1502833"/>
              <a:gd name="connsiteX108" fmla="*/ 2723198 w 3771900"/>
              <a:gd name="connsiteY108" fmla="*/ 903602 h 1502833"/>
              <a:gd name="connsiteX109" fmla="*/ 2305050 w 3771900"/>
              <a:gd name="connsiteY109" fmla="*/ 504115 h 1502833"/>
              <a:gd name="connsiteX110" fmla="*/ 2870835 w 3771900"/>
              <a:gd name="connsiteY110" fmla="*/ 504115 h 1502833"/>
              <a:gd name="connsiteX111" fmla="*/ 2834640 w 3771900"/>
              <a:gd name="connsiteY111" fmla="*/ 399487 h 1502833"/>
              <a:gd name="connsiteX112" fmla="*/ 2305050 w 3771900"/>
              <a:gd name="connsiteY112" fmla="*/ 399487 h 1502833"/>
              <a:gd name="connsiteX113" fmla="*/ 2305050 w 3771900"/>
              <a:gd name="connsiteY113" fmla="*/ 504115 h 1502833"/>
              <a:gd name="connsiteX114" fmla="*/ 3066098 w 3771900"/>
              <a:gd name="connsiteY114" fmla="*/ 304371 h 1502833"/>
              <a:gd name="connsiteX115" fmla="*/ 3771900 w 3771900"/>
              <a:gd name="connsiteY115" fmla="*/ 304371 h 1502833"/>
              <a:gd name="connsiteX116" fmla="*/ 3771900 w 3771900"/>
              <a:gd name="connsiteY116" fmla="*/ 199744 h 1502833"/>
              <a:gd name="connsiteX117" fmla="*/ 3102293 w 3771900"/>
              <a:gd name="connsiteY117" fmla="*/ 199744 h 1502833"/>
              <a:gd name="connsiteX118" fmla="*/ 3066098 w 3771900"/>
              <a:gd name="connsiteY118" fmla="*/ 304371 h 1502833"/>
              <a:gd name="connsiteX119" fmla="*/ 3171825 w 3771900"/>
              <a:gd name="connsiteY119" fmla="*/ 0 h 1502833"/>
              <a:gd name="connsiteX120" fmla="*/ 3135630 w 3771900"/>
              <a:gd name="connsiteY120" fmla="*/ 104628 h 1502833"/>
              <a:gd name="connsiteX121" fmla="*/ 3771900 w 3771900"/>
              <a:gd name="connsiteY121" fmla="*/ 104628 h 1502833"/>
              <a:gd name="connsiteX122" fmla="*/ 3771900 w 3771900"/>
              <a:gd name="connsiteY122" fmla="*/ 0 h 1502833"/>
              <a:gd name="connsiteX123" fmla="*/ 3171825 w 3771900"/>
              <a:gd name="connsiteY123" fmla="*/ 0 h 1502833"/>
              <a:gd name="connsiteX124" fmla="*/ 2095500 w 3771900"/>
              <a:gd name="connsiteY124" fmla="*/ 1502833 h 1502833"/>
              <a:gd name="connsiteX125" fmla="*/ 2619375 w 3771900"/>
              <a:gd name="connsiteY125" fmla="*/ 1502833 h 1502833"/>
              <a:gd name="connsiteX126" fmla="*/ 2619375 w 3771900"/>
              <a:gd name="connsiteY126" fmla="*/ 1398206 h 1502833"/>
              <a:gd name="connsiteX127" fmla="*/ 2095500 w 3771900"/>
              <a:gd name="connsiteY127" fmla="*/ 1398206 h 1502833"/>
              <a:gd name="connsiteX128" fmla="*/ 2095500 w 3771900"/>
              <a:gd name="connsiteY128" fmla="*/ 1502833 h 1502833"/>
              <a:gd name="connsiteX129" fmla="*/ 2095500 w 3771900"/>
              <a:gd name="connsiteY129" fmla="*/ 1303090 h 1502833"/>
              <a:gd name="connsiteX130" fmla="*/ 2619375 w 3771900"/>
              <a:gd name="connsiteY130" fmla="*/ 1303090 h 1502833"/>
              <a:gd name="connsiteX131" fmla="*/ 2619375 w 3771900"/>
              <a:gd name="connsiteY131" fmla="*/ 1198462 h 1502833"/>
              <a:gd name="connsiteX132" fmla="*/ 2095500 w 3771900"/>
              <a:gd name="connsiteY132" fmla="*/ 1198462 h 1502833"/>
              <a:gd name="connsiteX133" fmla="*/ 2095500 w 3771900"/>
              <a:gd name="connsiteY133" fmla="*/ 1303090 h 1502833"/>
              <a:gd name="connsiteX134" fmla="*/ 2305050 w 3771900"/>
              <a:gd name="connsiteY134" fmla="*/ 1103346 h 1502833"/>
              <a:gd name="connsiteX135" fmla="*/ 2619375 w 3771900"/>
              <a:gd name="connsiteY135" fmla="*/ 1103346 h 1502833"/>
              <a:gd name="connsiteX136" fmla="*/ 2619375 w 3771900"/>
              <a:gd name="connsiteY136" fmla="*/ 998718 h 1502833"/>
              <a:gd name="connsiteX137" fmla="*/ 2305050 w 3771900"/>
              <a:gd name="connsiteY137" fmla="*/ 998718 h 1502833"/>
              <a:gd name="connsiteX138" fmla="*/ 2305050 w 3771900"/>
              <a:gd name="connsiteY138" fmla="*/ 1103346 h 1502833"/>
              <a:gd name="connsiteX139" fmla="*/ 2305050 w 3771900"/>
              <a:gd name="connsiteY139" fmla="*/ 903602 h 1502833"/>
              <a:gd name="connsiteX140" fmla="*/ 2619375 w 3771900"/>
              <a:gd name="connsiteY140" fmla="*/ 903602 h 1502833"/>
              <a:gd name="connsiteX141" fmla="*/ 2619375 w 3771900"/>
              <a:gd name="connsiteY141" fmla="*/ 798975 h 1502833"/>
              <a:gd name="connsiteX142" fmla="*/ 2305050 w 3771900"/>
              <a:gd name="connsiteY142" fmla="*/ 798975 h 1502833"/>
              <a:gd name="connsiteX143" fmla="*/ 2305050 w 3771900"/>
              <a:gd name="connsiteY143" fmla="*/ 903602 h 1502833"/>
              <a:gd name="connsiteX144" fmla="*/ 3562350 w 3771900"/>
              <a:gd name="connsiteY144" fmla="*/ 399487 h 1502833"/>
              <a:gd name="connsiteX145" fmla="*/ 3032760 w 3771900"/>
              <a:gd name="connsiteY145" fmla="*/ 399487 h 1502833"/>
              <a:gd name="connsiteX146" fmla="*/ 2996565 w 3771900"/>
              <a:gd name="connsiteY146" fmla="*/ 504115 h 1502833"/>
              <a:gd name="connsiteX147" fmla="*/ 3562350 w 3771900"/>
              <a:gd name="connsiteY147" fmla="*/ 504115 h 1502833"/>
              <a:gd name="connsiteX148" fmla="*/ 3562350 w 3771900"/>
              <a:gd name="connsiteY148" fmla="*/ 399487 h 1502833"/>
              <a:gd name="connsiteX149" fmla="*/ 3248025 w 3771900"/>
              <a:gd name="connsiteY149" fmla="*/ 703859 h 1502833"/>
              <a:gd name="connsiteX150" fmla="*/ 3562350 w 3771900"/>
              <a:gd name="connsiteY150" fmla="*/ 703859 h 1502833"/>
              <a:gd name="connsiteX151" fmla="*/ 3562350 w 3771900"/>
              <a:gd name="connsiteY151" fmla="*/ 599231 h 1502833"/>
              <a:gd name="connsiteX152" fmla="*/ 2963228 w 3771900"/>
              <a:gd name="connsiteY152" fmla="*/ 599231 h 1502833"/>
              <a:gd name="connsiteX153" fmla="*/ 2933700 w 3771900"/>
              <a:gd name="connsiteY153" fmla="*/ 683884 h 1502833"/>
              <a:gd name="connsiteX154" fmla="*/ 2904173 w 3771900"/>
              <a:gd name="connsiteY154" fmla="*/ 599231 h 1502833"/>
              <a:gd name="connsiteX155" fmla="*/ 2305050 w 3771900"/>
              <a:gd name="connsiteY155" fmla="*/ 599231 h 1502833"/>
              <a:gd name="connsiteX156" fmla="*/ 2305050 w 3771900"/>
              <a:gd name="connsiteY156" fmla="*/ 703859 h 1502833"/>
              <a:gd name="connsiteX157" fmla="*/ 2619375 w 3771900"/>
              <a:gd name="connsiteY157" fmla="*/ 703859 h 1502833"/>
              <a:gd name="connsiteX158" fmla="*/ 2619375 w 3771900"/>
              <a:gd name="connsiteY158" fmla="*/ 607791 h 1502833"/>
              <a:gd name="connsiteX159" fmla="*/ 2652713 w 3771900"/>
              <a:gd name="connsiteY159" fmla="*/ 703859 h 1502833"/>
              <a:gd name="connsiteX160" fmla="*/ 3213735 w 3771900"/>
              <a:gd name="connsiteY160" fmla="*/ 703859 h 1502833"/>
              <a:gd name="connsiteX161" fmla="*/ 3247073 w 3771900"/>
              <a:gd name="connsiteY161" fmla="*/ 607791 h 1502833"/>
              <a:gd name="connsiteX162" fmla="*/ 3248025 w 3771900"/>
              <a:gd name="connsiteY162" fmla="*/ 703859 h 1502833"/>
              <a:gd name="connsiteX163" fmla="*/ 3562350 w 3771900"/>
              <a:gd name="connsiteY163" fmla="*/ 798975 h 1502833"/>
              <a:gd name="connsiteX164" fmla="*/ 3248025 w 3771900"/>
              <a:gd name="connsiteY164" fmla="*/ 798975 h 1502833"/>
              <a:gd name="connsiteX165" fmla="*/ 3248025 w 3771900"/>
              <a:gd name="connsiteY165" fmla="*/ 903602 h 1502833"/>
              <a:gd name="connsiteX166" fmla="*/ 3562350 w 3771900"/>
              <a:gd name="connsiteY166" fmla="*/ 903602 h 1502833"/>
              <a:gd name="connsiteX167" fmla="*/ 3562350 w 3771900"/>
              <a:gd name="connsiteY167" fmla="*/ 798975 h 1502833"/>
              <a:gd name="connsiteX168" fmla="*/ 3248025 w 3771900"/>
              <a:gd name="connsiteY168" fmla="*/ 1103346 h 1502833"/>
              <a:gd name="connsiteX169" fmla="*/ 3562350 w 3771900"/>
              <a:gd name="connsiteY169" fmla="*/ 1103346 h 1502833"/>
              <a:gd name="connsiteX170" fmla="*/ 3562350 w 3771900"/>
              <a:gd name="connsiteY170" fmla="*/ 998718 h 1502833"/>
              <a:gd name="connsiteX171" fmla="*/ 3248025 w 3771900"/>
              <a:gd name="connsiteY171" fmla="*/ 998718 h 1502833"/>
              <a:gd name="connsiteX172" fmla="*/ 3248025 w 3771900"/>
              <a:gd name="connsiteY172" fmla="*/ 1103346 h 1502833"/>
              <a:gd name="connsiteX173" fmla="*/ 3248025 w 3771900"/>
              <a:gd name="connsiteY173" fmla="*/ 1303090 h 1502833"/>
              <a:gd name="connsiteX174" fmla="*/ 3771900 w 3771900"/>
              <a:gd name="connsiteY174" fmla="*/ 1303090 h 1502833"/>
              <a:gd name="connsiteX175" fmla="*/ 3771900 w 3771900"/>
              <a:gd name="connsiteY175" fmla="*/ 1198462 h 1502833"/>
              <a:gd name="connsiteX176" fmla="*/ 3248025 w 3771900"/>
              <a:gd name="connsiteY176" fmla="*/ 1198462 h 1502833"/>
              <a:gd name="connsiteX177" fmla="*/ 3248025 w 3771900"/>
              <a:gd name="connsiteY177" fmla="*/ 1303090 h 1502833"/>
              <a:gd name="connsiteX178" fmla="*/ 3248025 w 3771900"/>
              <a:gd name="connsiteY178" fmla="*/ 1502833 h 1502833"/>
              <a:gd name="connsiteX179" fmla="*/ 3771900 w 3771900"/>
              <a:gd name="connsiteY179" fmla="*/ 1502833 h 1502833"/>
              <a:gd name="connsiteX180" fmla="*/ 3771900 w 3771900"/>
              <a:gd name="connsiteY180" fmla="*/ 1398206 h 1502833"/>
              <a:gd name="connsiteX181" fmla="*/ 3248025 w 3771900"/>
              <a:gd name="connsiteY181" fmla="*/ 1398206 h 1502833"/>
              <a:gd name="connsiteX182" fmla="*/ 3248025 w 3771900"/>
              <a:gd name="connsiteY182" fmla="*/ 1502833 h 1502833"/>
              <a:gd name="connsiteX183" fmla="*/ 2801303 w 3771900"/>
              <a:gd name="connsiteY183" fmla="*/ 304371 h 1502833"/>
              <a:gd name="connsiteX184" fmla="*/ 2765108 w 3771900"/>
              <a:gd name="connsiteY184" fmla="*/ 199744 h 1502833"/>
              <a:gd name="connsiteX185" fmla="*/ 2095500 w 3771900"/>
              <a:gd name="connsiteY185" fmla="*/ 199744 h 1502833"/>
              <a:gd name="connsiteX186" fmla="*/ 2095500 w 3771900"/>
              <a:gd name="connsiteY186" fmla="*/ 304371 h 1502833"/>
              <a:gd name="connsiteX187" fmla="*/ 2801303 w 3771900"/>
              <a:gd name="connsiteY187" fmla="*/ 304371 h 1502833"/>
              <a:gd name="connsiteX188" fmla="*/ 2731770 w 3771900"/>
              <a:gd name="connsiteY188" fmla="*/ 104628 h 1502833"/>
              <a:gd name="connsiteX189" fmla="*/ 2695575 w 3771900"/>
              <a:gd name="connsiteY189" fmla="*/ 0 h 1502833"/>
              <a:gd name="connsiteX190" fmla="*/ 2095500 w 3771900"/>
              <a:gd name="connsiteY190" fmla="*/ 0 h 1502833"/>
              <a:gd name="connsiteX191" fmla="*/ 2095500 w 3771900"/>
              <a:gd name="connsiteY191" fmla="*/ 104628 h 1502833"/>
              <a:gd name="connsiteX192" fmla="*/ 2731770 w 3771900"/>
              <a:gd name="connsiteY192" fmla="*/ 104628 h 150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3771900" h="1502833">
                <a:moveTo>
                  <a:pt x="0" y="1398206"/>
                </a:moveTo>
                <a:lnTo>
                  <a:pt x="733425" y="1398206"/>
                </a:lnTo>
                <a:lnTo>
                  <a:pt x="733425" y="1502833"/>
                </a:lnTo>
                <a:lnTo>
                  <a:pt x="0" y="1502833"/>
                </a:lnTo>
                <a:lnTo>
                  <a:pt x="0" y="1398206"/>
                </a:lnTo>
                <a:close/>
                <a:moveTo>
                  <a:pt x="0" y="1303090"/>
                </a:moveTo>
                <a:lnTo>
                  <a:pt x="733425" y="1303090"/>
                </a:lnTo>
                <a:lnTo>
                  <a:pt x="733425" y="1198462"/>
                </a:lnTo>
                <a:lnTo>
                  <a:pt x="0" y="1198462"/>
                </a:lnTo>
                <a:lnTo>
                  <a:pt x="0" y="1303090"/>
                </a:lnTo>
                <a:close/>
                <a:moveTo>
                  <a:pt x="209550" y="1103346"/>
                </a:moveTo>
                <a:lnTo>
                  <a:pt x="523875" y="1103346"/>
                </a:lnTo>
                <a:lnTo>
                  <a:pt x="523875" y="998718"/>
                </a:lnTo>
                <a:lnTo>
                  <a:pt x="209550" y="998718"/>
                </a:lnTo>
                <a:lnTo>
                  <a:pt x="209550" y="1103346"/>
                </a:lnTo>
                <a:close/>
                <a:moveTo>
                  <a:pt x="209550" y="903602"/>
                </a:moveTo>
                <a:lnTo>
                  <a:pt x="523875" y="903602"/>
                </a:lnTo>
                <a:lnTo>
                  <a:pt x="523875" y="798975"/>
                </a:lnTo>
                <a:lnTo>
                  <a:pt x="209550" y="798975"/>
                </a:lnTo>
                <a:lnTo>
                  <a:pt x="209550" y="903602"/>
                </a:lnTo>
                <a:close/>
                <a:moveTo>
                  <a:pt x="209550" y="703859"/>
                </a:moveTo>
                <a:lnTo>
                  <a:pt x="523875" y="703859"/>
                </a:lnTo>
                <a:lnTo>
                  <a:pt x="523875" y="599231"/>
                </a:lnTo>
                <a:lnTo>
                  <a:pt x="209550" y="599231"/>
                </a:lnTo>
                <a:lnTo>
                  <a:pt x="209550" y="703859"/>
                </a:lnTo>
                <a:close/>
                <a:moveTo>
                  <a:pt x="523875" y="399487"/>
                </a:moveTo>
                <a:lnTo>
                  <a:pt x="209550" y="399487"/>
                </a:lnTo>
                <a:lnTo>
                  <a:pt x="209550" y="504115"/>
                </a:lnTo>
                <a:lnTo>
                  <a:pt x="523875" y="504115"/>
                </a:lnTo>
                <a:lnTo>
                  <a:pt x="523875" y="399487"/>
                </a:lnTo>
                <a:close/>
                <a:moveTo>
                  <a:pt x="0" y="304371"/>
                </a:moveTo>
                <a:lnTo>
                  <a:pt x="733425" y="304371"/>
                </a:lnTo>
                <a:lnTo>
                  <a:pt x="733425" y="199744"/>
                </a:lnTo>
                <a:lnTo>
                  <a:pt x="0" y="199744"/>
                </a:lnTo>
                <a:lnTo>
                  <a:pt x="0" y="304371"/>
                </a:lnTo>
                <a:close/>
                <a:moveTo>
                  <a:pt x="0" y="104628"/>
                </a:moveTo>
                <a:lnTo>
                  <a:pt x="733425" y="104628"/>
                </a:lnTo>
                <a:lnTo>
                  <a:pt x="733425" y="0"/>
                </a:lnTo>
                <a:lnTo>
                  <a:pt x="0" y="0"/>
                </a:lnTo>
                <a:lnTo>
                  <a:pt x="0" y="104628"/>
                </a:lnTo>
                <a:close/>
                <a:moveTo>
                  <a:pt x="838200" y="1303090"/>
                </a:moveTo>
                <a:lnTo>
                  <a:pt x="1956435" y="1303090"/>
                </a:lnTo>
                <a:cubicBezTo>
                  <a:pt x="1975485" y="1270750"/>
                  <a:pt x="1989773" y="1235557"/>
                  <a:pt x="1998345" y="1198462"/>
                </a:cubicBezTo>
                <a:lnTo>
                  <a:pt x="838200" y="1198462"/>
                </a:lnTo>
                <a:lnTo>
                  <a:pt x="838200" y="1303090"/>
                </a:lnTo>
                <a:close/>
                <a:moveTo>
                  <a:pt x="1868805" y="798975"/>
                </a:moveTo>
                <a:lnTo>
                  <a:pt x="1047750" y="798975"/>
                </a:lnTo>
                <a:lnTo>
                  <a:pt x="1047750" y="903602"/>
                </a:lnTo>
                <a:lnTo>
                  <a:pt x="1956435" y="903602"/>
                </a:lnTo>
                <a:cubicBezTo>
                  <a:pt x="1932623" y="863654"/>
                  <a:pt x="1903095" y="828461"/>
                  <a:pt x="1868805" y="798975"/>
                </a:cubicBezTo>
                <a:close/>
                <a:moveTo>
                  <a:pt x="1047750" y="599231"/>
                </a:moveTo>
                <a:lnTo>
                  <a:pt x="1047750" y="703859"/>
                </a:lnTo>
                <a:lnTo>
                  <a:pt x="1868805" y="703859"/>
                </a:lnTo>
                <a:cubicBezTo>
                  <a:pt x="1904048" y="674373"/>
                  <a:pt x="1933575" y="639180"/>
                  <a:pt x="1956435" y="599231"/>
                </a:cubicBezTo>
                <a:lnTo>
                  <a:pt x="1047750" y="599231"/>
                </a:lnTo>
                <a:close/>
                <a:moveTo>
                  <a:pt x="1956435" y="199744"/>
                </a:moveTo>
                <a:lnTo>
                  <a:pt x="838200" y="199744"/>
                </a:lnTo>
                <a:lnTo>
                  <a:pt x="838200" y="304371"/>
                </a:lnTo>
                <a:lnTo>
                  <a:pt x="1998345" y="304371"/>
                </a:lnTo>
                <a:cubicBezTo>
                  <a:pt x="1988820" y="267276"/>
                  <a:pt x="1974532" y="232083"/>
                  <a:pt x="1956435" y="199744"/>
                </a:cubicBezTo>
                <a:close/>
                <a:moveTo>
                  <a:pt x="1609725" y="0"/>
                </a:moveTo>
                <a:lnTo>
                  <a:pt x="838200" y="0"/>
                </a:lnTo>
                <a:lnTo>
                  <a:pt x="838200" y="104628"/>
                </a:lnTo>
                <a:lnTo>
                  <a:pt x="1879282" y="104628"/>
                </a:lnTo>
                <a:cubicBezTo>
                  <a:pt x="1808798" y="39949"/>
                  <a:pt x="1713548" y="0"/>
                  <a:pt x="1609725" y="0"/>
                </a:cubicBezTo>
                <a:close/>
                <a:moveTo>
                  <a:pt x="1047750" y="504115"/>
                </a:moveTo>
                <a:lnTo>
                  <a:pt x="1362075" y="504115"/>
                </a:lnTo>
                <a:lnTo>
                  <a:pt x="1362075" y="399487"/>
                </a:lnTo>
                <a:lnTo>
                  <a:pt x="1047750" y="399487"/>
                </a:lnTo>
                <a:lnTo>
                  <a:pt x="1047750" y="504115"/>
                </a:lnTo>
                <a:close/>
                <a:moveTo>
                  <a:pt x="1657350" y="504115"/>
                </a:moveTo>
                <a:lnTo>
                  <a:pt x="1995488" y="504115"/>
                </a:lnTo>
                <a:cubicBezTo>
                  <a:pt x="2004060" y="470824"/>
                  <a:pt x="2009775" y="435631"/>
                  <a:pt x="2009775" y="399487"/>
                </a:cubicBezTo>
                <a:lnTo>
                  <a:pt x="1657350" y="399487"/>
                </a:lnTo>
                <a:lnTo>
                  <a:pt x="1657350" y="504115"/>
                </a:lnTo>
                <a:close/>
                <a:moveTo>
                  <a:pt x="1047750" y="1103346"/>
                </a:moveTo>
                <a:lnTo>
                  <a:pt x="1362075" y="1103346"/>
                </a:lnTo>
                <a:lnTo>
                  <a:pt x="1362075" y="998718"/>
                </a:lnTo>
                <a:lnTo>
                  <a:pt x="1047750" y="998718"/>
                </a:lnTo>
                <a:lnTo>
                  <a:pt x="1047750" y="1103346"/>
                </a:lnTo>
                <a:close/>
                <a:moveTo>
                  <a:pt x="1657350" y="998718"/>
                </a:moveTo>
                <a:lnTo>
                  <a:pt x="1657350" y="1103346"/>
                </a:lnTo>
                <a:lnTo>
                  <a:pt x="2009775" y="1103346"/>
                </a:lnTo>
                <a:cubicBezTo>
                  <a:pt x="2009775" y="1067202"/>
                  <a:pt x="2005013" y="1032009"/>
                  <a:pt x="1995488" y="998718"/>
                </a:cubicBezTo>
                <a:lnTo>
                  <a:pt x="1657350" y="998718"/>
                </a:lnTo>
                <a:close/>
                <a:moveTo>
                  <a:pt x="838200" y="1502833"/>
                </a:moveTo>
                <a:lnTo>
                  <a:pt x="1609725" y="1502833"/>
                </a:lnTo>
                <a:cubicBezTo>
                  <a:pt x="1714500" y="1502833"/>
                  <a:pt x="1808798" y="1462885"/>
                  <a:pt x="1879282" y="1398206"/>
                </a:cubicBezTo>
                <a:lnTo>
                  <a:pt x="838200" y="1398206"/>
                </a:lnTo>
                <a:lnTo>
                  <a:pt x="838200" y="1502833"/>
                </a:lnTo>
                <a:close/>
                <a:moveTo>
                  <a:pt x="2933700" y="1502833"/>
                </a:moveTo>
                <a:lnTo>
                  <a:pt x="2969895" y="1398206"/>
                </a:lnTo>
                <a:lnTo>
                  <a:pt x="2897505" y="1398206"/>
                </a:lnTo>
                <a:lnTo>
                  <a:pt x="2933700" y="1502833"/>
                </a:lnTo>
                <a:close/>
                <a:moveTo>
                  <a:pt x="2864168" y="1303090"/>
                </a:moveTo>
                <a:lnTo>
                  <a:pt x="3004185" y="1303090"/>
                </a:lnTo>
                <a:lnTo>
                  <a:pt x="3041333" y="1198462"/>
                </a:lnTo>
                <a:lnTo>
                  <a:pt x="2827973" y="1198462"/>
                </a:lnTo>
                <a:lnTo>
                  <a:pt x="2864168" y="1303090"/>
                </a:lnTo>
                <a:close/>
                <a:moveTo>
                  <a:pt x="2793683" y="1103346"/>
                </a:moveTo>
                <a:lnTo>
                  <a:pt x="3073718" y="1103346"/>
                </a:lnTo>
                <a:lnTo>
                  <a:pt x="3110865" y="998718"/>
                </a:lnTo>
                <a:lnTo>
                  <a:pt x="2757488" y="998718"/>
                </a:lnTo>
                <a:lnTo>
                  <a:pt x="2793683" y="1103346"/>
                </a:lnTo>
                <a:close/>
                <a:moveTo>
                  <a:pt x="2723198" y="903602"/>
                </a:moveTo>
                <a:lnTo>
                  <a:pt x="3144203" y="903602"/>
                </a:lnTo>
                <a:lnTo>
                  <a:pt x="3181350" y="798975"/>
                </a:lnTo>
                <a:lnTo>
                  <a:pt x="2687003" y="798975"/>
                </a:lnTo>
                <a:lnTo>
                  <a:pt x="2723198" y="903602"/>
                </a:lnTo>
                <a:close/>
                <a:moveTo>
                  <a:pt x="2305050" y="504115"/>
                </a:moveTo>
                <a:lnTo>
                  <a:pt x="2870835" y="504115"/>
                </a:lnTo>
                <a:lnTo>
                  <a:pt x="2834640" y="399487"/>
                </a:lnTo>
                <a:lnTo>
                  <a:pt x="2305050" y="399487"/>
                </a:lnTo>
                <a:lnTo>
                  <a:pt x="2305050" y="504115"/>
                </a:lnTo>
                <a:close/>
                <a:moveTo>
                  <a:pt x="3066098" y="304371"/>
                </a:moveTo>
                <a:lnTo>
                  <a:pt x="3771900" y="304371"/>
                </a:lnTo>
                <a:lnTo>
                  <a:pt x="3771900" y="199744"/>
                </a:lnTo>
                <a:lnTo>
                  <a:pt x="3102293" y="199744"/>
                </a:lnTo>
                <a:lnTo>
                  <a:pt x="3066098" y="304371"/>
                </a:lnTo>
                <a:close/>
                <a:moveTo>
                  <a:pt x="3171825" y="0"/>
                </a:moveTo>
                <a:lnTo>
                  <a:pt x="3135630" y="104628"/>
                </a:lnTo>
                <a:lnTo>
                  <a:pt x="3771900" y="104628"/>
                </a:lnTo>
                <a:lnTo>
                  <a:pt x="3771900" y="0"/>
                </a:lnTo>
                <a:lnTo>
                  <a:pt x="3171825" y="0"/>
                </a:lnTo>
                <a:close/>
                <a:moveTo>
                  <a:pt x="2095500" y="1502833"/>
                </a:moveTo>
                <a:lnTo>
                  <a:pt x="2619375" y="1502833"/>
                </a:lnTo>
                <a:lnTo>
                  <a:pt x="2619375" y="1398206"/>
                </a:lnTo>
                <a:lnTo>
                  <a:pt x="2095500" y="1398206"/>
                </a:lnTo>
                <a:lnTo>
                  <a:pt x="2095500" y="1502833"/>
                </a:lnTo>
                <a:close/>
                <a:moveTo>
                  <a:pt x="2095500" y="1303090"/>
                </a:moveTo>
                <a:lnTo>
                  <a:pt x="2619375" y="1303090"/>
                </a:lnTo>
                <a:lnTo>
                  <a:pt x="2619375" y="1198462"/>
                </a:lnTo>
                <a:lnTo>
                  <a:pt x="2095500" y="1198462"/>
                </a:lnTo>
                <a:lnTo>
                  <a:pt x="2095500" y="1303090"/>
                </a:lnTo>
                <a:close/>
                <a:moveTo>
                  <a:pt x="2305050" y="1103346"/>
                </a:moveTo>
                <a:lnTo>
                  <a:pt x="2619375" y="1103346"/>
                </a:lnTo>
                <a:lnTo>
                  <a:pt x="2619375" y="998718"/>
                </a:lnTo>
                <a:lnTo>
                  <a:pt x="2305050" y="998718"/>
                </a:lnTo>
                <a:lnTo>
                  <a:pt x="2305050" y="1103346"/>
                </a:lnTo>
                <a:close/>
                <a:moveTo>
                  <a:pt x="2305050" y="903602"/>
                </a:moveTo>
                <a:lnTo>
                  <a:pt x="2619375" y="903602"/>
                </a:lnTo>
                <a:lnTo>
                  <a:pt x="2619375" y="798975"/>
                </a:lnTo>
                <a:lnTo>
                  <a:pt x="2305050" y="798975"/>
                </a:lnTo>
                <a:lnTo>
                  <a:pt x="2305050" y="903602"/>
                </a:lnTo>
                <a:close/>
                <a:moveTo>
                  <a:pt x="3562350" y="399487"/>
                </a:moveTo>
                <a:lnTo>
                  <a:pt x="3032760" y="399487"/>
                </a:lnTo>
                <a:lnTo>
                  <a:pt x="2996565" y="504115"/>
                </a:lnTo>
                <a:lnTo>
                  <a:pt x="3562350" y="504115"/>
                </a:lnTo>
                <a:lnTo>
                  <a:pt x="3562350" y="399487"/>
                </a:lnTo>
                <a:close/>
                <a:moveTo>
                  <a:pt x="3248025" y="703859"/>
                </a:moveTo>
                <a:lnTo>
                  <a:pt x="3562350" y="703859"/>
                </a:lnTo>
                <a:lnTo>
                  <a:pt x="3562350" y="599231"/>
                </a:lnTo>
                <a:lnTo>
                  <a:pt x="2963228" y="599231"/>
                </a:lnTo>
                <a:lnTo>
                  <a:pt x="2933700" y="683884"/>
                </a:lnTo>
                <a:lnTo>
                  <a:pt x="2904173" y="599231"/>
                </a:lnTo>
                <a:lnTo>
                  <a:pt x="2305050" y="599231"/>
                </a:lnTo>
                <a:lnTo>
                  <a:pt x="2305050" y="703859"/>
                </a:lnTo>
                <a:lnTo>
                  <a:pt x="2619375" y="703859"/>
                </a:lnTo>
                <a:lnTo>
                  <a:pt x="2619375" y="607791"/>
                </a:lnTo>
                <a:lnTo>
                  <a:pt x="2652713" y="703859"/>
                </a:lnTo>
                <a:lnTo>
                  <a:pt x="3213735" y="703859"/>
                </a:lnTo>
                <a:lnTo>
                  <a:pt x="3247073" y="607791"/>
                </a:lnTo>
                <a:lnTo>
                  <a:pt x="3248025" y="703859"/>
                </a:lnTo>
                <a:close/>
                <a:moveTo>
                  <a:pt x="3562350" y="798975"/>
                </a:moveTo>
                <a:lnTo>
                  <a:pt x="3248025" y="798975"/>
                </a:lnTo>
                <a:lnTo>
                  <a:pt x="3248025" y="903602"/>
                </a:lnTo>
                <a:lnTo>
                  <a:pt x="3562350" y="903602"/>
                </a:lnTo>
                <a:lnTo>
                  <a:pt x="3562350" y="798975"/>
                </a:lnTo>
                <a:close/>
                <a:moveTo>
                  <a:pt x="3248025" y="1103346"/>
                </a:moveTo>
                <a:lnTo>
                  <a:pt x="3562350" y="1103346"/>
                </a:lnTo>
                <a:lnTo>
                  <a:pt x="3562350" y="998718"/>
                </a:lnTo>
                <a:lnTo>
                  <a:pt x="3248025" y="998718"/>
                </a:lnTo>
                <a:lnTo>
                  <a:pt x="3248025" y="1103346"/>
                </a:lnTo>
                <a:close/>
                <a:moveTo>
                  <a:pt x="3248025" y="1303090"/>
                </a:moveTo>
                <a:lnTo>
                  <a:pt x="3771900" y="1303090"/>
                </a:lnTo>
                <a:lnTo>
                  <a:pt x="3771900" y="1198462"/>
                </a:lnTo>
                <a:lnTo>
                  <a:pt x="3248025" y="1198462"/>
                </a:lnTo>
                <a:lnTo>
                  <a:pt x="3248025" y="1303090"/>
                </a:lnTo>
                <a:close/>
                <a:moveTo>
                  <a:pt x="3248025" y="1502833"/>
                </a:moveTo>
                <a:lnTo>
                  <a:pt x="3771900" y="1502833"/>
                </a:lnTo>
                <a:lnTo>
                  <a:pt x="3771900" y="1398206"/>
                </a:lnTo>
                <a:lnTo>
                  <a:pt x="3248025" y="1398206"/>
                </a:lnTo>
                <a:lnTo>
                  <a:pt x="3248025" y="1502833"/>
                </a:lnTo>
                <a:close/>
                <a:moveTo>
                  <a:pt x="2801303" y="304371"/>
                </a:moveTo>
                <a:lnTo>
                  <a:pt x="2765108" y="199744"/>
                </a:lnTo>
                <a:lnTo>
                  <a:pt x="2095500" y="199744"/>
                </a:lnTo>
                <a:lnTo>
                  <a:pt x="2095500" y="304371"/>
                </a:lnTo>
                <a:lnTo>
                  <a:pt x="2801303" y="304371"/>
                </a:lnTo>
                <a:close/>
                <a:moveTo>
                  <a:pt x="2731770" y="104628"/>
                </a:moveTo>
                <a:lnTo>
                  <a:pt x="2695575" y="0"/>
                </a:lnTo>
                <a:lnTo>
                  <a:pt x="2095500" y="0"/>
                </a:lnTo>
                <a:lnTo>
                  <a:pt x="2095500" y="104628"/>
                </a:lnTo>
                <a:lnTo>
                  <a:pt x="2731770" y="104628"/>
                </a:lnTo>
                <a:close/>
              </a:path>
            </a:pathLst>
          </a:custGeom>
          <a:solidFill>
            <a:schemeClr val="accent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60940918"/>
      </p:ext>
    </p:extLst>
  </p:cSld>
  <p:clrMapOvr>
    <a:masterClrMapping/>
  </p:clrMapOvr>
  <p:transition spd="med"/>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1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704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22263874"/>
      </p:ext>
    </p:extLst>
  </p:cSld>
  <p:clrMapOvr>
    <a:masterClrMapping/>
  </p:clrMapOvr>
  <p:transition spd="med"/>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23236500" cy="701859"/>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0" y="261855"/>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4212592924"/>
      </p:ext>
    </p:extLst>
  </p:cSld>
  <p:clrMapOvr>
    <a:masterClrMapping/>
  </p:clrMapOvr>
  <p:transition spd="med"/>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_Blank slide + bg">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04C368F-0A2B-62F6-52C1-86D0B77A0063}"/>
              </a:ext>
            </a:extLst>
          </p:cNvPr>
          <p:cNvSpPr/>
          <p:nvPr userDrawn="1"/>
        </p:nvSpPr>
        <p:spPr bwMode="auto">
          <a:xfrm>
            <a:off x="0" y="0"/>
            <a:ext cx="6096000" cy="1371600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4948500" cy="1446678"/>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0" y="261855"/>
            <a:ext cx="5519999" cy="318998"/>
          </a:xfrm>
        </p:spPr>
        <p:txBody>
          <a:bodyPr wrap="square">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591340053"/>
      </p:ext>
    </p:extLst>
  </p:cSld>
  <p:clrMapOvr>
    <a:masterClrMapping/>
  </p:clrMapOvr>
  <p:transition spd="med"/>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1_End slide">
    <p:bg>
      <p:bgPr>
        <a:solidFill>
          <a:srgbClr val="D0E2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49EB9D3-DC93-6233-858C-ACC2287366D6}"/>
              </a:ext>
            </a:extLst>
          </p:cNvPr>
          <p:cNvGrpSpPr/>
          <p:nvPr userDrawn="1"/>
        </p:nvGrpSpPr>
        <p:grpSpPr>
          <a:xfrm>
            <a:off x="8328024" y="6433589"/>
            <a:ext cx="7731126" cy="848822"/>
            <a:chOff x="8385174" y="6433589"/>
            <a:chExt cx="7731126" cy="848822"/>
          </a:xfrm>
        </p:grpSpPr>
        <p:sp>
          <p:nvSpPr>
            <p:cNvPr id="4" name="Graphic 9">
              <a:extLst>
                <a:ext uri="{FF2B5EF4-FFF2-40B4-BE49-F238E27FC236}">
                  <a16:creationId xmlns:a16="http://schemas.microsoft.com/office/drawing/2014/main" id="{AEAE4290-C6B0-B32C-A2EB-A067FF5AAF76}"/>
                </a:ext>
              </a:extLst>
            </p:cNvPr>
            <p:cNvSpPr/>
            <p:nvPr userDrawn="1"/>
          </p:nvSpPr>
          <p:spPr>
            <a:xfrm>
              <a:off x="8385174" y="6433589"/>
              <a:ext cx="2130426" cy="848822"/>
            </a:xfrm>
            <a:custGeom>
              <a:avLst/>
              <a:gdLst>
                <a:gd name="connsiteX0" fmla="*/ 0 w 3771900"/>
                <a:gd name="connsiteY0" fmla="*/ 1398206 h 1502833"/>
                <a:gd name="connsiteX1" fmla="*/ 733425 w 3771900"/>
                <a:gd name="connsiteY1" fmla="*/ 1398206 h 1502833"/>
                <a:gd name="connsiteX2" fmla="*/ 733425 w 3771900"/>
                <a:gd name="connsiteY2" fmla="*/ 1502833 h 1502833"/>
                <a:gd name="connsiteX3" fmla="*/ 0 w 3771900"/>
                <a:gd name="connsiteY3" fmla="*/ 1502833 h 1502833"/>
                <a:gd name="connsiteX4" fmla="*/ 0 w 3771900"/>
                <a:gd name="connsiteY4" fmla="*/ 1398206 h 1502833"/>
                <a:gd name="connsiteX5" fmla="*/ 0 w 3771900"/>
                <a:gd name="connsiteY5" fmla="*/ 1303090 h 1502833"/>
                <a:gd name="connsiteX6" fmla="*/ 733425 w 3771900"/>
                <a:gd name="connsiteY6" fmla="*/ 1303090 h 1502833"/>
                <a:gd name="connsiteX7" fmla="*/ 733425 w 3771900"/>
                <a:gd name="connsiteY7" fmla="*/ 1198462 h 1502833"/>
                <a:gd name="connsiteX8" fmla="*/ 0 w 3771900"/>
                <a:gd name="connsiteY8" fmla="*/ 1198462 h 1502833"/>
                <a:gd name="connsiteX9" fmla="*/ 0 w 3771900"/>
                <a:gd name="connsiteY9" fmla="*/ 1303090 h 1502833"/>
                <a:gd name="connsiteX10" fmla="*/ 209550 w 3771900"/>
                <a:gd name="connsiteY10" fmla="*/ 1103346 h 1502833"/>
                <a:gd name="connsiteX11" fmla="*/ 523875 w 3771900"/>
                <a:gd name="connsiteY11" fmla="*/ 1103346 h 1502833"/>
                <a:gd name="connsiteX12" fmla="*/ 523875 w 3771900"/>
                <a:gd name="connsiteY12" fmla="*/ 998718 h 1502833"/>
                <a:gd name="connsiteX13" fmla="*/ 209550 w 3771900"/>
                <a:gd name="connsiteY13" fmla="*/ 998718 h 1502833"/>
                <a:gd name="connsiteX14" fmla="*/ 209550 w 3771900"/>
                <a:gd name="connsiteY14" fmla="*/ 1103346 h 1502833"/>
                <a:gd name="connsiteX15" fmla="*/ 209550 w 3771900"/>
                <a:gd name="connsiteY15" fmla="*/ 903602 h 1502833"/>
                <a:gd name="connsiteX16" fmla="*/ 523875 w 3771900"/>
                <a:gd name="connsiteY16" fmla="*/ 903602 h 1502833"/>
                <a:gd name="connsiteX17" fmla="*/ 523875 w 3771900"/>
                <a:gd name="connsiteY17" fmla="*/ 798975 h 1502833"/>
                <a:gd name="connsiteX18" fmla="*/ 209550 w 3771900"/>
                <a:gd name="connsiteY18" fmla="*/ 798975 h 1502833"/>
                <a:gd name="connsiteX19" fmla="*/ 209550 w 3771900"/>
                <a:gd name="connsiteY19" fmla="*/ 903602 h 1502833"/>
                <a:gd name="connsiteX20" fmla="*/ 209550 w 3771900"/>
                <a:gd name="connsiteY20" fmla="*/ 703859 h 1502833"/>
                <a:gd name="connsiteX21" fmla="*/ 523875 w 3771900"/>
                <a:gd name="connsiteY21" fmla="*/ 703859 h 1502833"/>
                <a:gd name="connsiteX22" fmla="*/ 523875 w 3771900"/>
                <a:gd name="connsiteY22" fmla="*/ 599231 h 1502833"/>
                <a:gd name="connsiteX23" fmla="*/ 209550 w 3771900"/>
                <a:gd name="connsiteY23" fmla="*/ 599231 h 1502833"/>
                <a:gd name="connsiteX24" fmla="*/ 209550 w 3771900"/>
                <a:gd name="connsiteY24" fmla="*/ 703859 h 1502833"/>
                <a:gd name="connsiteX25" fmla="*/ 523875 w 3771900"/>
                <a:gd name="connsiteY25" fmla="*/ 399487 h 1502833"/>
                <a:gd name="connsiteX26" fmla="*/ 209550 w 3771900"/>
                <a:gd name="connsiteY26" fmla="*/ 399487 h 1502833"/>
                <a:gd name="connsiteX27" fmla="*/ 209550 w 3771900"/>
                <a:gd name="connsiteY27" fmla="*/ 504115 h 1502833"/>
                <a:gd name="connsiteX28" fmla="*/ 523875 w 3771900"/>
                <a:gd name="connsiteY28" fmla="*/ 504115 h 1502833"/>
                <a:gd name="connsiteX29" fmla="*/ 523875 w 3771900"/>
                <a:gd name="connsiteY29" fmla="*/ 399487 h 1502833"/>
                <a:gd name="connsiteX30" fmla="*/ 0 w 3771900"/>
                <a:gd name="connsiteY30" fmla="*/ 304371 h 1502833"/>
                <a:gd name="connsiteX31" fmla="*/ 733425 w 3771900"/>
                <a:gd name="connsiteY31" fmla="*/ 304371 h 1502833"/>
                <a:gd name="connsiteX32" fmla="*/ 733425 w 3771900"/>
                <a:gd name="connsiteY32" fmla="*/ 199744 h 1502833"/>
                <a:gd name="connsiteX33" fmla="*/ 0 w 3771900"/>
                <a:gd name="connsiteY33" fmla="*/ 199744 h 1502833"/>
                <a:gd name="connsiteX34" fmla="*/ 0 w 3771900"/>
                <a:gd name="connsiteY34" fmla="*/ 304371 h 1502833"/>
                <a:gd name="connsiteX35" fmla="*/ 0 w 3771900"/>
                <a:gd name="connsiteY35" fmla="*/ 104628 h 1502833"/>
                <a:gd name="connsiteX36" fmla="*/ 733425 w 3771900"/>
                <a:gd name="connsiteY36" fmla="*/ 104628 h 1502833"/>
                <a:gd name="connsiteX37" fmla="*/ 733425 w 3771900"/>
                <a:gd name="connsiteY37" fmla="*/ 0 h 1502833"/>
                <a:gd name="connsiteX38" fmla="*/ 0 w 3771900"/>
                <a:gd name="connsiteY38" fmla="*/ 0 h 1502833"/>
                <a:gd name="connsiteX39" fmla="*/ 0 w 3771900"/>
                <a:gd name="connsiteY39" fmla="*/ 104628 h 1502833"/>
                <a:gd name="connsiteX40" fmla="*/ 838200 w 3771900"/>
                <a:gd name="connsiteY40" fmla="*/ 1303090 h 1502833"/>
                <a:gd name="connsiteX41" fmla="*/ 1956435 w 3771900"/>
                <a:gd name="connsiteY41" fmla="*/ 1303090 h 1502833"/>
                <a:gd name="connsiteX42" fmla="*/ 1998345 w 3771900"/>
                <a:gd name="connsiteY42" fmla="*/ 1198462 h 1502833"/>
                <a:gd name="connsiteX43" fmla="*/ 838200 w 3771900"/>
                <a:gd name="connsiteY43" fmla="*/ 1198462 h 1502833"/>
                <a:gd name="connsiteX44" fmla="*/ 838200 w 3771900"/>
                <a:gd name="connsiteY44" fmla="*/ 1303090 h 1502833"/>
                <a:gd name="connsiteX45" fmla="*/ 1868805 w 3771900"/>
                <a:gd name="connsiteY45" fmla="*/ 798975 h 1502833"/>
                <a:gd name="connsiteX46" fmla="*/ 1047750 w 3771900"/>
                <a:gd name="connsiteY46" fmla="*/ 798975 h 1502833"/>
                <a:gd name="connsiteX47" fmla="*/ 1047750 w 3771900"/>
                <a:gd name="connsiteY47" fmla="*/ 903602 h 1502833"/>
                <a:gd name="connsiteX48" fmla="*/ 1956435 w 3771900"/>
                <a:gd name="connsiteY48" fmla="*/ 903602 h 1502833"/>
                <a:gd name="connsiteX49" fmla="*/ 1868805 w 3771900"/>
                <a:gd name="connsiteY49" fmla="*/ 798975 h 1502833"/>
                <a:gd name="connsiteX50" fmla="*/ 1047750 w 3771900"/>
                <a:gd name="connsiteY50" fmla="*/ 599231 h 1502833"/>
                <a:gd name="connsiteX51" fmla="*/ 1047750 w 3771900"/>
                <a:gd name="connsiteY51" fmla="*/ 703859 h 1502833"/>
                <a:gd name="connsiteX52" fmla="*/ 1868805 w 3771900"/>
                <a:gd name="connsiteY52" fmla="*/ 703859 h 1502833"/>
                <a:gd name="connsiteX53" fmla="*/ 1956435 w 3771900"/>
                <a:gd name="connsiteY53" fmla="*/ 599231 h 1502833"/>
                <a:gd name="connsiteX54" fmla="*/ 1047750 w 3771900"/>
                <a:gd name="connsiteY54" fmla="*/ 599231 h 1502833"/>
                <a:gd name="connsiteX55" fmla="*/ 1956435 w 3771900"/>
                <a:gd name="connsiteY55" fmla="*/ 199744 h 1502833"/>
                <a:gd name="connsiteX56" fmla="*/ 838200 w 3771900"/>
                <a:gd name="connsiteY56" fmla="*/ 199744 h 1502833"/>
                <a:gd name="connsiteX57" fmla="*/ 838200 w 3771900"/>
                <a:gd name="connsiteY57" fmla="*/ 304371 h 1502833"/>
                <a:gd name="connsiteX58" fmla="*/ 1998345 w 3771900"/>
                <a:gd name="connsiteY58" fmla="*/ 304371 h 1502833"/>
                <a:gd name="connsiteX59" fmla="*/ 1956435 w 3771900"/>
                <a:gd name="connsiteY59" fmla="*/ 199744 h 1502833"/>
                <a:gd name="connsiteX60" fmla="*/ 1609725 w 3771900"/>
                <a:gd name="connsiteY60" fmla="*/ 0 h 1502833"/>
                <a:gd name="connsiteX61" fmla="*/ 838200 w 3771900"/>
                <a:gd name="connsiteY61" fmla="*/ 0 h 1502833"/>
                <a:gd name="connsiteX62" fmla="*/ 838200 w 3771900"/>
                <a:gd name="connsiteY62" fmla="*/ 104628 h 1502833"/>
                <a:gd name="connsiteX63" fmla="*/ 1879282 w 3771900"/>
                <a:gd name="connsiteY63" fmla="*/ 104628 h 1502833"/>
                <a:gd name="connsiteX64" fmla="*/ 1609725 w 3771900"/>
                <a:gd name="connsiteY64" fmla="*/ 0 h 1502833"/>
                <a:gd name="connsiteX65" fmla="*/ 1047750 w 3771900"/>
                <a:gd name="connsiteY65" fmla="*/ 504115 h 1502833"/>
                <a:gd name="connsiteX66" fmla="*/ 1362075 w 3771900"/>
                <a:gd name="connsiteY66" fmla="*/ 504115 h 1502833"/>
                <a:gd name="connsiteX67" fmla="*/ 1362075 w 3771900"/>
                <a:gd name="connsiteY67" fmla="*/ 399487 h 1502833"/>
                <a:gd name="connsiteX68" fmla="*/ 1047750 w 3771900"/>
                <a:gd name="connsiteY68" fmla="*/ 399487 h 1502833"/>
                <a:gd name="connsiteX69" fmla="*/ 1047750 w 3771900"/>
                <a:gd name="connsiteY69" fmla="*/ 504115 h 1502833"/>
                <a:gd name="connsiteX70" fmla="*/ 1657350 w 3771900"/>
                <a:gd name="connsiteY70" fmla="*/ 504115 h 1502833"/>
                <a:gd name="connsiteX71" fmla="*/ 1995488 w 3771900"/>
                <a:gd name="connsiteY71" fmla="*/ 504115 h 1502833"/>
                <a:gd name="connsiteX72" fmla="*/ 2009775 w 3771900"/>
                <a:gd name="connsiteY72" fmla="*/ 399487 h 1502833"/>
                <a:gd name="connsiteX73" fmla="*/ 1657350 w 3771900"/>
                <a:gd name="connsiteY73" fmla="*/ 399487 h 1502833"/>
                <a:gd name="connsiteX74" fmla="*/ 1657350 w 3771900"/>
                <a:gd name="connsiteY74" fmla="*/ 504115 h 1502833"/>
                <a:gd name="connsiteX75" fmla="*/ 1047750 w 3771900"/>
                <a:gd name="connsiteY75" fmla="*/ 1103346 h 1502833"/>
                <a:gd name="connsiteX76" fmla="*/ 1362075 w 3771900"/>
                <a:gd name="connsiteY76" fmla="*/ 1103346 h 1502833"/>
                <a:gd name="connsiteX77" fmla="*/ 1362075 w 3771900"/>
                <a:gd name="connsiteY77" fmla="*/ 998718 h 1502833"/>
                <a:gd name="connsiteX78" fmla="*/ 1047750 w 3771900"/>
                <a:gd name="connsiteY78" fmla="*/ 998718 h 1502833"/>
                <a:gd name="connsiteX79" fmla="*/ 1047750 w 3771900"/>
                <a:gd name="connsiteY79" fmla="*/ 1103346 h 1502833"/>
                <a:gd name="connsiteX80" fmla="*/ 1657350 w 3771900"/>
                <a:gd name="connsiteY80" fmla="*/ 998718 h 1502833"/>
                <a:gd name="connsiteX81" fmla="*/ 1657350 w 3771900"/>
                <a:gd name="connsiteY81" fmla="*/ 1103346 h 1502833"/>
                <a:gd name="connsiteX82" fmla="*/ 2009775 w 3771900"/>
                <a:gd name="connsiteY82" fmla="*/ 1103346 h 1502833"/>
                <a:gd name="connsiteX83" fmla="*/ 1995488 w 3771900"/>
                <a:gd name="connsiteY83" fmla="*/ 998718 h 1502833"/>
                <a:gd name="connsiteX84" fmla="*/ 1657350 w 3771900"/>
                <a:gd name="connsiteY84" fmla="*/ 998718 h 1502833"/>
                <a:gd name="connsiteX85" fmla="*/ 838200 w 3771900"/>
                <a:gd name="connsiteY85" fmla="*/ 1502833 h 1502833"/>
                <a:gd name="connsiteX86" fmla="*/ 1609725 w 3771900"/>
                <a:gd name="connsiteY86" fmla="*/ 1502833 h 1502833"/>
                <a:gd name="connsiteX87" fmla="*/ 1879282 w 3771900"/>
                <a:gd name="connsiteY87" fmla="*/ 1398206 h 1502833"/>
                <a:gd name="connsiteX88" fmla="*/ 838200 w 3771900"/>
                <a:gd name="connsiteY88" fmla="*/ 1398206 h 1502833"/>
                <a:gd name="connsiteX89" fmla="*/ 838200 w 3771900"/>
                <a:gd name="connsiteY89" fmla="*/ 1502833 h 1502833"/>
                <a:gd name="connsiteX90" fmla="*/ 2933700 w 3771900"/>
                <a:gd name="connsiteY90" fmla="*/ 1502833 h 1502833"/>
                <a:gd name="connsiteX91" fmla="*/ 2969895 w 3771900"/>
                <a:gd name="connsiteY91" fmla="*/ 1398206 h 1502833"/>
                <a:gd name="connsiteX92" fmla="*/ 2897505 w 3771900"/>
                <a:gd name="connsiteY92" fmla="*/ 1398206 h 1502833"/>
                <a:gd name="connsiteX93" fmla="*/ 2933700 w 3771900"/>
                <a:gd name="connsiteY93" fmla="*/ 1502833 h 1502833"/>
                <a:gd name="connsiteX94" fmla="*/ 2864168 w 3771900"/>
                <a:gd name="connsiteY94" fmla="*/ 1303090 h 1502833"/>
                <a:gd name="connsiteX95" fmla="*/ 3004185 w 3771900"/>
                <a:gd name="connsiteY95" fmla="*/ 1303090 h 1502833"/>
                <a:gd name="connsiteX96" fmla="*/ 3041333 w 3771900"/>
                <a:gd name="connsiteY96" fmla="*/ 1198462 h 1502833"/>
                <a:gd name="connsiteX97" fmla="*/ 2827973 w 3771900"/>
                <a:gd name="connsiteY97" fmla="*/ 1198462 h 1502833"/>
                <a:gd name="connsiteX98" fmla="*/ 2864168 w 3771900"/>
                <a:gd name="connsiteY98" fmla="*/ 1303090 h 1502833"/>
                <a:gd name="connsiteX99" fmla="*/ 2793683 w 3771900"/>
                <a:gd name="connsiteY99" fmla="*/ 1103346 h 1502833"/>
                <a:gd name="connsiteX100" fmla="*/ 3073718 w 3771900"/>
                <a:gd name="connsiteY100" fmla="*/ 1103346 h 1502833"/>
                <a:gd name="connsiteX101" fmla="*/ 3110865 w 3771900"/>
                <a:gd name="connsiteY101" fmla="*/ 998718 h 1502833"/>
                <a:gd name="connsiteX102" fmla="*/ 2757488 w 3771900"/>
                <a:gd name="connsiteY102" fmla="*/ 998718 h 1502833"/>
                <a:gd name="connsiteX103" fmla="*/ 2793683 w 3771900"/>
                <a:gd name="connsiteY103" fmla="*/ 1103346 h 1502833"/>
                <a:gd name="connsiteX104" fmla="*/ 2723198 w 3771900"/>
                <a:gd name="connsiteY104" fmla="*/ 903602 h 1502833"/>
                <a:gd name="connsiteX105" fmla="*/ 3144203 w 3771900"/>
                <a:gd name="connsiteY105" fmla="*/ 903602 h 1502833"/>
                <a:gd name="connsiteX106" fmla="*/ 3181350 w 3771900"/>
                <a:gd name="connsiteY106" fmla="*/ 798975 h 1502833"/>
                <a:gd name="connsiteX107" fmla="*/ 2687003 w 3771900"/>
                <a:gd name="connsiteY107" fmla="*/ 798975 h 1502833"/>
                <a:gd name="connsiteX108" fmla="*/ 2723198 w 3771900"/>
                <a:gd name="connsiteY108" fmla="*/ 903602 h 1502833"/>
                <a:gd name="connsiteX109" fmla="*/ 2305050 w 3771900"/>
                <a:gd name="connsiteY109" fmla="*/ 504115 h 1502833"/>
                <a:gd name="connsiteX110" fmla="*/ 2870835 w 3771900"/>
                <a:gd name="connsiteY110" fmla="*/ 504115 h 1502833"/>
                <a:gd name="connsiteX111" fmla="*/ 2834640 w 3771900"/>
                <a:gd name="connsiteY111" fmla="*/ 399487 h 1502833"/>
                <a:gd name="connsiteX112" fmla="*/ 2305050 w 3771900"/>
                <a:gd name="connsiteY112" fmla="*/ 399487 h 1502833"/>
                <a:gd name="connsiteX113" fmla="*/ 2305050 w 3771900"/>
                <a:gd name="connsiteY113" fmla="*/ 504115 h 1502833"/>
                <a:gd name="connsiteX114" fmla="*/ 3066098 w 3771900"/>
                <a:gd name="connsiteY114" fmla="*/ 304371 h 1502833"/>
                <a:gd name="connsiteX115" fmla="*/ 3771900 w 3771900"/>
                <a:gd name="connsiteY115" fmla="*/ 304371 h 1502833"/>
                <a:gd name="connsiteX116" fmla="*/ 3771900 w 3771900"/>
                <a:gd name="connsiteY116" fmla="*/ 199744 h 1502833"/>
                <a:gd name="connsiteX117" fmla="*/ 3102293 w 3771900"/>
                <a:gd name="connsiteY117" fmla="*/ 199744 h 1502833"/>
                <a:gd name="connsiteX118" fmla="*/ 3066098 w 3771900"/>
                <a:gd name="connsiteY118" fmla="*/ 304371 h 1502833"/>
                <a:gd name="connsiteX119" fmla="*/ 3171825 w 3771900"/>
                <a:gd name="connsiteY119" fmla="*/ 0 h 1502833"/>
                <a:gd name="connsiteX120" fmla="*/ 3135630 w 3771900"/>
                <a:gd name="connsiteY120" fmla="*/ 104628 h 1502833"/>
                <a:gd name="connsiteX121" fmla="*/ 3771900 w 3771900"/>
                <a:gd name="connsiteY121" fmla="*/ 104628 h 1502833"/>
                <a:gd name="connsiteX122" fmla="*/ 3771900 w 3771900"/>
                <a:gd name="connsiteY122" fmla="*/ 0 h 1502833"/>
                <a:gd name="connsiteX123" fmla="*/ 3171825 w 3771900"/>
                <a:gd name="connsiteY123" fmla="*/ 0 h 1502833"/>
                <a:gd name="connsiteX124" fmla="*/ 2095500 w 3771900"/>
                <a:gd name="connsiteY124" fmla="*/ 1502833 h 1502833"/>
                <a:gd name="connsiteX125" fmla="*/ 2619375 w 3771900"/>
                <a:gd name="connsiteY125" fmla="*/ 1502833 h 1502833"/>
                <a:gd name="connsiteX126" fmla="*/ 2619375 w 3771900"/>
                <a:gd name="connsiteY126" fmla="*/ 1398206 h 1502833"/>
                <a:gd name="connsiteX127" fmla="*/ 2095500 w 3771900"/>
                <a:gd name="connsiteY127" fmla="*/ 1398206 h 1502833"/>
                <a:gd name="connsiteX128" fmla="*/ 2095500 w 3771900"/>
                <a:gd name="connsiteY128" fmla="*/ 1502833 h 1502833"/>
                <a:gd name="connsiteX129" fmla="*/ 2095500 w 3771900"/>
                <a:gd name="connsiteY129" fmla="*/ 1303090 h 1502833"/>
                <a:gd name="connsiteX130" fmla="*/ 2619375 w 3771900"/>
                <a:gd name="connsiteY130" fmla="*/ 1303090 h 1502833"/>
                <a:gd name="connsiteX131" fmla="*/ 2619375 w 3771900"/>
                <a:gd name="connsiteY131" fmla="*/ 1198462 h 1502833"/>
                <a:gd name="connsiteX132" fmla="*/ 2095500 w 3771900"/>
                <a:gd name="connsiteY132" fmla="*/ 1198462 h 1502833"/>
                <a:gd name="connsiteX133" fmla="*/ 2095500 w 3771900"/>
                <a:gd name="connsiteY133" fmla="*/ 1303090 h 1502833"/>
                <a:gd name="connsiteX134" fmla="*/ 2305050 w 3771900"/>
                <a:gd name="connsiteY134" fmla="*/ 1103346 h 1502833"/>
                <a:gd name="connsiteX135" fmla="*/ 2619375 w 3771900"/>
                <a:gd name="connsiteY135" fmla="*/ 1103346 h 1502833"/>
                <a:gd name="connsiteX136" fmla="*/ 2619375 w 3771900"/>
                <a:gd name="connsiteY136" fmla="*/ 998718 h 1502833"/>
                <a:gd name="connsiteX137" fmla="*/ 2305050 w 3771900"/>
                <a:gd name="connsiteY137" fmla="*/ 998718 h 1502833"/>
                <a:gd name="connsiteX138" fmla="*/ 2305050 w 3771900"/>
                <a:gd name="connsiteY138" fmla="*/ 1103346 h 1502833"/>
                <a:gd name="connsiteX139" fmla="*/ 2305050 w 3771900"/>
                <a:gd name="connsiteY139" fmla="*/ 903602 h 1502833"/>
                <a:gd name="connsiteX140" fmla="*/ 2619375 w 3771900"/>
                <a:gd name="connsiteY140" fmla="*/ 903602 h 1502833"/>
                <a:gd name="connsiteX141" fmla="*/ 2619375 w 3771900"/>
                <a:gd name="connsiteY141" fmla="*/ 798975 h 1502833"/>
                <a:gd name="connsiteX142" fmla="*/ 2305050 w 3771900"/>
                <a:gd name="connsiteY142" fmla="*/ 798975 h 1502833"/>
                <a:gd name="connsiteX143" fmla="*/ 2305050 w 3771900"/>
                <a:gd name="connsiteY143" fmla="*/ 903602 h 1502833"/>
                <a:gd name="connsiteX144" fmla="*/ 3562350 w 3771900"/>
                <a:gd name="connsiteY144" fmla="*/ 399487 h 1502833"/>
                <a:gd name="connsiteX145" fmla="*/ 3032760 w 3771900"/>
                <a:gd name="connsiteY145" fmla="*/ 399487 h 1502833"/>
                <a:gd name="connsiteX146" fmla="*/ 2996565 w 3771900"/>
                <a:gd name="connsiteY146" fmla="*/ 504115 h 1502833"/>
                <a:gd name="connsiteX147" fmla="*/ 3562350 w 3771900"/>
                <a:gd name="connsiteY147" fmla="*/ 504115 h 1502833"/>
                <a:gd name="connsiteX148" fmla="*/ 3562350 w 3771900"/>
                <a:gd name="connsiteY148" fmla="*/ 399487 h 1502833"/>
                <a:gd name="connsiteX149" fmla="*/ 3248025 w 3771900"/>
                <a:gd name="connsiteY149" fmla="*/ 703859 h 1502833"/>
                <a:gd name="connsiteX150" fmla="*/ 3562350 w 3771900"/>
                <a:gd name="connsiteY150" fmla="*/ 703859 h 1502833"/>
                <a:gd name="connsiteX151" fmla="*/ 3562350 w 3771900"/>
                <a:gd name="connsiteY151" fmla="*/ 599231 h 1502833"/>
                <a:gd name="connsiteX152" fmla="*/ 2963228 w 3771900"/>
                <a:gd name="connsiteY152" fmla="*/ 599231 h 1502833"/>
                <a:gd name="connsiteX153" fmla="*/ 2933700 w 3771900"/>
                <a:gd name="connsiteY153" fmla="*/ 683884 h 1502833"/>
                <a:gd name="connsiteX154" fmla="*/ 2904173 w 3771900"/>
                <a:gd name="connsiteY154" fmla="*/ 599231 h 1502833"/>
                <a:gd name="connsiteX155" fmla="*/ 2305050 w 3771900"/>
                <a:gd name="connsiteY155" fmla="*/ 599231 h 1502833"/>
                <a:gd name="connsiteX156" fmla="*/ 2305050 w 3771900"/>
                <a:gd name="connsiteY156" fmla="*/ 703859 h 1502833"/>
                <a:gd name="connsiteX157" fmla="*/ 2619375 w 3771900"/>
                <a:gd name="connsiteY157" fmla="*/ 703859 h 1502833"/>
                <a:gd name="connsiteX158" fmla="*/ 2619375 w 3771900"/>
                <a:gd name="connsiteY158" fmla="*/ 607791 h 1502833"/>
                <a:gd name="connsiteX159" fmla="*/ 2652713 w 3771900"/>
                <a:gd name="connsiteY159" fmla="*/ 703859 h 1502833"/>
                <a:gd name="connsiteX160" fmla="*/ 3213735 w 3771900"/>
                <a:gd name="connsiteY160" fmla="*/ 703859 h 1502833"/>
                <a:gd name="connsiteX161" fmla="*/ 3247073 w 3771900"/>
                <a:gd name="connsiteY161" fmla="*/ 607791 h 1502833"/>
                <a:gd name="connsiteX162" fmla="*/ 3248025 w 3771900"/>
                <a:gd name="connsiteY162" fmla="*/ 703859 h 1502833"/>
                <a:gd name="connsiteX163" fmla="*/ 3562350 w 3771900"/>
                <a:gd name="connsiteY163" fmla="*/ 798975 h 1502833"/>
                <a:gd name="connsiteX164" fmla="*/ 3248025 w 3771900"/>
                <a:gd name="connsiteY164" fmla="*/ 798975 h 1502833"/>
                <a:gd name="connsiteX165" fmla="*/ 3248025 w 3771900"/>
                <a:gd name="connsiteY165" fmla="*/ 903602 h 1502833"/>
                <a:gd name="connsiteX166" fmla="*/ 3562350 w 3771900"/>
                <a:gd name="connsiteY166" fmla="*/ 903602 h 1502833"/>
                <a:gd name="connsiteX167" fmla="*/ 3562350 w 3771900"/>
                <a:gd name="connsiteY167" fmla="*/ 798975 h 1502833"/>
                <a:gd name="connsiteX168" fmla="*/ 3248025 w 3771900"/>
                <a:gd name="connsiteY168" fmla="*/ 1103346 h 1502833"/>
                <a:gd name="connsiteX169" fmla="*/ 3562350 w 3771900"/>
                <a:gd name="connsiteY169" fmla="*/ 1103346 h 1502833"/>
                <a:gd name="connsiteX170" fmla="*/ 3562350 w 3771900"/>
                <a:gd name="connsiteY170" fmla="*/ 998718 h 1502833"/>
                <a:gd name="connsiteX171" fmla="*/ 3248025 w 3771900"/>
                <a:gd name="connsiteY171" fmla="*/ 998718 h 1502833"/>
                <a:gd name="connsiteX172" fmla="*/ 3248025 w 3771900"/>
                <a:gd name="connsiteY172" fmla="*/ 1103346 h 1502833"/>
                <a:gd name="connsiteX173" fmla="*/ 3248025 w 3771900"/>
                <a:gd name="connsiteY173" fmla="*/ 1303090 h 1502833"/>
                <a:gd name="connsiteX174" fmla="*/ 3771900 w 3771900"/>
                <a:gd name="connsiteY174" fmla="*/ 1303090 h 1502833"/>
                <a:gd name="connsiteX175" fmla="*/ 3771900 w 3771900"/>
                <a:gd name="connsiteY175" fmla="*/ 1198462 h 1502833"/>
                <a:gd name="connsiteX176" fmla="*/ 3248025 w 3771900"/>
                <a:gd name="connsiteY176" fmla="*/ 1198462 h 1502833"/>
                <a:gd name="connsiteX177" fmla="*/ 3248025 w 3771900"/>
                <a:gd name="connsiteY177" fmla="*/ 1303090 h 1502833"/>
                <a:gd name="connsiteX178" fmla="*/ 3248025 w 3771900"/>
                <a:gd name="connsiteY178" fmla="*/ 1502833 h 1502833"/>
                <a:gd name="connsiteX179" fmla="*/ 3771900 w 3771900"/>
                <a:gd name="connsiteY179" fmla="*/ 1502833 h 1502833"/>
                <a:gd name="connsiteX180" fmla="*/ 3771900 w 3771900"/>
                <a:gd name="connsiteY180" fmla="*/ 1398206 h 1502833"/>
                <a:gd name="connsiteX181" fmla="*/ 3248025 w 3771900"/>
                <a:gd name="connsiteY181" fmla="*/ 1398206 h 1502833"/>
                <a:gd name="connsiteX182" fmla="*/ 3248025 w 3771900"/>
                <a:gd name="connsiteY182" fmla="*/ 1502833 h 1502833"/>
                <a:gd name="connsiteX183" fmla="*/ 2801303 w 3771900"/>
                <a:gd name="connsiteY183" fmla="*/ 304371 h 1502833"/>
                <a:gd name="connsiteX184" fmla="*/ 2765108 w 3771900"/>
                <a:gd name="connsiteY184" fmla="*/ 199744 h 1502833"/>
                <a:gd name="connsiteX185" fmla="*/ 2095500 w 3771900"/>
                <a:gd name="connsiteY185" fmla="*/ 199744 h 1502833"/>
                <a:gd name="connsiteX186" fmla="*/ 2095500 w 3771900"/>
                <a:gd name="connsiteY186" fmla="*/ 304371 h 1502833"/>
                <a:gd name="connsiteX187" fmla="*/ 2801303 w 3771900"/>
                <a:gd name="connsiteY187" fmla="*/ 304371 h 1502833"/>
                <a:gd name="connsiteX188" fmla="*/ 2731770 w 3771900"/>
                <a:gd name="connsiteY188" fmla="*/ 104628 h 1502833"/>
                <a:gd name="connsiteX189" fmla="*/ 2695575 w 3771900"/>
                <a:gd name="connsiteY189" fmla="*/ 0 h 1502833"/>
                <a:gd name="connsiteX190" fmla="*/ 2095500 w 3771900"/>
                <a:gd name="connsiteY190" fmla="*/ 0 h 1502833"/>
                <a:gd name="connsiteX191" fmla="*/ 2095500 w 3771900"/>
                <a:gd name="connsiteY191" fmla="*/ 104628 h 1502833"/>
                <a:gd name="connsiteX192" fmla="*/ 2731770 w 3771900"/>
                <a:gd name="connsiteY192" fmla="*/ 104628 h 150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3771900" h="1502833">
                  <a:moveTo>
                    <a:pt x="0" y="1398206"/>
                  </a:moveTo>
                  <a:lnTo>
                    <a:pt x="733425" y="1398206"/>
                  </a:lnTo>
                  <a:lnTo>
                    <a:pt x="733425" y="1502833"/>
                  </a:lnTo>
                  <a:lnTo>
                    <a:pt x="0" y="1502833"/>
                  </a:lnTo>
                  <a:lnTo>
                    <a:pt x="0" y="1398206"/>
                  </a:lnTo>
                  <a:close/>
                  <a:moveTo>
                    <a:pt x="0" y="1303090"/>
                  </a:moveTo>
                  <a:lnTo>
                    <a:pt x="733425" y="1303090"/>
                  </a:lnTo>
                  <a:lnTo>
                    <a:pt x="733425" y="1198462"/>
                  </a:lnTo>
                  <a:lnTo>
                    <a:pt x="0" y="1198462"/>
                  </a:lnTo>
                  <a:lnTo>
                    <a:pt x="0" y="1303090"/>
                  </a:lnTo>
                  <a:close/>
                  <a:moveTo>
                    <a:pt x="209550" y="1103346"/>
                  </a:moveTo>
                  <a:lnTo>
                    <a:pt x="523875" y="1103346"/>
                  </a:lnTo>
                  <a:lnTo>
                    <a:pt x="523875" y="998718"/>
                  </a:lnTo>
                  <a:lnTo>
                    <a:pt x="209550" y="998718"/>
                  </a:lnTo>
                  <a:lnTo>
                    <a:pt x="209550" y="1103346"/>
                  </a:lnTo>
                  <a:close/>
                  <a:moveTo>
                    <a:pt x="209550" y="903602"/>
                  </a:moveTo>
                  <a:lnTo>
                    <a:pt x="523875" y="903602"/>
                  </a:lnTo>
                  <a:lnTo>
                    <a:pt x="523875" y="798975"/>
                  </a:lnTo>
                  <a:lnTo>
                    <a:pt x="209550" y="798975"/>
                  </a:lnTo>
                  <a:lnTo>
                    <a:pt x="209550" y="903602"/>
                  </a:lnTo>
                  <a:close/>
                  <a:moveTo>
                    <a:pt x="209550" y="703859"/>
                  </a:moveTo>
                  <a:lnTo>
                    <a:pt x="523875" y="703859"/>
                  </a:lnTo>
                  <a:lnTo>
                    <a:pt x="523875" y="599231"/>
                  </a:lnTo>
                  <a:lnTo>
                    <a:pt x="209550" y="599231"/>
                  </a:lnTo>
                  <a:lnTo>
                    <a:pt x="209550" y="703859"/>
                  </a:lnTo>
                  <a:close/>
                  <a:moveTo>
                    <a:pt x="523875" y="399487"/>
                  </a:moveTo>
                  <a:lnTo>
                    <a:pt x="209550" y="399487"/>
                  </a:lnTo>
                  <a:lnTo>
                    <a:pt x="209550" y="504115"/>
                  </a:lnTo>
                  <a:lnTo>
                    <a:pt x="523875" y="504115"/>
                  </a:lnTo>
                  <a:lnTo>
                    <a:pt x="523875" y="399487"/>
                  </a:lnTo>
                  <a:close/>
                  <a:moveTo>
                    <a:pt x="0" y="304371"/>
                  </a:moveTo>
                  <a:lnTo>
                    <a:pt x="733425" y="304371"/>
                  </a:lnTo>
                  <a:lnTo>
                    <a:pt x="733425" y="199744"/>
                  </a:lnTo>
                  <a:lnTo>
                    <a:pt x="0" y="199744"/>
                  </a:lnTo>
                  <a:lnTo>
                    <a:pt x="0" y="304371"/>
                  </a:lnTo>
                  <a:close/>
                  <a:moveTo>
                    <a:pt x="0" y="104628"/>
                  </a:moveTo>
                  <a:lnTo>
                    <a:pt x="733425" y="104628"/>
                  </a:lnTo>
                  <a:lnTo>
                    <a:pt x="733425" y="0"/>
                  </a:lnTo>
                  <a:lnTo>
                    <a:pt x="0" y="0"/>
                  </a:lnTo>
                  <a:lnTo>
                    <a:pt x="0" y="104628"/>
                  </a:lnTo>
                  <a:close/>
                  <a:moveTo>
                    <a:pt x="838200" y="1303090"/>
                  </a:moveTo>
                  <a:lnTo>
                    <a:pt x="1956435" y="1303090"/>
                  </a:lnTo>
                  <a:cubicBezTo>
                    <a:pt x="1975485" y="1270750"/>
                    <a:pt x="1989773" y="1235557"/>
                    <a:pt x="1998345" y="1198462"/>
                  </a:cubicBezTo>
                  <a:lnTo>
                    <a:pt x="838200" y="1198462"/>
                  </a:lnTo>
                  <a:lnTo>
                    <a:pt x="838200" y="1303090"/>
                  </a:lnTo>
                  <a:close/>
                  <a:moveTo>
                    <a:pt x="1868805" y="798975"/>
                  </a:moveTo>
                  <a:lnTo>
                    <a:pt x="1047750" y="798975"/>
                  </a:lnTo>
                  <a:lnTo>
                    <a:pt x="1047750" y="903602"/>
                  </a:lnTo>
                  <a:lnTo>
                    <a:pt x="1956435" y="903602"/>
                  </a:lnTo>
                  <a:cubicBezTo>
                    <a:pt x="1932623" y="863654"/>
                    <a:pt x="1903095" y="828461"/>
                    <a:pt x="1868805" y="798975"/>
                  </a:cubicBezTo>
                  <a:close/>
                  <a:moveTo>
                    <a:pt x="1047750" y="599231"/>
                  </a:moveTo>
                  <a:lnTo>
                    <a:pt x="1047750" y="703859"/>
                  </a:lnTo>
                  <a:lnTo>
                    <a:pt x="1868805" y="703859"/>
                  </a:lnTo>
                  <a:cubicBezTo>
                    <a:pt x="1904048" y="674373"/>
                    <a:pt x="1933575" y="639180"/>
                    <a:pt x="1956435" y="599231"/>
                  </a:cubicBezTo>
                  <a:lnTo>
                    <a:pt x="1047750" y="599231"/>
                  </a:lnTo>
                  <a:close/>
                  <a:moveTo>
                    <a:pt x="1956435" y="199744"/>
                  </a:moveTo>
                  <a:lnTo>
                    <a:pt x="838200" y="199744"/>
                  </a:lnTo>
                  <a:lnTo>
                    <a:pt x="838200" y="304371"/>
                  </a:lnTo>
                  <a:lnTo>
                    <a:pt x="1998345" y="304371"/>
                  </a:lnTo>
                  <a:cubicBezTo>
                    <a:pt x="1988820" y="267276"/>
                    <a:pt x="1974532" y="232083"/>
                    <a:pt x="1956435" y="199744"/>
                  </a:cubicBezTo>
                  <a:close/>
                  <a:moveTo>
                    <a:pt x="1609725" y="0"/>
                  </a:moveTo>
                  <a:lnTo>
                    <a:pt x="838200" y="0"/>
                  </a:lnTo>
                  <a:lnTo>
                    <a:pt x="838200" y="104628"/>
                  </a:lnTo>
                  <a:lnTo>
                    <a:pt x="1879282" y="104628"/>
                  </a:lnTo>
                  <a:cubicBezTo>
                    <a:pt x="1808798" y="39949"/>
                    <a:pt x="1713548" y="0"/>
                    <a:pt x="1609725" y="0"/>
                  </a:cubicBezTo>
                  <a:close/>
                  <a:moveTo>
                    <a:pt x="1047750" y="504115"/>
                  </a:moveTo>
                  <a:lnTo>
                    <a:pt x="1362075" y="504115"/>
                  </a:lnTo>
                  <a:lnTo>
                    <a:pt x="1362075" y="399487"/>
                  </a:lnTo>
                  <a:lnTo>
                    <a:pt x="1047750" y="399487"/>
                  </a:lnTo>
                  <a:lnTo>
                    <a:pt x="1047750" y="504115"/>
                  </a:lnTo>
                  <a:close/>
                  <a:moveTo>
                    <a:pt x="1657350" y="504115"/>
                  </a:moveTo>
                  <a:lnTo>
                    <a:pt x="1995488" y="504115"/>
                  </a:lnTo>
                  <a:cubicBezTo>
                    <a:pt x="2004060" y="470824"/>
                    <a:pt x="2009775" y="435631"/>
                    <a:pt x="2009775" y="399487"/>
                  </a:cubicBezTo>
                  <a:lnTo>
                    <a:pt x="1657350" y="399487"/>
                  </a:lnTo>
                  <a:lnTo>
                    <a:pt x="1657350" y="504115"/>
                  </a:lnTo>
                  <a:close/>
                  <a:moveTo>
                    <a:pt x="1047750" y="1103346"/>
                  </a:moveTo>
                  <a:lnTo>
                    <a:pt x="1362075" y="1103346"/>
                  </a:lnTo>
                  <a:lnTo>
                    <a:pt x="1362075" y="998718"/>
                  </a:lnTo>
                  <a:lnTo>
                    <a:pt x="1047750" y="998718"/>
                  </a:lnTo>
                  <a:lnTo>
                    <a:pt x="1047750" y="1103346"/>
                  </a:lnTo>
                  <a:close/>
                  <a:moveTo>
                    <a:pt x="1657350" y="998718"/>
                  </a:moveTo>
                  <a:lnTo>
                    <a:pt x="1657350" y="1103346"/>
                  </a:lnTo>
                  <a:lnTo>
                    <a:pt x="2009775" y="1103346"/>
                  </a:lnTo>
                  <a:cubicBezTo>
                    <a:pt x="2009775" y="1067202"/>
                    <a:pt x="2005013" y="1032009"/>
                    <a:pt x="1995488" y="998718"/>
                  </a:cubicBezTo>
                  <a:lnTo>
                    <a:pt x="1657350" y="998718"/>
                  </a:lnTo>
                  <a:close/>
                  <a:moveTo>
                    <a:pt x="838200" y="1502833"/>
                  </a:moveTo>
                  <a:lnTo>
                    <a:pt x="1609725" y="1502833"/>
                  </a:lnTo>
                  <a:cubicBezTo>
                    <a:pt x="1714500" y="1502833"/>
                    <a:pt x="1808798" y="1462885"/>
                    <a:pt x="1879282" y="1398206"/>
                  </a:cubicBezTo>
                  <a:lnTo>
                    <a:pt x="838200" y="1398206"/>
                  </a:lnTo>
                  <a:lnTo>
                    <a:pt x="838200" y="1502833"/>
                  </a:lnTo>
                  <a:close/>
                  <a:moveTo>
                    <a:pt x="2933700" y="1502833"/>
                  </a:moveTo>
                  <a:lnTo>
                    <a:pt x="2969895" y="1398206"/>
                  </a:lnTo>
                  <a:lnTo>
                    <a:pt x="2897505" y="1398206"/>
                  </a:lnTo>
                  <a:lnTo>
                    <a:pt x="2933700" y="1502833"/>
                  </a:lnTo>
                  <a:close/>
                  <a:moveTo>
                    <a:pt x="2864168" y="1303090"/>
                  </a:moveTo>
                  <a:lnTo>
                    <a:pt x="3004185" y="1303090"/>
                  </a:lnTo>
                  <a:lnTo>
                    <a:pt x="3041333" y="1198462"/>
                  </a:lnTo>
                  <a:lnTo>
                    <a:pt x="2827973" y="1198462"/>
                  </a:lnTo>
                  <a:lnTo>
                    <a:pt x="2864168" y="1303090"/>
                  </a:lnTo>
                  <a:close/>
                  <a:moveTo>
                    <a:pt x="2793683" y="1103346"/>
                  </a:moveTo>
                  <a:lnTo>
                    <a:pt x="3073718" y="1103346"/>
                  </a:lnTo>
                  <a:lnTo>
                    <a:pt x="3110865" y="998718"/>
                  </a:lnTo>
                  <a:lnTo>
                    <a:pt x="2757488" y="998718"/>
                  </a:lnTo>
                  <a:lnTo>
                    <a:pt x="2793683" y="1103346"/>
                  </a:lnTo>
                  <a:close/>
                  <a:moveTo>
                    <a:pt x="2723198" y="903602"/>
                  </a:moveTo>
                  <a:lnTo>
                    <a:pt x="3144203" y="903602"/>
                  </a:lnTo>
                  <a:lnTo>
                    <a:pt x="3181350" y="798975"/>
                  </a:lnTo>
                  <a:lnTo>
                    <a:pt x="2687003" y="798975"/>
                  </a:lnTo>
                  <a:lnTo>
                    <a:pt x="2723198" y="903602"/>
                  </a:lnTo>
                  <a:close/>
                  <a:moveTo>
                    <a:pt x="2305050" y="504115"/>
                  </a:moveTo>
                  <a:lnTo>
                    <a:pt x="2870835" y="504115"/>
                  </a:lnTo>
                  <a:lnTo>
                    <a:pt x="2834640" y="399487"/>
                  </a:lnTo>
                  <a:lnTo>
                    <a:pt x="2305050" y="399487"/>
                  </a:lnTo>
                  <a:lnTo>
                    <a:pt x="2305050" y="504115"/>
                  </a:lnTo>
                  <a:close/>
                  <a:moveTo>
                    <a:pt x="3066098" y="304371"/>
                  </a:moveTo>
                  <a:lnTo>
                    <a:pt x="3771900" y="304371"/>
                  </a:lnTo>
                  <a:lnTo>
                    <a:pt x="3771900" y="199744"/>
                  </a:lnTo>
                  <a:lnTo>
                    <a:pt x="3102293" y="199744"/>
                  </a:lnTo>
                  <a:lnTo>
                    <a:pt x="3066098" y="304371"/>
                  </a:lnTo>
                  <a:close/>
                  <a:moveTo>
                    <a:pt x="3171825" y="0"/>
                  </a:moveTo>
                  <a:lnTo>
                    <a:pt x="3135630" y="104628"/>
                  </a:lnTo>
                  <a:lnTo>
                    <a:pt x="3771900" y="104628"/>
                  </a:lnTo>
                  <a:lnTo>
                    <a:pt x="3771900" y="0"/>
                  </a:lnTo>
                  <a:lnTo>
                    <a:pt x="3171825" y="0"/>
                  </a:lnTo>
                  <a:close/>
                  <a:moveTo>
                    <a:pt x="2095500" y="1502833"/>
                  </a:moveTo>
                  <a:lnTo>
                    <a:pt x="2619375" y="1502833"/>
                  </a:lnTo>
                  <a:lnTo>
                    <a:pt x="2619375" y="1398206"/>
                  </a:lnTo>
                  <a:lnTo>
                    <a:pt x="2095500" y="1398206"/>
                  </a:lnTo>
                  <a:lnTo>
                    <a:pt x="2095500" y="1502833"/>
                  </a:lnTo>
                  <a:close/>
                  <a:moveTo>
                    <a:pt x="2095500" y="1303090"/>
                  </a:moveTo>
                  <a:lnTo>
                    <a:pt x="2619375" y="1303090"/>
                  </a:lnTo>
                  <a:lnTo>
                    <a:pt x="2619375" y="1198462"/>
                  </a:lnTo>
                  <a:lnTo>
                    <a:pt x="2095500" y="1198462"/>
                  </a:lnTo>
                  <a:lnTo>
                    <a:pt x="2095500" y="1303090"/>
                  </a:lnTo>
                  <a:close/>
                  <a:moveTo>
                    <a:pt x="2305050" y="1103346"/>
                  </a:moveTo>
                  <a:lnTo>
                    <a:pt x="2619375" y="1103346"/>
                  </a:lnTo>
                  <a:lnTo>
                    <a:pt x="2619375" y="998718"/>
                  </a:lnTo>
                  <a:lnTo>
                    <a:pt x="2305050" y="998718"/>
                  </a:lnTo>
                  <a:lnTo>
                    <a:pt x="2305050" y="1103346"/>
                  </a:lnTo>
                  <a:close/>
                  <a:moveTo>
                    <a:pt x="2305050" y="903602"/>
                  </a:moveTo>
                  <a:lnTo>
                    <a:pt x="2619375" y="903602"/>
                  </a:lnTo>
                  <a:lnTo>
                    <a:pt x="2619375" y="798975"/>
                  </a:lnTo>
                  <a:lnTo>
                    <a:pt x="2305050" y="798975"/>
                  </a:lnTo>
                  <a:lnTo>
                    <a:pt x="2305050" y="903602"/>
                  </a:lnTo>
                  <a:close/>
                  <a:moveTo>
                    <a:pt x="3562350" y="399487"/>
                  </a:moveTo>
                  <a:lnTo>
                    <a:pt x="3032760" y="399487"/>
                  </a:lnTo>
                  <a:lnTo>
                    <a:pt x="2996565" y="504115"/>
                  </a:lnTo>
                  <a:lnTo>
                    <a:pt x="3562350" y="504115"/>
                  </a:lnTo>
                  <a:lnTo>
                    <a:pt x="3562350" y="399487"/>
                  </a:lnTo>
                  <a:close/>
                  <a:moveTo>
                    <a:pt x="3248025" y="703859"/>
                  </a:moveTo>
                  <a:lnTo>
                    <a:pt x="3562350" y="703859"/>
                  </a:lnTo>
                  <a:lnTo>
                    <a:pt x="3562350" y="599231"/>
                  </a:lnTo>
                  <a:lnTo>
                    <a:pt x="2963228" y="599231"/>
                  </a:lnTo>
                  <a:lnTo>
                    <a:pt x="2933700" y="683884"/>
                  </a:lnTo>
                  <a:lnTo>
                    <a:pt x="2904173" y="599231"/>
                  </a:lnTo>
                  <a:lnTo>
                    <a:pt x="2305050" y="599231"/>
                  </a:lnTo>
                  <a:lnTo>
                    <a:pt x="2305050" y="703859"/>
                  </a:lnTo>
                  <a:lnTo>
                    <a:pt x="2619375" y="703859"/>
                  </a:lnTo>
                  <a:lnTo>
                    <a:pt x="2619375" y="607791"/>
                  </a:lnTo>
                  <a:lnTo>
                    <a:pt x="2652713" y="703859"/>
                  </a:lnTo>
                  <a:lnTo>
                    <a:pt x="3213735" y="703859"/>
                  </a:lnTo>
                  <a:lnTo>
                    <a:pt x="3247073" y="607791"/>
                  </a:lnTo>
                  <a:lnTo>
                    <a:pt x="3248025" y="703859"/>
                  </a:lnTo>
                  <a:close/>
                  <a:moveTo>
                    <a:pt x="3562350" y="798975"/>
                  </a:moveTo>
                  <a:lnTo>
                    <a:pt x="3248025" y="798975"/>
                  </a:lnTo>
                  <a:lnTo>
                    <a:pt x="3248025" y="903602"/>
                  </a:lnTo>
                  <a:lnTo>
                    <a:pt x="3562350" y="903602"/>
                  </a:lnTo>
                  <a:lnTo>
                    <a:pt x="3562350" y="798975"/>
                  </a:lnTo>
                  <a:close/>
                  <a:moveTo>
                    <a:pt x="3248025" y="1103346"/>
                  </a:moveTo>
                  <a:lnTo>
                    <a:pt x="3562350" y="1103346"/>
                  </a:lnTo>
                  <a:lnTo>
                    <a:pt x="3562350" y="998718"/>
                  </a:lnTo>
                  <a:lnTo>
                    <a:pt x="3248025" y="998718"/>
                  </a:lnTo>
                  <a:lnTo>
                    <a:pt x="3248025" y="1103346"/>
                  </a:lnTo>
                  <a:close/>
                  <a:moveTo>
                    <a:pt x="3248025" y="1303090"/>
                  </a:moveTo>
                  <a:lnTo>
                    <a:pt x="3771900" y="1303090"/>
                  </a:lnTo>
                  <a:lnTo>
                    <a:pt x="3771900" y="1198462"/>
                  </a:lnTo>
                  <a:lnTo>
                    <a:pt x="3248025" y="1198462"/>
                  </a:lnTo>
                  <a:lnTo>
                    <a:pt x="3248025" y="1303090"/>
                  </a:lnTo>
                  <a:close/>
                  <a:moveTo>
                    <a:pt x="3248025" y="1502833"/>
                  </a:moveTo>
                  <a:lnTo>
                    <a:pt x="3771900" y="1502833"/>
                  </a:lnTo>
                  <a:lnTo>
                    <a:pt x="3771900" y="1398206"/>
                  </a:lnTo>
                  <a:lnTo>
                    <a:pt x="3248025" y="1398206"/>
                  </a:lnTo>
                  <a:lnTo>
                    <a:pt x="3248025" y="1502833"/>
                  </a:lnTo>
                  <a:close/>
                  <a:moveTo>
                    <a:pt x="2801303" y="304371"/>
                  </a:moveTo>
                  <a:lnTo>
                    <a:pt x="2765108" y="199744"/>
                  </a:lnTo>
                  <a:lnTo>
                    <a:pt x="2095500" y="199744"/>
                  </a:lnTo>
                  <a:lnTo>
                    <a:pt x="2095500" y="304371"/>
                  </a:lnTo>
                  <a:lnTo>
                    <a:pt x="2801303" y="304371"/>
                  </a:lnTo>
                  <a:close/>
                  <a:moveTo>
                    <a:pt x="2731770" y="104628"/>
                  </a:moveTo>
                  <a:lnTo>
                    <a:pt x="2695575" y="0"/>
                  </a:lnTo>
                  <a:lnTo>
                    <a:pt x="2095500" y="0"/>
                  </a:lnTo>
                  <a:lnTo>
                    <a:pt x="2095500" y="104628"/>
                  </a:lnTo>
                  <a:lnTo>
                    <a:pt x="2731770" y="104628"/>
                  </a:lnTo>
                  <a:close/>
                </a:path>
              </a:pathLst>
            </a:custGeom>
            <a:solidFill>
              <a:schemeClr val="accent1"/>
            </a:solidFill>
            <a:ln w="9525" cap="flat">
              <a:noFill/>
              <a:prstDash val="solid"/>
              <a:miter/>
            </a:ln>
          </p:spPr>
          <p:txBody>
            <a:bodyPr rtlCol="0" anchor="ctr"/>
            <a:lstStyle/>
            <a:p>
              <a:endParaRPr lang="en-US"/>
            </a:p>
          </p:txBody>
        </p:sp>
        <p:pic>
          <p:nvPicPr>
            <p:cNvPr id="5" name="Picture 4" descr="A blue text on a black background  AI-generated content may be incorrect.">
              <a:extLst>
                <a:ext uri="{FF2B5EF4-FFF2-40B4-BE49-F238E27FC236}">
                  <a16:creationId xmlns:a16="http://schemas.microsoft.com/office/drawing/2014/main" id="{854E8206-F061-C432-81C6-20B2A2ABC131}"/>
                </a:ext>
              </a:extLst>
            </p:cNvPr>
            <p:cNvPicPr>
              <a:picLocks noChangeAspect="1"/>
            </p:cNvPicPr>
            <p:nvPr userDrawn="1"/>
          </p:nvPicPr>
          <p:blipFill>
            <a:blip r:embed="rId2"/>
            <a:stretch>
              <a:fillRect/>
            </a:stretch>
          </p:blipFill>
          <p:spPr>
            <a:xfrm>
              <a:off x="13258800" y="6462713"/>
              <a:ext cx="2857500" cy="790575"/>
            </a:xfrm>
            <a:prstGeom prst="rect">
              <a:avLst/>
            </a:prstGeom>
          </p:spPr>
        </p:pic>
        <p:sp>
          <p:nvSpPr>
            <p:cNvPr id="6" name="TextBox 5">
              <a:extLst>
                <a:ext uri="{FF2B5EF4-FFF2-40B4-BE49-F238E27FC236}">
                  <a16:creationId xmlns:a16="http://schemas.microsoft.com/office/drawing/2014/main" id="{ADEE34AB-7972-6DDA-DC7B-D73F94561151}"/>
                </a:ext>
              </a:extLst>
            </p:cNvPr>
            <p:cNvSpPr txBox="1"/>
            <p:nvPr userDrawn="1"/>
          </p:nvSpPr>
          <p:spPr>
            <a:xfrm>
              <a:off x="11430000" y="6519446"/>
              <a:ext cx="914400" cy="67710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chor="ctr">
              <a:spAutoFit/>
            </a:bodyPr>
            <a:lstStyle/>
            <a:p>
              <a:pPr marL="0" indent="0" algn="ctr" defTabSz="2438400">
                <a:spcBef>
                  <a:spcPts val="2900"/>
                </a:spcBef>
                <a:buSzPct val="100000"/>
                <a:buFontTx/>
                <a:buNone/>
              </a:pPr>
              <a:r>
                <a:rPr lang="en-US" sz="4400" kern="0">
                  <a:solidFill>
                    <a:srgbClr val="000000"/>
                  </a:solidFill>
                  <a:ea typeface="+mj-ea"/>
                  <a:cs typeface="+mj-cs"/>
                  <a:sym typeface="IBM Plex Sans Light"/>
                </a:rPr>
                <a:t>&amp;</a:t>
              </a:r>
            </a:p>
          </p:txBody>
        </p:sp>
      </p:grpSp>
    </p:spTree>
    <p:extLst>
      <p:ext uri="{BB962C8B-B14F-4D97-AF65-F5344CB8AC3E}">
        <p14:creationId xmlns:p14="http://schemas.microsoft.com/office/powerpoint/2010/main" val="1643735490"/>
      </p:ext>
    </p:extLst>
  </p:cSld>
  <p:clrMapOvr>
    <a:masterClrMapping/>
  </p:clrMapOvr>
  <p:transition spd="med"/>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CV">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23236500" cy="701859"/>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0" y="261855"/>
            <a:ext cx="23236499" cy="318998"/>
          </a:xfrm>
        </p:spPr>
        <p:txBody>
          <a:bodyPr>
            <a:spAutoFit/>
          </a:bodyPr>
          <a:lstStyle>
            <a:lvl1pPr>
              <a:defRPr sz="2000">
                <a:solidFill>
                  <a:schemeClr val="accent1"/>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95705686-89DC-2BEF-1E46-1396535BB55E}"/>
              </a:ext>
            </a:extLst>
          </p:cNvPr>
          <p:cNvSpPr/>
          <p:nvPr userDrawn="1"/>
        </p:nvSpPr>
        <p:spPr bwMode="auto">
          <a:xfrm>
            <a:off x="0" y="3044824"/>
            <a:ext cx="6096000" cy="10671175"/>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9" name="Picture Placeholder 8">
            <a:extLst>
              <a:ext uri="{FF2B5EF4-FFF2-40B4-BE49-F238E27FC236}">
                <a16:creationId xmlns:a16="http://schemas.microsoft.com/office/drawing/2014/main" id="{4BCFBEFD-5B8D-47C5-28B0-5D7685794DF0}"/>
              </a:ext>
            </a:extLst>
          </p:cNvPr>
          <p:cNvSpPr>
            <a:spLocks noGrp="1"/>
          </p:cNvSpPr>
          <p:nvPr>
            <p:ph type="pic" sz="quarter" idx="14"/>
          </p:nvPr>
        </p:nvSpPr>
        <p:spPr>
          <a:xfrm>
            <a:off x="576263" y="3551238"/>
            <a:ext cx="4956175" cy="5589587"/>
          </a:xfrm>
          <a:solidFill>
            <a:srgbClr val="F4F4F4"/>
          </a:solidFill>
        </p:spPr>
        <p:txBody>
          <a:bodyPr anchor="ctr"/>
          <a:lstStyle>
            <a:lvl1pPr algn="ctr">
              <a:defRPr/>
            </a:lvl1pPr>
          </a:lstStyle>
          <a:p>
            <a:endParaRPr lang="en-US"/>
          </a:p>
        </p:txBody>
      </p:sp>
      <p:sp>
        <p:nvSpPr>
          <p:cNvPr id="11" name="Text Placeholder 10">
            <a:extLst>
              <a:ext uri="{FF2B5EF4-FFF2-40B4-BE49-F238E27FC236}">
                <a16:creationId xmlns:a16="http://schemas.microsoft.com/office/drawing/2014/main" id="{13ACB8C3-591B-F2D6-9744-A71507A9EA0F}"/>
              </a:ext>
            </a:extLst>
          </p:cNvPr>
          <p:cNvSpPr>
            <a:spLocks noGrp="1"/>
          </p:cNvSpPr>
          <p:nvPr>
            <p:ph type="body" sz="quarter" idx="15" hasCustomPrompt="1"/>
          </p:nvPr>
        </p:nvSpPr>
        <p:spPr>
          <a:xfrm>
            <a:off x="576262" y="9512618"/>
            <a:ext cx="4956175" cy="1183657"/>
          </a:xfrm>
        </p:spPr>
        <p:txBody>
          <a:bodyPr wrap="square">
            <a:spAutoFit/>
          </a:bodyPr>
          <a:lstStyle>
            <a:lvl1pPr>
              <a:defRPr>
                <a:solidFill>
                  <a:schemeClr val="accent1"/>
                </a:solidFill>
                <a:latin typeface="IBM Plex Sans Medm" panose="020B0603050203000203" pitchFamily="34" charset="0"/>
              </a:defRPr>
            </a:lvl1pPr>
            <a:lvl2pPr>
              <a:defRPr>
                <a:solidFill>
                  <a:schemeClr val="accent1"/>
                </a:solidFill>
                <a:latin typeface="IBM Plex Sans Medm" panose="020B0603050203000203" pitchFamily="34" charset="0"/>
              </a:defRPr>
            </a:lvl2pPr>
            <a:lvl3pPr>
              <a:defRPr>
                <a:solidFill>
                  <a:schemeClr val="accent1"/>
                </a:solidFill>
                <a:latin typeface="IBM Plex Sans Medm" panose="020B0603050203000203" pitchFamily="34" charset="0"/>
              </a:defRPr>
            </a:lvl3pPr>
            <a:lvl4pPr>
              <a:defRPr>
                <a:solidFill>
                  <a:schemeClr val="accent1"/>
                </a:solidFill>
                <a:latin typeface="IBM Plex Sans Medm" panose="020B0603050203000203" pitchFamily="34" charset="0"/>
              </a:defRPr>
            </a:lvl4pPr>
            <a:lvl5pPr>
              <a:defRPr>
                <a:solidFill>
                  <a:schemeClr val="accent1"/>
                </a:solidFill>
                <a:latin typeface="IBM Plex Sans Medm" panose="020B0603050203000203" pitchFamily="34" charset="0"/>
              </a:defRPr>
            </a:lvl5pPr>
          </a:lstStyle>
          <a:p>
            <a:pPr lvl="0"/>
            <a:r>
              <a:rPr lang="en-US"/>
              <a:t>Name </a:t>
            </a:r>
            <a:br>
              <a:rPr lang="en-US"/>
            </a:br>
            <a:r>
              <a:rPr lang="en-US"/>
              <a:t>Surname</a:t>
            </a:r>
          </a:p>
        </p:txBody>
      </p:sp>
      <p:sp>
        <p:nvSpPr>
          <p:cNvPr id="12" name="Text Placeholder 10">
            <a:extLst>
              <a:ext uri="{FF2B5EF4-FFF2-40B4-BE49-F238E27FC236}">
                <a16:creationId xmlns:a16="http://schemas.microsoft.com/office/drawing/2014/main" id="{D47B08DB-F694-63D4-0A6F-9E495364F6B2}"/>
              </a:ext>
            </a:extLst>
          </p:cNvPr>
          <p:cNvSpPr>
            <a:spLocks noGrp="1"/>
          </p:cNvSpPr>
          <p:nvPr>
            <p:ph type="body" sz="quarter" idx="16" hasCustomPrompt="1"/>
          </p:nvPr>
        </p:nvSpPr>
        <p:spPr>
          <a:xfrm>
            <a:off x="576262" y="10973420"/>
            <a:ext cx="4956175" cy="574260"/>
          </a:xfrm>
        </p:spPr>
        <p:txBody>
          <a:bodyPr wrap="square">
            <a:spAutoFit/>
          </a:bodyPr>
          <a:lstStyle>
            <a:lvl1pPr>
              <a:defRPr>
                <a:solidFill>
                  <a:schemeClr val="accent1"/>
                </a:solidFill>
                <a:latin typeface="+mj-lt"/>
              </a:defRPr>
            </a:lvl1pPr>
            <a:lvl2pPr>
              <a:defRPr>
                <a:solidFill>
                  <a:schemeClr val="accent1"/>
                </a:solidFill>
                <a:latin typeface="IBM Plex Sans Medm" panose="020B0603050203000203" pitchFamily="34" charset="0"/>
              </a:defRPr>
            </a:lvl2pPr>
            <a:lvl3pPr>
              <a:defRPr>
                <a:solidFill>
                  <a:schemeClr val="accent1"/>
                </a:solidFill>
                <a:latin typeface="IBM Plex Sans Medm" panose="020B0603050203000203" pitchFamily="34" charset="0"/>
              </a:defRPr>
            </a:lvl3pPr>
            <a:lvl4pPr>
              <a:defRPr>
                <a:solidFill>
                  <a:schemeClr val="accent1"/>
                </a:solidFill>
                <a:latin typeface="IBM Plex Sans Medm" panose="020B0603050203000203" pitchFamily="34" charset="0"/>
              </a:defRPr>
            </a:lvl4pPr>
            <a:lvl5pPr>
              <a:defRPr>
                <a:solidFill>
                  <a:schemeClr val="accent1"/>
                </a:solidFill>
                <a:latin typeface="IBM Plex Sans Medm" panose="020B0603050203000203" pitchFamily="34" charset="0"/>
              </a:defRPr>
            </a:lvl5pPr>
          </a:lstStyle>
          <a:p>
            <a:pPr lvl="0"/>
            <a:r>
              <a:rPr lang="en-US"/>
              <a:t>Role</a:t>
            </a:r>
          </a:p>
        </p:txBody>
      </p:sp>
      <p:sp>
        <p:nvSpPr>
          <p:cNvPr id="19" name="Text Placeholder 18">
            <a:extLst>
              <a:ext uri="{FF2B5EF4-FFF2-40B4-BE49-F238E27FC236}">
                <a16:creationId xmlns:a16="http://schemas.microsoft.com/office/drawing/2014/main" id="{6BC954C3-9E7B-E1E3-14D8-F0A0FC378631}"/>
              </a:ext>
            </a:extLst>
          </p:cNvPr>
          <p:cNvSpPr>
            <a:spLocks noGrp="1"/>
          </p:cNvSpPr>
          <p:nvPr>
            <p:ph type="body" sz="quarter" idx="18"/>
          </p:nvPr>
        </p:nvSpPr>
        <p:spPr>
          <a:xfrm>
            <a:off x="6672263" y="3522586"/>
            <a:ext cx="8343657" cy="1373133"/>
          </a:xfrm>
        </p:spPr>
        <p:txBody>
          <a:bodyPr>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8">
            <a:extLst>
              <a:ext uri="{FF2B5EF4-FFF2-40B4-BE49-F238E27FC236}">
                <a16:creationId xmlns:a16="http://schemas.microsoft.com/office/drawing/2014/main" id="{DEFE9CEC-5EA2-76BC-1E27-F57F35A2F249}"/>
              </a:ext>
            </a:extLst>
          </p:cNvPr>
          <p:cNvSpPr>
            <a:spLocks noGrp="1"/>
          </p:cNvSpPr>
          <p:nvPr>
            <p:ph type="body" sz="quarter" idx="19"/>
          </p:nvPr>
        </p:nvSpPr>
        <p:spPr>
          <a:xfrm>
            <a:off x="15460903" y="3522586"/>
            <a:ext cx="8343658" cy="1373133"/>
          </a:xfrm>
        </p:spPr>
        <p:txBody>
          <a:bodyPr>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Box 20">
            <a:extLst>
              <a:ext uri="{FF2B5EF4-FFF2-40B4-BE49-F238E27FC236}">
                <a16:creationId xmlns:a16="http://schemas.microsoft.com/office/drawing/2014/main" id="{00709631-7DE2-F2E8-1D05-D1FB4494AE42}"/>
              </a:ext>
            </a:extLst>
          </p:cNvPr>
          <p:cNvSpPr txBox="1"/>
          <p:nvPr userDrawn="1"/>
        </p:nvSpPr>
        <p:spPr>
          <a:xfrm>
            <a:off x="6672263" y="3044824"/>
            <a:ext cx="17132300" cy="382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Key Skills / Expertise</a:t>
            </a:r>
          </a:p>
        </p:txBody>
      </p:sp>
      <p:cxnSp>
        <p:nvCxnSpPr>
          <p:cNvPr id="23" name="Straight Connector 22">
            <a:extLst>
              <a:ext uri="{FF2B5EF4-FFF2-40B4-BE49-F238E27FC236}">
                <a16:creationId xmlns:a16="http://schemas.microsoft.com/office/drawing/2014/main" id="{B8C1F454-3D9E-FE42-7785-422FBF13A2DE}"/>
              </a:ext>
            </a:extLst>
          </p:cNvPr>
          <p:cNvCxnSpPr>
            <a:cxnSpLocks/>
          </p:cNvCxnSpPr>
          <p:nvPr userDrawn="1"/>
        </p:nvCxnSpPr>
        <p:spPr bwMode="auto">
          <a:xfrm>
            <a:off x="6672262" y="5577466"/>
            <a:ext cx="171323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Text Placeholder 18">
            <a:extLst>
              <a:ext uri="{FF2B5EF4-FFF2-40B4-BE49-F238E27FC236}">
                <a16:creationId xmlns:a16="http://schemas.microsoft.com/office/drawing/2014/main" id="{2C3E7960-7C7A-A894-CBE8-EE4B90534D99}"/>
              </a:ext>
            </a:extLst>
          </p:cNvPr>
          <p:cNvSpPr>
            <a:spLocks noGrp="1"/>
          </p:cNvSpPr>
          <p:nvPr>
            <p:ph type="body" sz="quarter" idx="20"/>
          </p:nvPr>
        </p:nvSpPr>
        <p:spPr>
          <a:xfrm>
            <a:off x="6672263" y="6169165"/>
            <a:ext cx="17132300" cy="1373133"/>
          </a:xfrm>
        </p:spPr>
        <p:txBody>
          <a:bodyPr wrap="square">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TextBox 24">
            <a:extLst>
              <a:ext uri="{FF2B5EF4-FFF2-40B4-BE49-F238E27FC236}">
                <a16:creationId xmlns:a16="http://schemas.microsoft.com/office/drawing/2014/main" id="{102F504B-A77B-C2FA-B6A9-9AC40551A7E2}"/>
              </a:ext>
            </a:extLst>
          </p:cNvPr>
          <p:cNvSpPr txBox="1"/>
          <p:nvPr userDrawn="1"/>
        </p:nvSpPr>
        <p:spPr>
          <a:xfrm>
            <a:off x="6672263" y="5691403"/>
            <a:ext cx="17132300" cy="382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Experience / Representative Engagements</a:t>
            </a:r>
          </a:p>
        </p:txBody>
      </p:sp>
      <p:cxnSp>
        <p:nvCxnSpPr>
          <p:cNvPr id="26" name="Straight Connector 25">
            <a:extLst>
              <a:ext uri="{FF2B5EF4-FFF2-40B4-BE49-F238E27FC236}">
                <a16:creationId xmlns:a16="http://schemas.microsoft.com/office/drawing/2014/main" id="{96C899B3-BFD3-EBEE-8162-886833EE4AB9}"/>
              </a:ext>
            </a:extLst>
          </p:cNvPr>
          <p:cNvCxnSpPr>
            <a:cxnSpLocks/>
          </p:cNvCxnSpPr>
          <p:nvPr userDrawn="1"/>
        </p:nvCxnSpPr>
        <p:spPr bwMode="auto">
          <a:xfrm>
            <a:off x="6672262" y="10935309"/>
            <a:ext cx="171323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Text Placeholder 18">
            <a:extLst>
              <a:ext uri="{FF2B5EF4-FFF2-40B4-BE49-F238E27FC236}">
                <a16:creationId xmlns:a16="http://schemas.microsoft.com/office/drawing/2014/main" id="{8EDCD54E-E468-BA4E-C7FE-B5786E65F323}"/>
              </a:ext>
            </a:extLst>
          </p:cNvPr>
          <p:cNvSpPr>
            <a:spLocks noGrp="1"/>
          </p:cNvSpPr>
          <p:nvPr>
            <p:ph type="body" sz="quarter" idx="21"/>
          </p:nvPr>
        </p:nvSpPr>
        <p:spPr>
          <a:xfrm>
            <a:off x="6672263" y="11567017"/>
            <a:ext cx="17132300" cy="696024"/>
          </a:xfrm>
        </p:spPr>
        <p:txBody>
          <a:bodyPr wrap="square">
            <a:spAutoFit/>
          </a:bodyPr>
          <a:lstStyle>
            <a:lvl1pPr>
              <a:spcAft>
                <a:spcPts val="100"/>
              </a:spcAft>
              <a:defRPr sz="2000"/>
            </a:lvl1pPr>
            <a:lvl2pPr>
              <a:spcAft>
                <a:spcPts val="100"/>
              </a:spcAft>
              <a:defRPr sz="2000"/>
            </a:lvl2pPr>
            <a:lvl3pPr>
              <a:spcAft>
                <a:spcPts val="300"/>
              </a:spcAft>
              <a:defRPr sz="2400"/>
            </a:lvl3pPr>
            <a:lvl4pPr>
              <a:spcAft>
                <a:spcPts val="300"/>
              </a:spcAft>
              <a:defRPr sz="2400"/>
            </a:lvl4pPr>
            <a:lvl5pPr>
              <a:defRPr sz="2400"/>
            </a:lvl5pPr>
          </a:lstStyle>
          <a:p>
            <a:pPr lvl="0"/>
            <a:r>
              <a:rPr lang="en-US"/>
              <a:t>Click to edit Master text styles</a:t>
            </a:r>
          </a:p>
          <a:p>
            <a:pPr lvl="1"/>
            <a:r>
              <a:rPr lang="en-US"/>
              <a:t>Second level</a:t>
            </a:r>
          </a:p>
        </p:txBody>
      </p:sp>
      <p:sp>
        <p:nvSpPr>
          <p:cNvPr id="28" name="TextBox 27">
            <a:extLst>
              <a:ext uri="{FF2B5EF4-FFF2-40B4-BE49-F238E27FC236}">
                <a16:creationId xmlns:a16="http://schemas.microsoft.com/office/drawing/2014/main" id="{28E5E079-EBB8-7D76-5F45-86C6675866CD}"/>
              </a:ext>
            </a:extLst>
          </p:cNvPr>
          <p:cNvSpPr txBox="1"/>
          <p:nvPr userDrawn="1"/>
        </p:nvSpPr>
        <p:spPr>
          <a:xfrm>
            <a:off x="6672263" y="11089255"/>
            <a:ext cx="17132300" cy="382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Credentials</a:t>
            </a:r>
          </a:p>
        </p:txBody>
      </p:sp>
    </p:spTree>
    <p:extLst>
      <p:ext uri="{BB962C8B-B14F-4D97-AF65-F5344CB8AC3E}">
        <p14:creationId xmlns:p14="http://schemas.microsoft.com/office/powerpoint/2010/main" val="3259659897"/>
      </p:ext>
    </p:extLst>
  </p:cSld>
  <p:clrMapOvr>
    <a:masterClrMapping/>
  </p:clrMapOvr>
  <p:transition spd="med"/>
</p:sldLayout>
</file>

<file path=ppt/slideLayouts/slideLayout189.xml><?xml version="1.0" encoding="utf-8"?>
<p:sldLayout xmlns:a="http://schemas.openxmlformats.org/drawingml/2006/main" xmlns:r="http://schemas.openxmlformats.org/officeDocument/2006/relationships" xmlns:p="http://schemas.openxmlformats.org/presentationml/2006/main" userDrawn="1">
  <p:cSld name="Client Reference ">
    <p:bg>
      <p:bgPr>
        <a:solidFill>
          <a:schemeClr val="bg1"/>
        </a:solidFill>
        <a:effectLst/>
      </p:bgPr>
    </p:bg>
    <p:spTree>
      <p:nvGrpSpPr>
        <p:cNvPr id="1" name=""/>
        <p:cNvGrpSpPr/>
        <p:nvPr/>
      </p:nvGrpSpPr>
      <p:grpSpPr>
        <a:xfrm>
          <a:off x="0" y="0"/>
          <a:ext cx="0" cy="0"/>
          <a:chOff x="0" y="0"/>
          <a:chExt cx="0" cy="0"/>
        </a:xfrm>
      </p:grpSpPr>
      <p:sp>
        <p:nvSpPr>
          <p:cNvPr id="3" name="矩形 3">
            <a:extLst>
              <a:ext uri="{FF2B5EF4-FFF2-40B4-BE49-F238E27FC236}">
                <a16:creationId xmlns:a16="http://schemas.microsoft.com/office/drawing/2014/main" id="{CDA27505-A3E8-BB7D-FC6A-11C87CE849B5}"/>
              </a:ext>
            </a:extLst>
          </p:cNvPr>
          <p:cNvSpPr/>
          <p:nvPr userDrawn="1"/>
        </p:nvSpPr>
        <p:spPr>
          <a:xfrm>
            <a:off x="12193588" y="7472750"/>
            <a:ext cx="12193574" cy="624325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R="0" lvl="0" indent="0" defTabSz="914400" fontAlgn="base">
              <a:lnSpc>
                <a:spcPct val="100000"/>
              </a:lnSpc>
              <a:spcBef>
                <a:spcPct val="0"/>
              </a:spcBef>
              <a:spcAft>
                <a:spcPct val="0"/>
              </a:spcAft>
              <a:buClrTx/>
              <a:buSzTx/>
              <a:buFont typeface="IBM Plex Sans Light"/>
              <a:buNone/>
              <a:tabLst/>
            </a:pPr>
            <a:endParaRPr kumimoji="0" sz="1400" b="0" i="0" u="none" strike="noStrike" cap="none" normalizeH="0" baseline="0">
              <a:ln>
                <a:noFill/>
              </a:ln>
              <a:solidFill>
                <a:schemeClr val="bg1"/>
              </a:solidFill>
              <a:effectLst/>
              <a:sym typeface="IBM Plex Sans Light"/>
            </a:endParaRP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2" name="Picture Placeholder 11">
            <a:extLst>
              <a:ext uri="{FF2B5EF4-FFF2-40B4-BE49-F238E27FC236}">
                <a16:creationId xmlns:a16="http://schemas.microsoft.com/office/drawing/2014/main" id="{9822AA61-3371-A626-A60A-587B58A930CD}"/>
              </a:ext>
            </a:extLst>
          </p:cNvPr>
          <p:cNvSpPr>
            <a:spLocks noGrp="1"/>
          </p:cNvSpPr>
          <p:nvPr>
            <p:ph type="pic" sz="quarter" idx="13"/>
          </p:nvPr>
        </p:nvSpPr>
        <p:spPr>
          <a:xfrm>
            <a:off x="12193587" y="0"/>
            <a:ext cx="12193575" cy="8572500"/>
          </a:xfrm>
          <a:prstGeom prst="rect">
            <a:avLst/>
          </a:prstGeom>
          <a:solidFill>
            <a:srgbClr val="F4F4F4"/>
          </a:solidFill>
        </p:spPr>
        <p:txBody>
          <a:bodyPr/>
          <a:lstStyle/>
          <a:p>
            <a:endParaRPr lang="en-GB"/>
          </a:p>
        </p:txBody>
      </p:sp>
      <p:sp>
        <p:nvSpPr>
          <p:cNvPr id="18" name="Text Placeholder 17">
            <a:extLst>
              <a:ext uri="{FF2B5EF4-FFF2-40B4-BE49-F238E27FC236}">
                <a16:creationId xmlns:a16="http://schemas.microsoft.com/office/drawing/2014/main" id="{696D94F7-823C-EF10-4ED1-C5C94E3E50EB}"/>
              </a:ext>
            </a:extLst>
          </p:cNvPr>
          <p:cNvSpPr>
            <a:spLocks noGrp="1"/>
          </p:cNvSpPr>
          <p:nvPr>
            <p:ph type="body" sz="quarter" idx="22"/>
          </p:nvPr>
        </p:nvSpPr>
        <p:spPr>
          <a:xfrm>
            <a:off x="576072" y="2640013"/>
            <a:ext cx="4946650" cy="382797"/>
          </a:xfrm>
          <a:prstGeom prst="rect">
            <a:avLst/>
          </a:prstGeom>
        </p:spPr>
        <p:txBody>
          <a:bodyPr lIns="0" tIns="0" rIns="0" bIns="0">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19" name="Text Placeholder 17">
            <a:extLst>
              <a:ext uri="{FF2B5EF4-FFF2-40B4-BE49-F238E27FC236}">
                <a16:creationId xmlns:a16="http://schemas.microsoft.com/office/drawing/2014/main" id="{6F947815-666D-DB45-4B01-5CA6A5A9DA63}"/>
              </a:ext>
            </a:extLst>
          </p:cNvPr>
          <p:cNvSpPr>
            <a:spLocks noGrp="1"/>
          </p:cNvSpPr>
          <p:nvPr>
            <p:ph type="body" sz="quarter" idx="23"/>
          </p:nvPr>
        </p:nvSpPr>
        <p:spPr>
          <a:xfrm>
            <a:off x="576071" y="3187459"/>
            <a:ext cx="10468800" cy="318998"/>
          </a:xfrm>
          <a:prstGeom prst="rect">
            <a:avLst/>
          </a:prstGeom>
        </p:spPr>
        <p:txBody>
          <a:bodyPr wrap="square" lIns="0" tIns="0" rIns="0" bIns="0">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0" name="Text Placeholder 17">
            <a:extLst>
              <a:ext uri="{FF2B5EF4-FFF2-40B4-BE49-F238E27FC236}">
                <a16:creationId xmlns:a16="http://schemas.microsoft.com/office/drawing/2014/main" id="{EF0E5681-FECD-ABB0-3071-687B566CD7DF}"/>
              </a:ext>
            </a:extLst>
          </p:cNvPr>
          <p:cNvSpPr>
            <a:spLocks noGrp="1"/>
          </p:cNvSpPr>
          <p:nvPr>
            <p:ph type="body" sz="quarter" idx="24"/>
          </p:nvPr>
        </p:nvSpPr>
        <p:spPr>
          <a:xfrm>
            <a:off x="576072" y="5128916"/>
            <a:ext cx="4946650" cy="382797"/>
          </a:xfrm>
          <a:prstGeom prst="rect">
            <a:avLst/>
          </a:prstGeom>
        </p:spPr>
        <p:txBody>
          <a:bodyPr lIns="0" tIns="0" rIns="0" bIns="0">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1" name="Text Placeholder 17">
            <a:extLst>
              <a:ext uri="{FF2B5EF4-FFF2-40B4-BE49-F238E27FC236}">
                <a16:creationId xmlns:a16="http://schemas.microsoft.com/office/drawing/2014/main" id="{3B7BBE13-DE8F-FBAC-928B-8DCBF063820E}"/>
              </a:ext>
            </a:extLst>
          </p:cNvPr>
          <p:cNvSpPr>
            <a:spLocks noGrp="1"/>
          </p:cNvSpPr>
          <p:nvPr>
            <p:ph type="body" sz="quarter" idx="25"/>
          </p:nvPr>
        </p:nvSpPr>
        <p:spPr>
          <a:xfrm>
            <a:off x="576071" y="5676362"/>
            <a:ext cx="10468800" cy="318998"/>
          </a:xfrm>
          <a:prstGeom prst="rect">
            <a:avLst/>
          </a:prstGeom>
        </p:spPr>
        <p:txBody>
          <a:bodyPr wrap="square" lIns="0" tIns="0" rIns="0" bIns="0">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2" name="Text Placeholder 17">
            <a:extLst>
              <a:ext uri="{FF2B5EF4-FFF2-40B4-BE49-F238E27FC236}">
                <a16:creationId xmlns:a16="http://schemas.microsoft.com/office/drawing/2014/main" id="{5B28A337-7B1E-3F1F-39F4-DF019B346A4C}"/>
              </a:ext>
            </a:extLst>
          </p:cNvPr>
          <p:cNvSpPr>
            <a:spLocks noGrp="1"/>
          </p:cNvSpPr>
          <p:nvPr>
            <p:ph type="body" sz="quarter" idx="26"/>
          </p:nvPr>
        </p:nvSpPr>
        <p:spPr>
          <a:xfrm>
            <a:off x="576072" y="8269135"/>
            <a:ext cx="4946650" cy="382797"/>
          </a:xfrm>
          <a:prstGeom prst="rect">
            <a:avLst/>
          </a:prstGeom>
        </p:spPr>
        <p:txBody>
          <a:bodyPr lIns="0" tIns="0" rIns="0" bIns="0">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3" name="Text Placeholder 17">
            <a:extLst>
              <a:ext uri="{FF2B5EF4-FFF2-40B4-BE49-F238E27FC236}">
                <a16:creationId xmlns:a16="http://schemas.microsoft.com/office/drawing/2014/main" id="{C3E648D6-9DA5-F8E3-7891-5EA8D368F22D}"/>
              </a:ext>
            </a:extLst>
          </p:cNvPr>
          <p:cNvSpPr>
            <a:spLocks noGrp="1"/>
          </p:cNvSpPr>
          <p:nvPr>
            <p:ph type="body" sz="quarter" idx="27"/>
          </p:nvPr>
        </p:nvSpPr>
        <p:spPr>
          <a:xfrm>
            <a:off x="576071" y="8816581"/>
            <a:ext cx="10468800" cy="318998"/>
          </a:xfrm>
          <a:prstGeom prst="rect">
            <a:avLst/>
          </a:prstGeom>
        </p:spPr>
        <p:txBody>
          <a:bodyPr wrap="square" lIns="0" tIns="0" rIns="0" bIns="0">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4" name="Text Placeholder 17">
            <a:extLst>
              <a:ext uri="{FF2B5EF4-FFF2-40B4-BE49-F238E27FC236}">
                <a16:creationId xmlns:a16="http://schemas.microsoft.com/office/drawing/2014/main" id="{CD6826CE-B899-56B3-CE31-84C70FDCBD57}"/>
              </a:ext>
            </a:extLst>
          </p:cNvPr>
          <p:cNvSpPr>
            <a:spLocks noGrp="1"/>
          </p:cNvSpPr>
          <p:nvPr>
            <p:ph type="body" sz="quarter" idx="28"/>
          </p:nvPr>
        </p:nvSpPr>
        <p:spPr>
          <a:xfrm>
            <a:off x="12763500" y="10766198"/>
            <a:ext cx="4953000" cy="382797"/>
          </a:xfrm>
          <a:prstGeom prst="rect">
            <a:avLst/>
          </a:prstGeo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9" name="Text Placeholder 17">
            <a:extLst>
              <a:ext uri="{FF2B5EF4-FFF2-40B4-BE49-F238E27FC236}">
                <a16:creationId xmlns:a16="http://schemas.microsoft.com/office/drawing/2014/main" id="{3F79E11A-4F30-77C7-A6AA-D0717B2CE5AC}"/>
              </a:ext>
            </a:extLst>
          </p:cNvPr>
          <p:cNvSpPr>
            <a:spLocks noGrp="1"/>
          </p:cNvSpPr>
          <p:nvPr>
            <p:ph type="body" sz="quarter" idx="29"/>
          </p:nvPr>
        </p:nvSpPr>
        <p:spPr>
          <a:xfrm>
            <a:off x="18864035" y="10766198"/>
            <a:ext cx="4953000" cy="382797"/>
          </a:xfrm>
          <a:prstGeom prst="rect">
            <a:avLst/>
          </a:prstGeo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31" name="Text Placeholder 17">
            <a:extLst>
              <a:ext uri="{FF2B5EF4-FFF2-40B4-BE49-F238E27FC236}">
                <a16:creationId xmlns:a16="http://schemas.microsoft.com/office/drawing/2014/main" id="{CA4A69F3-1732-0612-A615-B2F77B8255F3}"/>
              </a:ext>
            </a:extLst>
          </p:cNvPr>
          <p:cNvSpPr>
            <a:spLocks noGrp="1"/>
          </p:cNvSpPr>
          <p:nvPr>
            <p:ph type="body" sz="quarter" idx="30"/>
          </p:nvPr>
        </p:nvSpPr>
        <p:spPr>
          <a:xfrm>
            <a:off x="12763500" y="9175746"/>
            <a:ext cx="4953000" cy="1371786"/>
          </a:xfrm>
          <a:prstGeom prst="rect">
            <a:avLst/>
          </a:prstGeom>
        </p:spPr>
        <p:txBody>
          <a:bodyPr wrap="square">
            <a:spAutoFit/>
          </a:bodyPr>
          <a:lstStyle>
            <a:lvl1pPr>
              <a:defRPr sz="8600" b="0" i="0">
                <a:solidFill>
                  <a:schemeClr val="accent1"/>
                </a:solidFill>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sp>
        <p:nvSpPr>
          <p:cNvPr id="32" name="Text Placeholder 17">
            <a:extLst>
              <a:ext uri="{FF2B5EF4-FFF2-40B4-BE49-F238E27FC236}">
                <a16:creationId xmlns:a16="http://schemas.microsoft.com/office/drawing/2014/main" id="{D782C184-182A-21E9-BD3B-0E6674CE42C8}"/>
              </a:ext>
            </a:extLst>
          </p:cNvPr>
          <p:cNvSpPr>
            <a:spLocks noGrp="1"/>
          </p:cNvSpPr>
          <p:nvPr>
            <p:ph type="body" sz="quarter" idx="31"/>
          </p:nvPr>
        </p:nvSpPr>
        <p:spPr>
          <a:xfrm>
            <a:off x="18864035" y="9175746"/>
            <a:ext cx="4953000" cy="1371786"/>
          </a:xfrm>
          <a:prstGeom prst="rect">
            <a:avLst/>
          </a:prstGeom>
        </p:spPr>
        <p:txBody>
          <a:bodyPr wrap="square">
            <a:spAutoFit/>
          </a:bodyPr>
          <a:lstStyle>
            <a:lvl1pPr>
              <a:defRPr sz="8600" b="0" i="0">
                <a:solidFill>
                  <a:schemeClr val="accent1"/>
                </a:solidFill>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cxnSp>
        <p:nvCxnSpPr>
          <p:cNvPr id="7" name="Straight Connector 6">
            <a:extLst>
              <a:ext uri="{FF2B5EF4-FFF2-40B4-BE49-F238E27FC236}">
                <a16:creationId xmlns:a16="http://schemas.microsoft.com/office/drawing/2014/main" id="{16B20E9C-BA12-761A-EDF3-FFF6CE53D0A5}"/>
              </a:ext>
            </a:extLst>
          </p:cNvPr>
          <p:cNvCxnSpPr>
            <a:cxnSpLocks/>
          </p:cNvCxnSpPr>
          <p:nvPr userDrawn="1"/>
        </p:nvCxnSpPr>
        <p:spPr bwMode="auto">
          <a:xfrm>
            <a:off x="18288000" y="9204774"/>
            <a:ext cx="0" cy="279196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ext Placeholder 5">
            <a:extLst>
              <a:ext uri="{FF2B5EF4-FFF2-40B4-BE49-F238E27FC236}">
                <a16:creationId xmlns:a16="http://schemas.microsoft.com/office/drawing/2014/main" id="{00981306-0CD1-AB5B-0CE8-41DB31C9A2F9}"/>
              </a:ext>
            </a:extLst>
          </p:cNvPr>
          <p:cNvSpPr>
            <a:spLocks noGrp="1"/>
          </p:cNvSpPr>
          <p:nvPr>
            <p:ph type="body" sz="quarter" idx="32"/>
          </p:nvPr>
        </p:nvSpPr>
        <p:spPr>
          <a:xfrm>
            <a:off x="576000" y="261855"/>
            <a:ext cx="8561578" cy="318998"/>
          </a:xfrm>
        </p:spPr>
        <p:txBody>
          <a:bodyPr>
            <a:spAutoFit/>
          </a:bodyPr>
          <a:lstStyle>
            <a:lvl1pPr>
              <a:defRPr sz="2000">
                <a:solidFill>
                  <a:schemeClr val="accent1"/>
                </a:solidFill>
              </a:defRPr>
            </a:lvl1pPr>
          </a:lstStyle>
          <a:p>
            <a:pPr lvl="0"/>
            <a:r>
              <a:rPr lang="en-US"/>
              <a:t>Click to edit Master text styles</a:t>
            </a:r>
          </a:p>
        </p:txBody>
      </p:sp>
      <p:sp>
        <p:nvSpPr>
          <p:cNvPr id="6" name="Title 5">
            <a:extLst>
              <a:ext uri="{FF2B5EF4-FFF2-40B4-BE49-F238E27FC236}">
                <a16:creationId xmlns:a16="http://schemas.microsoft.com/office/drawing/2014/main" id="{9853EFB3-D128-ED9B-4DD4-B1389BF8C216}"/>
              </a:ext>
            </a:extLst>
          </p:cNvPr>
          <p:cNvSpPr>
            <a:spLocks noGrp="1"/>
          </p:cNvSpPr>
          <p:nvPr>
            <p:ph type="title"/>
          </p:nvPr>
        </p:nvSpPr>
        <p:spPr>
          <a:xfrm>
            <a:off x="576000" y="819060"/>
            <a:ext cx="10468800" cy="701859"/>
          </a:xfrm>
          <a:ln w="12700">
            <a:miter lim="400000"/>
          </a:ln>
        </p:spPr>
        <p:txBody>
          <a:bodyPr wrap="square" lIns="0" tIns="0" rIns="0" bIns="0">
            <a:spAutoFit/>
          </a:bodyPr>
          <a:lstStyle>
            <a:lvl1pPr>
              <a:defRPr lang="en-US" sz="4400" dirty="0"/>
            </a:lvl1pPr>
          </a:lstStyle>
          <a:p>
            <a:pPr lvl="0">
              <a:lnSpc>
                <a:spcPct val="110000"/>
              </a:lnSpc>
            </a:pPr>
            <a:r>
              <a:rPr lang="en-US"/>
              <a:t>Click to edit Master title style</a:t>
            </a:r>
          </a:p>
        </p:txBody>
      </p:sp>
    </p:spTree>
    <p:extLst>
      <p:ext uri="{BB962C8B-B14F-4D97-AF65-F5344CB8AC3E}">
        <p14:creationId xmlns:p14="http://schemas.microsoft.com/office/powerpoint/2010/main" val="1177450639"/>
      </p:ext>
    </p:extLst>
  </p:cSld>
  <p:clrMapOvr>
    <a:masterClrMapping/>
  </p:clrMapOvr>
  <p:transition spd="med"/>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1_Client Reference ">
    <p:bg>
      <p:bgPr>
        <a:solidFill>
          <a:schemeClr val="bg1"/>
        </a:solidFill>
        <a:effectLst/>
      </p:bgPr>
    </p:bg>
    <p:spTree>
      <p:nvGrpSpPr>
        <p:cNvPr id="1" name=""/>
        <p:cNvGrpSpPr/>
        <p:nvPr/>
      </p:nvGrpSpPr>
      <p:grpSpPr>
        <a:xfrm>
          <a:off x="0" y="0"/>
          <a:ext cx="0" cy="0"/>
          <a:chOff x="0" y="0"/>
          <a:chExt cx="0" cy="0"/>
        </a:xfrm>
      </p:grpSpPr>
      <p:sp>
        <p:nvSpPr>
          <p:cNvPr id="3" name="矩形 3">
            <a:extLst>
              <a:ext uri="{FF2B5EF4-FFF2-40B4-BE49-F238E27FC236}">
                <a16:creationId xmlns:a16="http://schemas.microsoft.com/office/drawing/2014/main" id="{CDA27505-A3E8-BB7D-FC6A-11C87CE849B5}"/>
              </a:ext>
            </a:extLst>
          </p:cNvPr>
          <p:cNvSpPr/>
          <p:nvPr userDrawn="1"/>
        </p:nvSpPr>
        <p:spPr>
          <a:xfrm>
            <a:off x="12184063" y="7472750"/>
            <a:ext cx="12201524" cy="6243250"/>
          </a:xfrm>
          <a:prstGeom prst="rect">
            <a:avLst/>
          </a:prstGeom>
          <a:solidFill>
            <a:srgbClr val="F4F4F4"/>
          </a:solidFill>
          <a:ln w="12700">
            <a:miter lim="400000"/>
          </a:ln>
        </p:spPr>
        <p:txBody>
          <a:bodyPr lIns="243838" tIns="243838" rIns="243838" bIns="243838"/>
          <a:lstStyle/>
          <a:p>
            <a:pPr defTabSz="2438400" hangingPunct="0">
              <a:defRPr/>
            </a:pPr>
            <a:endParaRPr kern="0">
              <a:solidFill>
                <a:srgbClr val="FFFFFF"/>
              </a:solidFill>
              <a:latin typeface="IBM Plex Sans Light"/>
              <a:sym typeface="IBM Plex Sans Light"/>
            </a:endParaRP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2" name="Picture Placeholder 11">
            <a:extLst>
              <a:ext uri="{FF2B5EF4-FFF2-40B4-BE49-F238E27FC236}">
                <a16:creationId xmlns:a16="http://schemas.microsoft.com/office/drawing/2014/main" id="{9822AA61-3371-A626-A60A-587B58A930CD}"/>
              </a:ext>
            </a:extLst>
          </p:cNvPr>
          <p:cNvSpPr>
            <a:spLocks noGrp="1"/>
          </p:cNvSpPr>
          <p:nvPr>
            <p:ph type="pic" sz="quarter" idx="13"/>
          </p:nvPr>
        </p:nvSpPr>
        <p:spPr>
          <a:xfrm>
            <a:off x="12193588" y="0"/>
            <a:ext cx="12192000" cy="8572500"/>
          </a:xfrm>
          <a:solidFill>
            <a:srgbClr val="EDF5FF"/>
          </a:solidFill>
        </p:spPr>
        <p:txBody>
          <a:bodyPr/>
          <a:lstStyle/>
          <a:p>
            <a:endParaRPr lang="en-GB"/>
          </a:p>
        </p:txBody>
      </p:sp>
      <p:sp>
        <p:nvSpPr>
          <p:cNvPr id="14" name="Text Placeholder 6">
            <a:extLst>
              <a:ext uri="{FF2B5EF4-FFF2-40B4-BE49-F238E27FC236}">
                <a16:creationId xmlns:a16="http://schemas.microsoft.com/office/drawing/2014/main" id="{A127AFB9-0756-745C-AD7C-E46AD7738DE7}"/>
              </a:ext>
            </a:extLst>
          </p:cNvPr>
          <p:cNvSpPr>
            <a:spLocks noGrp="1"/>
          </p:cNvSpPr>
          <p:nvPr>
            <p:ph type="body" sz="quarter" idx="21"/>
          </p:nvPr>
        </p:nvSpPr>
        <p:spPr>
          <a:xfrm>
            <a:off x="576072" y="576072"/>
            <a:ext cx="4956175" cy="382797"/>
          </a:xfrm>
        </p:spPr>
        <p:txBody>
          <a:bodyPr>
            <a:spAutoFit/>
          </a:bodyPr>
          <a:lstStyle>
            <a:lvl1pPr>
              <a:defRPr sz="2400">
                <a:solidFill>
                  <a:schemeClr val="tx2"/>
                </a:solidFill>
              </a:defRPr>
            </a:lvl1pPr>
          </a:lstStyle>
          <a:p>
            <a:pPr lvl="0"/>
            <a:r>
              <a:rPr lang="en-GB"/>
              <a:t>Click to edit Master text styles</a:t>
            </a:r>
          </a:p>
        </p:txBody>
      </p:sp>
      <p:sp>
        <p:nvSpPr>
          <p:cNvPr id="15" name="Title 1">
            <a:extLst>
              <a:ext uri="{FF2B5EF4-FFF2-40B4-BE49-F238E27FC236}">
                <a16:creationId xmlns:a16="http://schemas.microsoft.com/office/drawing/2014/main" id="{89562629-63EE-05EF-D753-F3F04284032A}"/>
              </a:ext>
            </a:extLst>
          </p:cNvPr>
          <p:cNvSpPr>
            <a:spLocks noGrp="1"/>
          </p:cNvSpPr>
          <p:nvPr>
            <p:ph type="title"/>
          </p:nvPr>
        </p:nvSpPr>
        <p:spPr>
          <a:xfrm>
            <a:off x="576072" y="1162950"/>
            <a:ext cx="8561578" cy="701859"/>
          </a:xfrm>
        </p:spPr>
        <p:txBody>
          <a:bodyPr>
            <a:spAutoFit/>
          </a:bodyPr>
          <a:lstStyle>
            <a:lvl1pPr>
              <a:lnSpc>
                <a:spcPct val="110000"/>
              </a:lnSpc>
              <a:defRPr sz="4400">
                <a:solidFill>
                  <a:schemeClr val="tx2"/>
                </a:solidFill>
              </a:defRPr>
            </a:lvl1pPr>
          </a:lstStyle>
          <a:p>
            <a:r>
              <a:rPr lang="en-GB"/>
              <a:t>Click to edit Master title style</a:t>
            </a:r>
            <a:endParaRPr lang="en-US"/>
          </a:p>
        </p:txBody>
      </p:sp>
      <p:sp>
        <p:nvSpPr>
          <p:cNvPr id="18" name="Text Placeholder 17">
            <a:extLst>
              <a:ext uri="{FF2B5EF4-FFF2-40B4-BE49-F238E27FC236}">
                <a16:creationId xmlns:a16="http://schemas.microsoft.com/office/drawing/2014/main" id="{696D94F7-823C-EF10-4ED1-C5C94E3E50EB}"/>
              </a:ext>
            </a:extLst>
          </p:cNvPr>
          <p:cNvSpPr>
            <a:spLocks noGrp="1"/>
          </p:cNvSpPr>
          <p:nvPr>
            <p:ph type="body" sz="quarter" idx="22"/>
          </p:nvPr>
        </p:nvSpPr>
        <p:spPr>
          <a:xfrm>
            <a:off x="576072" y="3126395"/>
            <a:ext cx="4946650" cy="382797"/>
          </a:xfrm>
        </p:spPr>
        <p:txBody>
          <a:bodyPr>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19" name="Text Placeholder 17">
            <a:extLst>
              <a:ext uri="{FF2B5EF4-FFF2-40B4-BE49-F238E27FC236}">
                <a16:creationId xmlns:a16="http://schemas.microsoft.com/office/drawing/2014/main" id="{6F947815-666D-DB45-4B01-5CA6A5A9DA63}"/>
              </a:ext>
            </a:extLst>
          </p:cNvPr>
          <p:cNvSpPr>
            <a:spLocks noGrp="1"/>
          </p:cNvSpPr>
          <p:nvPr>
            <p:ph type="body" sz="quarter" idx="23"/>
          </p:nvPr>
        </p:nvSpPr>
        <p:spPr>
          <a:xfrm>
            <a:off x="576071" y="3673840"/>
            <a:ext cx="8561578" cy="318998"/>
          </a:xfrm>
        </p:spPr>
        <p:txBody>
          <a:bodyPr wrap="square">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0" name="Text Placeholder 17">
            <a:extLst>
              <a:ext uri="{FF2B5EF4-FFF2-40B4-BE49-F238E27FC236}">
                <a16:creationId xmlns:a16="http://schemas.microsoft.com/office/drawing/2014/main" id="{EF0E5681-FECD-ABB0-3071-687B566CD7DF}"/>
              </a:ext>
            </a:extLst>
          </p:cNvPr>
          <p:cNvSpPr>
            <a:spLocks noGrp="1"/>
          </p:cNvSpPr>
          <p:nvPr>
            <p:ph type="body" sz="quarter" idx="24"/>
          </p:nvPr>
        </p:nvSpPr>
        <p:spPr>
          <a:xfrm>
            <a:off x="576072" y="5615298"/>
            <a:ext cx="4946650" cy="382797"/>
          </a:xfrm>
        </p:spPr>
        <p:txBody>
          <a:bodyPr>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1" name="Text Placeholder 17">
            <a:extLst>
              <a:ext uri="{FF2B5EF4-FFF2-40B4-BE49-F238E27FC236}">
                <a16:creationId xmlns:a16="http://schemas.microsoft.com/office/drawing/2014/main" id="{3B7BBE13-DE8F-FBAC-928B-8DCBF063820E}"/>
              </a:ext>
            </a:extLst>
          </p:cNvPr>
          <p:cNvSpPr>
            <a:spLocks noGrp="1"/>
          </p:cNvSpPr>
          <p:nvPr>
            <p:ph type="body" sz="quarter" idx="25"/>
          </p:nvPr>
        </p:nvSpPr>
        <p:spPr>
          <a:xfrm>
            <a:off x="576071" y="6162743"/>
            <a:ext cx="8561578" cy="318998"/>
          </a:xfrm>
        </p:spPr>
        <p:txBody>
          <a:bodyPr wrap="square">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2" name="Text Placeholder 17">
            <a:extLst>
              <a:ext uri="{FF2B5EF4-FFF2-40B4-BE49-F238E27FC236}">
                <a16:creationId xmlns:a16="http://schemas.microsoft.com/office/drawing/2014/main" id="{5B28A337-7B1E-3F1F-39F4-DF019B346A4C}"/>
              </a:ext>
            </a:extLst>
          </p:cNvPr>
          <p:cNvSpPr>
            <a:spLocks noGrp="1"/>
          </p:cNvSpPr>
          <p:nvPr>
            <p:ph type="body" sz="quarter" idx="26"/>
          </p:nvPr>
        </p:nvSpPr>
        <p:spPr>
          <a:xfrm>
            <a:off x="576072" y="8104201"/>
            <a:ext cx="4946650" cy="382797"/>
          </a:xfrm>
        </p:spPr>
        <p:txBody>
          <a:bodyPr>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3" name="Text Placeholder 17">
            <a:extLst>
              <a:ext uri="{FF2B5EF4-FFF2-40B4-BE49-F238E27FC236}">
                <a16:creationId xmlns:a16="http://schemas.microsoft.com/office/drawing/2014/main" id="{C3E648D6-9DA5-F8E3-7891-5EA8D368F22D}"/>
              </a:ext>
            </a:extLst>
          </p:cNvPr>
          <p:cNvSpPr>
            <a:spLocks noGrp="1"/>
          </p:cNvSpPr>
          <p:nvPr>
            <p:ph type="body" sz="quarter" idx="27"/>
          </p:nvPr>
        </p:nvSpPr>
        <p:spPr>
          <a:xfrm>
            <a:off x="576071" y="8651646"/>
            <a:ext cx="8561578" cy="318998"/>
          </a:xfrm>
        </p:spPr>
        <p:txBody>
          <a:bodyPr wrap="square">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4" name="Text Placeholder 17">
            <a:extLst>
              <a:ext uri="{FF2B5EF4-FFF2-40B4-BE49-F238E27FC236}">
                <a16:creationId xmlns:a16="http://schemas.microsoft.com/office/drawing/2014/main" id="{CD6826CE-B899-56B3-CE31-84C70FDCBD57}"/>
              </a:ext>
            </a:extLst>
          </p:cNvPr>
          <p:cNvSpPr>
            <a:spLocks noGrp="1"/>
          </p:cNvSpPr>
          <p:nvPr>
            <p:ph type="body" sz="quarter" idx="28"/>
          </p:nvPr>
        </p:nvSpPr>
        <p:spPr>
          <a:xfrm>
            <a:off x="12763500" y="10564479"/>
            <a:ext cx="4953000" cy="382797"/>
          </a:xfr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9" name="Text Placeholder 17">
            <a:extLst>
              <a:ext uri="{FF2B5EF4-FFF2-40B4-BE49-F238E27FC236}">
                <a16:creationId xmlns:a16="http://schemas.microsoft.com/office/drawing/2014/main" id="{3F79E11A-4F30-77C7-A6AA-D0717B2CE5AC}"/>
              </a:ext>
            </a:extLst>
          </p:cNvPr>
          <p:cNvSpPr>
            <a:spLocks noGrp="1"/>
          </p:cNvSpPr>
          <p:nvPr>
            <p:ph type="body" sz="quarter" idx="29"/>
          </p:nvPr>
        </p:nvSpPr>
        <p:spPr>
          <a:xfrm>
            <a:off x="18861087" y="10564479"/>
            <a:ext cx="4953000" cy="382797"/>
          </a:xfr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31" name="Text Placeholder 17">
            <a:extLst>
              <a:ext uri="{FF2B5EF4-FFF2-40B4-BE49-F238E27FC236}">
                <a16:creationId xmlns:a16="http://schemas.microsoft.com/office/drawing/2014/main" id="{CA4A69F3-1732-0612-A615-B2F77B8255F3}"/>
              </a:ext>
            </a:extLst>
          </p:cNvPr>
          <p:cNvSpPr>
            <a:spLocks noGrp="1"/>
          </p:cNvSpPr>
          <p:nvPr>
            <p:ph type="body" sz="quarter" idx="30"/>
          </p:nvPr>
        </p:nvSpPr>
        <p:spPr>
          <a:xfrm>
            <a:off x="12763500" y="8988541"/>
            <a:ext cx="4953000" cy="1371786"/>
          </a:xfrm>
        </p:spPr>
        <p:txBody>
          <a:bodyPr wrap="square">
            <a:spAutoFit/>
          </a:bodyPr>
          <a:lstStyle>
            <a:lvl1pPr>
              <a:defRPr sz="86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sp>
        <p:nvSpPr>
          <p:cNvPr id="32" name="Text Placeholder 17">
            <a:extLst>
              <a:ext uri="{FF2B5EF4-FFF2-40B4-BE49-F238E27FC236}">
                <a16:creationId xmlns:a16="http://schemas.microsoft.com/office/drawing/2014/main" id="{D782C184-182A-21E9-BD3B-0E6674CE42C8}"/>
              </a:ext>
            </a:extLst>
          </p:cNvPr>
          <p:cNvSpPr>
            <a:spLocks noGrp="1"/>
          </p:cNvSpPr>
          <p:nvPr>
            <p:ph type="body" sz="quarter" idx="31"/>
          </p:nvPr>
        </p:nvSpPr>
        <p:spPr>
          <a:xfrm>
            <a:off x="18878549" y="8988541"/>
            <a:ext cx="4953000" cy="1371786"/>
          </a:xfrm>
        </p:spPr>
        <p:txBody>
          <a:bodyPr wrap="square">
            <a:spAutoFit/>
          </a:bodyPr>
          <a:lstStyle>
            <a:lvl1pPr>
              <a:defRPr sz="86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cxnSp>
        <p:nvCxnSpPr>
          <p:cNvPr id="2" name="Straight Connector 1">
            <a:extLst>
              <a:ext uri="{FF2B5EF4-FFF2-40B4-BE49-F238E27FC236}">
                <a16:creationId xmlns:a16="http://schemas.microsoft.com/office/drawing/2014/main" id="{162E3BAF-83E9-F247-84D4-5C8F49CDDA30}"/>
              </a:ext>
            </a:extLst>
          </p:cNvPr>
          <p:cNvCxnSpPr>
            <a:cxnSpLocks/>
          </p:cNvCxnSpPr>
          <p:nvPr userDrawn="1"/>
        </p:nvCxnSpPr>
        <p:spPr bwMode="auto">
          <a:xfrm flipV="1">
            <a:off x="18289587" y="9012293"/>
            <a:ext cx="0" cy="2984445"/>
          </a:xfrm>
          <a:prstGeom prst="line">
            <a:avLst/>
          </a:prstGeom>
          <a:ln w="12700">
            <a:gradFill>
              <a:gsLst>
                <a:gs pos="100000">
                  <a:schemeClr val="accent1"/>
                </a:gs>
                <a:gs pos="0">
                  <a:srgbClr val="E0E0E0"/>
                </a:gs>
                <a:gs pos="50000">
                  <a:srgbClr val="EE5396"/>
                </a:gs>
              </a:gsLst>
              <a:lin ang="5400000" scaled="0"/>
            </a:gra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4647642"/>
      </p:ext>
    </p:extLst>
  </p:cSld>
  <p:clrMapOvr>
    <a:masterClrMapping/>
  </p:clrMapOvr>
  <p:transition spd="med"/>
</p:sldLayout>
</file>

<file path=ppt/slideLayouts/slideLayout191.xml><?xml version="1.0" encoding="utf-8"?>
<p:sldLayout xmlns:a="http://schemas.openxmlformats.org/drawingml/2006/main" xmlns:r="http://schemas.openxmlformats.org/officeDocument/2006/relationships" xmlns:p="http://schemas.openxmlformats.org/presentationml/2006/main" type="tx">
  <p:cSld name="1_Text, 4 columns ">
    <p:spTree>
      <p:nvGrpSpPr>
        <p:cNvPr id="1" name=""/>
        <p:cNvGrpSpPr/>
        <p:nvPr/>
      </p:nvGrpSpPr>
      <p:grpSpPr>
        <a:xfrm>
          <a:off x="0" y="0"/>
          <a:ext cx="0" cy="0"/>
          <a:chOff x="0" y="0"/>
          <a:chExt cx="0" cy="0"/>
        </a:xfrm>
      </p:grpSpPr>
      <p:sp>
        <p:nvSpPr>
          <p:cNvPr id="174" name="Title Text"/>
          <p:cNvSpPr txBox="1">
            <a:spLocks noGrp="1"/>
          </p:cNvSpPr>
          <p:nvPr>
            <p:ph type="title"/>
          </p:nvPr>
        </p:nvSpPr>
        <p:spPr>
          <a:xfrm>
            <a:off x="576076" y="576072"/>
            <a:ext cx="4942722" cy="1525588"/>
          </a:xfrm>
          <a:prstGeom prst="rect">
            <a:avLst/>
          </a:prstGeom>
        </p:spPr>
        <p:txBody>
          <a:bodyPr>
            <a:normAutofit/>
          </a:bodyPr>
          <a:lstStyle>
            <a:lvl1pPr>
              <a:lnSpc>
                <a:spcPct val="110000"/>
              </a:lnSpc>
              <a:defRPr sz="2800"/>
            </a:lvl1pPr>
          </a:lstStyle>
          <a:p>
            <a:r>
              <a:t>Title Text</a:t>
            </a:r>
          </a:p>
        </p:txBody>
      </p:sp>
      <p:sp>
        <p:nvSpPr>
          <p:cNvPr id="175" name="Body Level One…"/>
          <p:cNvSpPr txBox="1">
            <a:spLocks noGrp="1"/>
          </p:cNvSpPr>
          <p:nvPr>
            <p:ph type="body" sz="quarter" idx="1"/>
          </p:nvPr>
        </p:nvSpPr>
        <p:spPr>
          <a:xfrm>
            <a:off x="576075" y="3047999"/>
            <a:ext cx="4956821" cy="9153526"/>
          </a:xfrm>
          <a:prstGeom prst="rect">
            <a:avLst/>
          </a:prstGeom>
        </p:spPr>
        <p:txBody>
          <a:bodyPr>
            <a:normAutofit/>
          </a:bodyPr>
          <a:lstStyle>
            <a:lvl1pPr>
              <a:defRPr sz="2000">
                <a:latin typeface="IBM Plex Sans"/>
                <a:ea typeface="IBM Plex Sans"/>
                <a:cs typeface="IBM Plex Sans"/>
                <a:sym typeface="IBM Plex Sans"/>
              </a:defRPr>
            </a:lvl1pPr>
            <a:lvl2pPr marL="182879" indent="-182879">
              <a:defRPr sz="2000">
                <a:latin typeface="IBM Plex Sans"/>
                <a:ea typeface="IBM Plex Sans"/>
                <a:cs typeface="IBM Plex Sans"/>
                <a:sym typeface="IBM Plex Sans"/>
              </a:defRPr>
            </a:lvl2pPr>
            <a:lvl3pPr marL="365759" indent="-182879">
              <a:defRPr sz="2000">
                <a:latin typeface="IBM Plex Sans"/>
                <a:ea typeface="IBM Plex Sans"/>
                <a:cs typeface="IBM Plex Sans"/>
                <a:sym typeface="IBM Plex Sans"/>
              </a:defRPr>
            </a:lvl3pPr>
            <a:lvl4pPr marL="548640" indent="-182879">
              <a:defRPr sz="2000">
                <a:latin typeface="IBM Plex Sans"/>
                <a:ea typeface="IBM Plex Sans"/>
                <a:cs typeface="IBM Plex Sans"/>
                <a:sym typeface="IBM Plex Sans"/>
              </a:defRPr>
            </a:lvl4pPr>
            <a:lvl5pPr>
              <a:defRPr sz="2000">
                <a:latin typeface="IBM Plex Sans"/>
                <a:ea typeface="IBM Plex Sans"/>
                <a:cs typeface="IBM Plex San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76" name="Text Placeholder 6"/>
          <p:cNvSpPr>
            <a:spLocks noGrp="1"/>
          </p:cNvSpPr>
          <p:nvPr>
            <p:ph type="body" sz="quarter" idx="21"/>
          </p:nvPr>
        </p:nvSpPr>
        <p:spPr>
          <a:xfrm>
            <a:off x="6671544" y="3047999"/>
            <a:ext cx="4952058" cy="9153526"/>
          </a:xfrm>
          <a:prstGeom prst="rect">
            <a:avLst/>
          </a:prstGeom>
        </p:spPr>
        <p:txBody>
          <a:bodyPr>
            <a:normAutofit/>
          </a:bodyPr>
          <a:lstStyle/>
          <a:p>
            <a:pPr>
              <a:defRPr sz="2000">
                <a:latin typeface="IBM Plex Sans"/>
                <a:ea typeface="IBM Plex Sans"/>
                <a:cs typeface="IBM Plex Sans"/>
                <a:sym typeface="IBM Plex Sans"/>
              </a:defRPr>
            </a:pPr>
            <a:endParaRPr/>
          </a:p>
        </p:txBody>
      </p:sp>
      <p:sp>
        <p:nvSpPr>
          <p:cNvPr id="177" name="Text Placeholder 8"/>
          <p:cNvSpPr>
            <a:spLocks noGrp="1"/>
          </p:cNvSpPr>
          <p:nvPr>
            <p:ph type="body" sz="quarter" idx="22"/>
          </p:nvPr>
        </p:nvSpPr>
        <p:spPr>
          <a:xfrm>
            <a:off x="12781664" y="3047999"/>
            <a:ext cx="4953646" cy="9153526"/>
          </a:xfrm>
          <a:prstGeom prst="rect">
            <a:avLst/>
          </a:prstGeom>
        </p:spPr>
        <p:txBody>
          <a:bodyPr>
            <a:normAutofit/>
          </a:bodyPr>
          <a:lstStyle/>
          <a:p>
            <a:pPr>
              <a:defRPr sz="2000">
                <a:latin typeface="IBM Plex Sans"/>
                <a:ea typeface="IBM Plex Sans"/>
                <a:cs typeface="IBM Plex Sans"/>
                <a:sym typeface="IBM Plex Sans"/>
              </a:defRPr>
            </a:pPr>
            <a:endParaRPr/>
          </a:p>
        </p:txBody>
      </p:sp>
      <p:sp>
        <p:nvSpPr>
          <p:cNvPr id="178" name="Text Placeholder 10"/>
          <p:cNvSpPr>
            <a:spLocks noGrp="1"/>
          </p:cNvSpPr>
          <p:nvPr>
            <p:ph type="body" sz="quarter" idx="23"/>
          </p:nvPr>
        </p:nvSpPr>
        <p:spPr>
          <a:xfrm>
            <a:off x="18865131" y="3047999"/>
            <a:ext cx="4959996" cy="9153526"/>
          </a:xfrm>
          <a:prstGeom prst="rect">
            <a:avLst/>
          </a:prstGeom>
        </p:spPr>
        <p:txBody>
          <a:bodyPr>
            <a:normAutofit/>
          </a:bodyPr>
          <a:lstStyle/>
          <a:p>
            <a:pPr>
              <a:defRPr sz="2000">
                <a:latin typeface="IBM Plex Sans"/>
                <a:ea typeface="IBM Plex Sans"/>
                <a:cs typeface="IBM Plex Sans"/>
                <a:sym typeface="IBM Plex Sans"/>
              </a:defRPr>
            </a:pPr>
            <a:endParaRPr/>
          </a:p>
        </p:txBody>
      </p:sp>
      <p:sp>
        <p:nvSpPr>
          <p:cNvPr id="179" name="Slide Number"/>
          <p:cNvSpPr txBox="1">
            <a:spLocks noGrp="1"/>
          </p:cNvSpPr>
          <p:nvPr>
            <p:ph type="sldNum" sz="quarter" idx="2"/>
          </p:nvPr>
        </p:nvSpPr>
        <p:spPr>
          <a:prstGeom prst="rect">
            <a:avLst/>
          </a:prstGeo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a:t>
            </a:fld>
            <a:endParaRPr kumimoji="0"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Tree>
    <p:extLst>
      <p:ext uri="{BB962C8B-B14F-4D97-AF65-F5344CB8AC3E}">
        <p14:creationId xmlns:p14="http://schemas.microsoft.com/office/powerpoint/2010/main" val="1987762072"/>
      </p:ext>
    </p:extLst>
  </p:cSld>
  <p:clrMapOvr>
    <a:masterClrMapping/>
  </p:clrMapOvr>
  <p:transition spd="med"/>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2_Blank slide">
    <p:spTree>
      <p:nvGrpSpPr>
        <p:cNvPr id="1" name=""/>
        <p:cNvGrpSpPr/>
        <p:nvPr/>
      </p:nvGrpSpPr>
      <p:grpSpPr>
        <a:xfrm>
          <a:off x="0" y="0"/>
          <a:ext cx="0" cy="0"/>
          <a:chOff x="0" y="0"/>
          <a:chExt cx="0" cy="0"/>
        </a:xfrm>
      </p:grpSpPr>
      <p:sp>
        <p:nvSpPr>
          <p:cNvPr id="563" name="Title Text"/>
          <p:cNvSpPr txBox="1">
            <a:spLocks noGrp="1"/>
          </p:cNvSpPr>
          <p:nvPr>
            <p:ph type="title"/>
          </p:nvPr>
        </p:nvSpPr>
        <p:spPr>
          <a:xfrm>
            <a:off x="576075" y="576070"/>
            <a:ext cx="4950471" cy="2468754"/>
          </a:xfrm>
          <a:prstGeom prst="rect">
            <a:avLst/>
          </a:prstGeom>
        </p:spPr>
        <p:txBody>
          <a:bodyPr>
            <a:normAutofit/>
          </a:bodyPr>
          <a:lstStyle>
            <a:lvl1pPr>
              <a:lnSpc>
                <a:spcPct val="110000"/>
              </a:lnSpc>
              <a:defRPr sz="2800"/>
            </a:lvl1pPr>
          </a:lstStyle>
          <a:p>
            <a:r>
              <a:t>Title Text</a:t>
            </a:r>
          </a:p>
        </p:txBody>
      </p:sp>
      <p:sp>
        <p:nvSpPr>
          <p:cNvPr id="564" name="Slide Number"/>
          <p:cNvSpPr txBox="1">
            <a:spLocks noGrp="1"/>
          </p:cNvSpPr>
          <p:nvPr>
            <p:ph type="sldNum" sz="quarter" idx="2"/>
          </p:nvPr>
        </p:nvSpPr>
        <p:spPr>
          <a:prstGeom prst="rect">
            <a:avLst/>
          </a:prstGeo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a:t>
            </a:fld>
            <a:endParaRPr kumimoji="0"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Tree>
    <p:extLst>
      <p:ext uri="{BB962C8B-B14F-4D97-AF65-F5344CB8AC3E}">
        <p14:creationId xmlns:p14="http://schemas.microsoft.com/office/powerpoint/2010/main" val="3292928205"/>
      </p:ext>
    </p:extLst>
  </p:cSld>
  <p:clrMapOvr>
    <a:masterClrMapping/>
  </p:clrMapOvr>
  <p:transition spd="med"/>
</p:sldLayout>
</file>

<file path=ppt/slideLayouts/slideLayout19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620" y="12712705"/>
            <a:ext cx="5487114" cy="730250"/>
          </a:xfrm>
          <a:prstGeom prst="rect">
            <a:avLst/>
          </a:prstGeom>
        </p:spPr>
        <p:txBody>
          <a:bodyPr/>
          <a:lstStyle/>
          <a:p>
            <a:endParaRPr lang="en-US"/>
          </a:p>
        </p:txBody>
      </p:sp>
      <p:sp>
        <p:nvSpPr>
          <p:cNvPr id="3" name="Footer Placeholder 2"/>
          <p:cNvSpPr>
            <a:spLocks noGrp="1"/>
          </p:cNvSpPr>
          <p:nvPr>
            <p:ph type="ftr" sz="quarter" idx="11"/>
          </p:nvPr>
        </p:nvSpPr>
        <p:spPr>
          <a:xfrm>
            <a:off x="8078253" y="12712705"/>
            <a:ext cx="8230672" cy="730250"/>
          </a:xfrm>
          <a:prstGeom prst="rect">
            <a:avLst/>
          </a:prstGeom>
        </p:spPr>
        <p:txBody>
          <a:bodyPr/>
          <a:lstStyle/>
          <a:p>
            <a:r>
              <a:rPr lang="en-US"/>
              <a:t>IBM Consulting for Nestlé | IBM confidential</a:t>
            </a:r>
          </a:p>
        </p:txBody>
      </p:sp>
      <p:sp>
        <p:nvSpPr>
          <p:cNvPr id="4" name="Slide Number Placeholder 3"/>
          <p:cNvSpPr>
            <a:spLocks noGrp="1"/>
          </p:cNvSpPr>
          <p:nvPr>
            <p:ph type="sldNum" sz="quarter" idx="12"/>
          </p:nvPr>
        </p:nvSpPr>
        <p:spPr>
          <a:xfrm>
            <a:off x="22309807" y="13196734"/>
            <a:ext cx="400751" cy="246221"/>
          </a:xfrm>
          <a:prstGeom prst="rect">
            <a:avLst/>
          </a:prstGeom>
        </p:spPr>
        <p:txBody>
          <a:bodyPr/>
          <a:lstStyle/>
          <a:p>
            <a:fld id="{48F63A3B-78C7-47BE-AE5E-E10140E04643}" type="slidenum">
              <a:rPr lang="en-US"/>
              <a:t>‹#›</a:t>
            </a:fld>
            <a:endParaRPr lang="en-US"/>
          </a:p>
        </p:txBody>
      </p:sp>
    </p:spTree>
    <p:extLst>
      <p:ext uri="{BB962C8B-B14F-4D97-AF65-F5344CB8AC3E}">
        <p14:creationId xmlns:p14="http://schemas.microsoft.com/office/powerpoint/2010/main" val="406526127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userDrawn="1">
  <p:cSld name="Blank 1">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ECDE9CB-8D90-1246-95AA-5B67F2D8A901}"/>
              </a:ext>
            </a:extLst>
          </p:cNvPr>
          <p:cNvGrpSpPr/>
          <p:nvPr userDrawn="1"/>
        </p:nvGrpSpPr>
        <p:grpSpPr>
          <a:xfrm>
            <a:off x="762100" y="12954000"/>
            <a:ext cx="4522839" cy="381000"/>
            <a:chOff x="914400" y="7891626"/>
            <a:chExt cx="2713350" cy="228600"/>
          </a:xfrm>
        </p:grpSpPr>
        <p:sp>
          <p:nvSpPr>
            <p:cNvPr id="9" name="Footer Placeholder 3">
              <a:extLst>
                <a:ext uri="{FF2B5EF4-FFF2-40B4-BE49-F238E27FC236}">
                  <a16:creationId xmlns:a16="http://schemas.microsoft.com/office/drawing/2014/main" id="{17AA24E7-66D1-244F-9274-F27A2912CAEB}"/>
                </a:ext>
              </a:extLst>
            </p:cNvPr>
            <p:cNvSpPr txBox="1">
              <a:spLocks/>
            </p:cNvSpPr>
            <p:nvPr userDrawn="1"/>
          </p:nvSpPr>
          <p:spPr>
            <a:xfrm>
              <a:off x="914400" y="7891626"/>
              <a:ext cx="1523474" cy="22784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2" b="0" i="0">
                  <a:solidFill>
                    <a:schemeClr val="bg2"/>
                  </a:solidFill>
                  <a:latin typeface="IBM Plex Sans" charset="0"/>
                  <a:ea typeface="IBM Plex Sans" charset="0"/>
                  <a:cs typeface="IBM Plex Sans" charset="0"/>
                </a:rPr>
                <a:t>© Copyright IBM Corporation</a:t>
              </a:r>
            </a:p>
          </p:txBody>
        </p:sp>
        <p:sp>
          <p:nvSpPr>
            <p:cNvPr id="11" name="Date Placeholder 2">
              <a:extLst>
                <a:ext uri="{FF2B5EF4-FFF2-40B4-BE49-F238E27FC236}">
                  <a16:creationId xmlns:a16="http://schemas.microsoft.com/office/drawing/2014/main" id="{06949419-1724-F046-B603-B77963C93BFD}"/>
                </a:ext>
              </a:extLst>
            </p:cNvPr>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fontAlgn="auto">
                <a:spcBef>
                  <a:spcPts val="0"/>
                </a:spcBef>
                <a:spcAft>
                  <a:spcPts val="0"/>
                </a:spcAft>
                <a:tabLst/>
                <a:defRPr/>
              </a:pPr>
              <a:r>
                <a:rPr lang="en-US" sz="1332" b="0" i="0">
                  <a:solidFill>
                    <a:schemeClr val="bg2"/>
                  </a:solidFill>
                  <a:latin typeface="IBM Plex Sans" charset="0"/>
                  <a:ea typeface="IBM Plex Sans" charset="0"/>
                  <a:cs typeface="IBM Plex Sans" charset="0"/>
                </a:rPr>
                <a:t> </a:t>
              </a:r>
              <a:fld id="{7C9968D1-C8E5-4FE3-AED4-7D4518C301B3}" type="datetime3">
                <a:rPr lang="en-US" sz="1332" b="0" i="0" smtClean="0">
                  <a:solidFill>
                    <a:schemeClr val="bg2"/>
                  </a:solidFill>
                  <a:latin typeface="IBM Plex Sans" charset="0"/>
                  <a:ea typeface="IBM Plex Sans" charset="0"/>
                  <a:cs typeface="IBM Plex Sans" charset="0"/>
                </a:rPr>
                <a:pPr marL="0" indent="0" algn="r" fontAlgn="auto">
                  <a:spcBef>
                    <a:spcPts val="0"/>
                  </a:spcBef>
                  <a:spcAft>
                    <a:spcPts val="0"/>
                  </a:spcAft>
                  <a:tabLst/>
                  <a:defRPr/>
                </a:pPr>
                <a:t>8 May 2026</a:t>
              </a:fld>
              <a:endParaRPr lang="en-US" sz="1332" b="0" i="0">
                <a:solidFill>
                  <a:schemeClr val="bg2"/>
                </a:solidFill>
                <a:latin typeface="IBM Plex Sans" charset="0"/>
                <a:ea typeface="IBM Plex Sans" charset="0"/>
                <a:cs typeface="IBM Plex Sans" charset="0"/>
              </a:endParaRPr>
            </a:p>
          </p:txBody>
        </p:sp>
      </p:grpSp>
      <p:sp>
        <p:nvSpPr>
          <p:cNvPr id="12" name="Footer Placeholder 3">
            <a:extLst>
              <a:ext uri="{FF2B5EF4-FFF2-40B4-BE49-F238E27FC236}">
                <a16:creationId xmlns:a16="http://schemas.microsoft.com/office/drawing/2014/main" id="{1455F952-23F3-8D45-9CD2-A4086FAC19FD}"/>
              </a:ext>
            </a:extLst>
          </p:cNvPr>
          <p:cNvSpPr txBox="1">
            <a:spLocks/>
          </p:cNvSpPr>
          <p:nvPr userDrawn="1"/>
        </p:nvSpPr>
        <p:spPr>
          <a:xfrm>
            <a:off x="6858893" y="12968651"/>
            <a:ext cx="3807856"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2" b="0" i="0">
                <a:solidFill>
                  <a:schemeClr val="bg2"/>
                </a:solidFill>
                <a:latin typeface="IBM Plex Sans" charset="0"/>
                <a:ea typeface="IBM Plex Sans" charset="0"/>
                <a:cs typeface="IBM Plex Sans" charset="0"/>
              </a:rPr>
              <a:t>IBM Consulting</a:t>
            </a:r>
            <a:r>
              <a:rPr lang="en-US" sz="1332" b="1" i="0">
                <a:solidFill>
                  <a:schemeClr val="bg2"/>
                </a:solidFill>
                <a:latin typeface="IBM Plex Sans" charset="0"/>
                <a:ea typeface="IBM Plex Sans" charset="0"/>
                <a:cs typeface="IBM Plex Sans" charset="0"/>
              </a:rPr>
              <a:t>   </a:t>
            </a:r>
            <a:r>
              <a:rPr lang="en-US" sz="1332" b="0" i="0">
                <a:solidFill>
                  <a:schemeClr val="bg2"/>
                </a:solidFill>
                <a:latin typeface="IBM Plex Sans" charset="0"/>
                <a:ea typeface="IBM Plex Sans" charset="0"/>
                <a:cs typeface="IBM Plex Sans" charset="0"/>
              </a:rPr>
              <a:t>|   Offering Management</a:t>
            </a:r>
          </a:p>
        </p:txBody>
      </p:sp>
      <p:sp>
        <p:nvSpPr>
          <p:cNvPr id="14" name="Slide Number Placeholder 2">
            <a:extLst>
              <a:ext uri="{FF2B5EF4-FFF2-40B4-BE49-F238E27FC236}">
                <a16:creationId xmlns:a16="http://schemas.microsoft.com/office/drawing/2014/main" id="{7E527DC2-7EC9-D540-8171-A7998015E62C}"/>
              </a:ext>
            </a:extLst>
          </p:cNvPr>
          <p:cNvSpPr txBox="1">
            <a:spLocks/>
          </p:cNvSpPr>
          <p:nvPr userDrawn="1"/>
        </p:nvSpPr>
        <p:spPr>
          <a:xfrm>
            <a:off x="19052481" y="12954000"/>
            <a:ext cx="4572595" cy="762000"/>
          </a:xfrm>
          <a:prstGeom prst="rect">
            <a:avLst/>
          </a:prstGeom>
        </p:spPr>
        <p:txBody>
          <a:bodyPr lIns="0" tIns="0" rIns="0" bIns="0" anchor="t"/>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3FD999D4-B456-9943-89B7-30D56181CE18}" type="slidenum">
              <a:rPr lang="en-US" sz="1500" b="0" i="0" smtClean="0">
                <a:solidFill>
                  <a:srgbClr val="004144"/>
                </a:solidFill>
                <a:latin typeface="IBM Plex Sans Light" panose="020B0403050203000203" pitchFamily="34" charset="77"/>
                <a:ea typeface="IBM Plex Sans" charset="0"/>
                <a:cs typeface="IBM Plex Sans" charset="0"/>
              </a:rPr>
              <a:pPr algn="r"/>
              <a:t>‹#›</a:t>
            </a:fld>
            <a:endParaRPr lang="en-US" sz="1500" b="0" i="0">
              <a:solidFill>
                <a:srgbClr val="004144"/>
              </a:solidFill>
              <a:latin typeface="IBM Plex Sans Light" panose="020B0403050203000203" pitchFamily="34" charset="77"/>
              <a:ea typeface="IBM Plex Sans" charset="0"/>
              <a:cs typeface="IBM Plex Sans" charset="0"/>
            </a:endParaRPr>
          </a:p>
        </p:txBody>
      </p:sp>
    </p:spTree>
    <p:extLst>
      <p:ext uri="{BB962C8B-B14F-4D97-AF65-F5344CB8AC3E}">
        <p14:creationId xmlns:p14="http://schemas.microsoft.com/office/powerpoint/2010/main" val="3895007084"/>
      </p:ext>
    </p:extLst>
  </p:cSld>
  <p:clrMapOvr>
    <a:masterClrMapping/>
  </p:clrMapOvr>
  <p:transition spd="med"/>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1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4"/>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3956786190"/>
      </p:ext>
    </p:extLst>
  </p:cSld>
  <p:clrMapOvr>
    <a:masterClrMapping/>
  </p:clrMapOvr>
  <p:transition spd="med"/>
</p:sldLayout>
</file>

<file path=ppt/slideLayouts/slideLayout196.xml><?xml version="1.0" encoding="utf-8"?>
<p:sldLayout xmlns:a="http://schemas.openxmlformats.org/drawingml/2006/main" xmlns:r="http://schemas.openxmlformats.org/officeDocument/2006/relationships" xmlns:p="http://schemas.openxmlformats.org/presentationml/2006/main" userDrawn="1">
  <p:cSld name="Business Case &amp; Commercial​">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780246331"/>
      </p:ext>
    </p:extLst>
  </p:cSld>
  <p:clrMapOvr>
    <a:masterClrMapping/>
  </p:clrMapOvr>
  <p:transition spd="med"/>
</p:sldLayout>
</file>

<file path=ppt/slideLayouts/slideLayout197.xml><?xml version="1.0" encoding="utf-8"?>
<p:sldLayout xmlns:a="http://schemas.openxmlformats.org/drawingml/2006/main" xmlns:r="http://schemas.openxmlformats.org/officeDocument/2006/relationships" xmlns:p="http://schemas.openxmlformats.org/presentationml/2006/main" userDrawn="1">
  <p:cSld name="Transi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3"/>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4007654041"/>
      </p:ext>
    </p:extLst>
  </p:cSld>
  <p:clrMapOvr>
    <a:masterClrMapping/>
  </p:clrMapOvr>
  <p:transition spd="med"/>
</p:sldLayout>
</file>

<file path=ppt/slideLayouts/slideLayout198.xml><?xml version="1.0" encoding="utf-8"?>
<p:sldLayout xmlns:a="http://schemas.openxmlformats.org/drawingml/2006/main" xmlns:r="http://schemas.openxmlformats.org/officeDocument/2006/relationships" xmlns:p="http://schemas.openxmlformats.org/presentationml/2006/main" userDrawn="1">
  <p:cSld name="Ways of working">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1" cy="13714643"/>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9000"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Consulting for Nestlé | IBM confidential</a:t>
            </a:r>
          </a:p>
        </p:txBody>
      </p:sp>
    </p:spTree>
    <p:extLst>
      <p:ext uri="{BB962C8B-B14F-4D97-AF65-F5344CB8AC3E}">
        <p14:creationId xmlns:p14="http://schemas.microsoft.com/office/powerpoint/2010/main" val="946584920"/>
      </p:ext>
    </p:extLst>
  </p:cSld>
  <p:clrMapOvr>
    <a:masterClrMapping/>
  </p:clrMapOvr>
  <p:transition spd="med"/>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3_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50"/>
            <a:ext cx="7343284" cy="2027440"/>
          </a:xfrm>
        </p:spPr>
        <p:txBody>
          <a:bodyPr/>
          <a:lstStyle>
            <a:lvl1pPr>
              <a:lnSpc>
                <a:spcPct val="100000"/>
              </a:lnSpc>
              <a:defRPr sz="6398">
                <a:solidFill>
                  <a:schemeClr val="tx2"/>
                </a:solidFill>
              </a:defRPr>
            </a:lvl1pPr>
          </a:lstStyle>
          <a:p>
            <a:r>
              <a:rPr lang="en-US"/>
              <a:t>Click to edit Master title style</a:t>
            </a:r>
          </a:p>
        </p:txBody>
      </p:sp>
      <p:sp>
        <p:nvSpPr>
          <p:cNvPr id="32" name="Footer Placeholder 4">
            <a:extLst>
              <a:ext uri="{FF2B5EF4-FFF2-40B4-BE49-F238E27FC236}">
                <a16:creationId xmlns:a16="http://schemas.microsoft.com/office/drawing/2014/main" id="{9F4232EC-0728-F4F4-CA87-86D2C1A67333}"/>
              </a:ext>
            </a:extLst>
          </p:cNvPr>
          <p:cNvSpPr txBox="1">
            <a:spLocks/>
          </p:cNvSpPr>
          <p:nvPr userDrawn="1"/>
        </p:nvSpPr>
        <p:spPr>
          <a:xfrm>
            <a:off x="557412"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sz="1600"/>
              <a:t>JDE &amp; IBM Confidential | July 2025</a:t>
            </a:r>
          </a:p>
        </p:txBody>
      </p:sp>
      <p:sp>
        <p:nvSpPr>
          <p:cNvPr id="3" name="Footer Placeholder 4">
            <a:extLst>
              <a:ext uri="{FF2B5EF4-FFF2-40B4-BE49-F238E27FC236}">
                <a16:creationId xmlns:a16="http://schemas.microsoft.com/office/drawing/2014/main" id="{2944A531-3719-40EB-C53B-E17D961A1139}"/>
              </a:ext>
            </a:extLst>
          </p:cNvPr>
          <p:cNvSpPr txBox="1">
            <a:spLocks/>
          </p:cNvSpPr>
          <p:nvPr userDrawn="1"/>
        </p:nvSpPr>
        <p:spPr>
          <a:xfrm>
            <a:off x="18648189"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r"/>
            <a:fld id="{5523F155-E861-AF4F-962D-84E50D15ED03}" type="slidenum">
              <a:rPr lang="en-US" sz="1600" smtClean="0"/>
              <a:pPr algn="r"/>
              <a:t>‹#›</a:t>
            </a:fld>
            <a:endParaRPr lang="en-US" sz="1600"/>
          </a:p>
        </p:txBody>
      </p:sp>
    </p:spTree>
    <p:extLst>
      <p:ext uri="{BB962C8B-B14F-4D97-AF65-F5344CB8AC3E}">
        <p14:creationId xmlns:p14="http://schemas.microsoft.com/office/powerpoint/2010/main" val="1505047239"/>
      </p:ext>
    </p:extLst>
  </p:cSld>
  <p:clrMapOvr>
    <a:masterClrMapping/>
  </p:clrMapOvr>
  <p:transition spd="med"/>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End slide">
    <p:bg>
      <p:bgPr>
        <a:solidFill>
          <a:srgbClr val="D0E2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9490908"/>
      </p:ext>
    </p:extLst>
  </p:cSld>
  <p:clrMapOvr>
    <a:masterClrMapping/>
  </p:clrMapOvr>
  <p:transition spd="med"/>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1_CV">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818966"/>
            <a:ext cx="23236500" cy="701859"/>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0" y="261855"/>
            <a:ext cx="23236499" cy="318998"/>
          </a:xfrm>
        </p:spPr>
        <p:txBody>
          <a:bodyPr>
            <a:spAutoFit/>
          </a:bodyPr>
          <a:lstStyle>
            <a:lvl1pPr>
              <a:defRPr sz="2000">
                <a:solidFill>
                  <a:schemeClr val="accent1"/>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95705686-89DC-2BEF-1E46-1396535BB55E}"/>
              </a:ext>
            </a:extLst>
          </p:cNvPr>
          <p:cNvSpPr/>
          <p:nvPr userDrawn="1"/>
        </p:nvSpPr>
        <p:spPr bwMode="auto">
          <a:xfrm>
            <a:off x="0" y="3044824"/>
            <a:ext cx="6096000" cy="10671175"/>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9" name="Picture Placeholder 8">
            <a:extLst>
              <a:ext uri="{FF2B5EF4-FFF2-40B4-BE49-F238E27FC236}">
                <a16:creationId xmlns:a16="http://schemas.microsoft.com/office/drawing/2014/main" id="{4BCFBEFD-5B8D-47C5-28B0-5D7685794DF0}"/>
              </a:ext>
            </a:extLst>
          </p:cNvPr>
          <p:cNvSpPr>
            <a:spLocks noGrp="1"/>
          </p:cNvSpPr>
          <p:nvPr>
            <p:ph type="pic" sz="quarter" idx="14"/>
          </p:nvPr>
        </p:nvSpPr>
        <p:spPr>
          <a:xfrm>
            <a:off x="576263" y="3551238"/>
            <a:ext cx="4956175" cy="5589587"/>
          </a:xfrm>
          <a:solidFill>
            <a:srgbClr val="F4F4F4"/>
          </a:solidFill>
        </p:spPr>
        <p:txBody>
          <a:bodyPr anchor="ctr"/>
          <a:lstStyle>
            <a:lvl1pPr algn="ctr">
              <a:defRPr/>
            </a:lvl1pPr>
          </a:lstStyle>
          <a:p>
            <a:endParaRPr lang="en-US"/>
          </a:p>
        </p:txBody>
      </p:sp>
      <p:sp>
        <p:nvSpPr>
          <p:cNvPr id="11" name="Text Placeholder 10">
            <a:extLst>
              <a:ext uri="{FF2B5EF4-FFF2-40B4-BE49-F238E27FC236}">
                <a16:creationId xmlns:a16="http://schemas.microsoft.com/office/drawing/2014/main" id="{13ACB8C3-591B-F2D6-9744-A71507A9EA0F}"/>
              </a:ext>
            </a:extLst>
          </p:cNvPr>
          <p:cNvSpPr>
            <a:spLocks noGrp="1"/>
          </p:cNvSpPr>
          <p:nvPr>
            <p:ph type="body" sz="quarter" idx="15" hasCustomPrompt="1"/>
          </p:nvPr>
        </p:nvSpPr>
        <p:spPr>
          <a:xfrm>
            <a:off x="576262" y="9512618"/>
            <a:ext cx="4956175" cy="1183657"/>
          </a:xfrm>
        </p:spPr>
        <p:txBody>
          <a:bodyPr wrap="square">
            <a:spAutoFit/>
          </a:bodyPr>
          <a:lstStyle>
            <a:lvl1pPr>
              <a:defRPr>
                <a:solidFill>
                  <a:schemeClr val="accent1"/>
                </a:solidFill>
                <a:latin typeface="IBM Plex Sans Medm" panose="020B0603050203000203" pitchFamily="34" charset="0"/>
              </a:defRPr>
            </a:lvl1pPr>
            <a:lvl2pPr>
              <a:defRPr>
                <a:solidFill>
                  <a:schemeClr val="accent1"/>
                </a:solidFill>
                <a:latin typeface="IBM Plex Sans Medm" panose="020B0603050203000203" pitchFamily="34" charset="0"/>
              </a:defRPr>
            </a:lvl2pPr>
            <a:lvl3pPr>
              <a:defRPr>
                <a:solidFill>
                  <a:schemeClr val="accent1"/>
                </a:solidFill>
                <a:latin typeface="IBM Plex Sans Medm" panose="020B0603050203000203" pitchFamily="34" charset="0"/>
              </a:defRPr>
            </a:lvl3pPr>
            <a:lvl4pPr>
              <a:defRPr>
                <a:solidFill>
                  <a:schemeClr val="accent1"/>
                </a:solidFill>
                <a:latin typeface="IBM Plex Sans Medm" panose="020B0603050203000203" pitchFamily="34" charset="0"/>
              </a:defRPr>
            </a:lvl4pPr>
            <a:lvl5pPr>
              <a:defRPr>
                <a:solidFill>
                  <a:schemeClr val="accent1"/>
                </a:solidFill>
                <a:latin typeface="IBM Plex Sans Medm" panose="020B0603050203000203" pitchFamily="34" charset="0"/>
              </a:defRPr>
            </a:lvl5pPr>
          </a:lstStyle>
          <a:p>
            <a:pPr lvl="0"/>
            <a:r>
              <a:rPr lang="en-US"/>
              <a:t>Name </a:t>
            </a:r>
            <a:br>
              <a:rPr lang="en-US"/>
            </a:br>
            <a:r>
              <a:rPr lang="en-US"/>
              <a:t>Surname</a:t>
            </a:r>
          </a:p>
        </p:txBody>
      </p:sp>
      <p:sp>
        <p:nvSpPr>
          <p:cNvPr id="12" name="Text Placeholder 10">
            <a:extLst>
              <a:ext uri="{FF2B5EF4-FFF2-40B4-BE49-F238E27FC236}">
                <a16:creationId xmlns:a16="http://schemas.microsoft.com/office/drawing/2014/main" id="{D47B08DB-F694-63D4-0A6F-9E495364F6B2}"/>
              </a:ext>
            </a:extLst>
          </p:cNvPr>
          <p:cNvSpPr>
            <a:spLocks noGrp="1"/>
          </p:cNvSpPr>
          <p:nvPr>
            <p:ph type="body" sz="quarter" idx="16" hasCustomPrompt="1"/>
          </p:nvPr>
        </p:nvSpPr>
        <p:spPr>
          <a:xfrm>
            <a:off x="576262" y="10973420"/>
            <a:ext cx="4956175" cy="574260"/>
          </a:xfrm>
        </p:spPr>
        <p:txBody>
          <a:bodyPr wrap="square">
            <a:spAutoFit/>
          </a:bodyPr>
          <a:lstStyle>
            <a:lvl1pPr>
              <a:defRPr>
                <a:solidFill>
                  <a:schemeClr val="accent1"/>
                </a:solidFill>
                <a:latin typeface="+mj-lt"/>
              </a:defRPr>
            </a:lvl1pPr>
            <a:lvl2pPr>
              <a:defRPr>
                <a:solidFill>
                  <a:schemeClr val="accent1"/>
                </a:solidFill>
                <a:latin typeface="IBM Plex Sans Medm" panose="020B0603050203000203" pitchFamily="34" charset="0"/>
              </a:defRPr>
            </a:lvl2pPr>
            <a:lvl3pPr>
              <a:defRPr>
                <a:solidFill>
                  <a:schemeClr val="accent1"/>
                </a:solidFill>
                <a:latin typeface="IBM Plex Sans Medm" panose="020B0603050203000203" pitchFamily="34" charset="0"/>
              </a:defRPr>
            </a:lvl3pPr>
            <a:lvl4pPr>
              <a:defRPr>
                <a:solidFill>
                  <a:schemeClr val="accent1"/>
                </a:solidFill>
                <a:latin typeface="IBM Plex Sans Medm" panose="020B0603050203000203" pitchFamily="34" charset="0"/>
              </a:defRPr>
            </a:lvl4pPr>
            <a:lvl5pPr>
              <a:defRPr>
                <a:solidFill>
                  <a:schemeClr val="accent1"/>
                </a:solidFill>
                <a:latin typeface="IBM Plex Sans Medm" panose="020B0603050203000203" pitchFamily="34" charset="0"/>
              </a:defRPr>
            </a:lvl5pPr>
          </a:lstStyle>
          <a:p>
            <a:pPr lvl="0"/>
            <a:r>
              <a:rPr lang="en-US"/>
              <a:t>Role</a:t>
            </a:r>
          </a:p>
        </p:txBody>
      </p:sp>
      <p:sp>
        <p:nvSpPr>
          <p:cNvPr id="19" name="Text Placeholder 18">
            <a:extLst>
              <a:ext uri="{FF2B5EF4-FFF2-40B4-BE49-F238E27FC236}">
                <a16:creationId xmlns:a16="http://schemas.microsoft.com/office/drawing/2014/main" id="{6BC954C3-9E7B-E1E3-14D8-F0A0FC378631}"/>
              </a:ext>
            </a:extLst>
          </p:cNvPr>
          <p:cNvSpPr>
            <a:spLocks noGrp="1"/>
          </p:cNvSpPr>
          <p:nvPr>
            <p:ph type="body" sz="quarter" idx="18"/>
          </p:nvPr>
        </p:nvSpPr>
        <p:spPr>
          <a:xfrm>
            <a:off x="6672263" y="3522586"/>
            <a:ext cx="8343657" cy="1373133"/>
          </a:xfrm>
        </p:spPr>
        <p:txBody>
          <a:bodyPr>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8">
            <a:extLst>
              <a:ext uri="{FF2B5EF4-FFF2-40B4-BE49-F238E27FC236}">
                <a16:creationId xmlns:a16="http://schemas.microsoft.com/office/drawing/2014/main" id="{DEFE9CEC-5EA2-76BC-1E27-F57F35A2F249}"/>
              </a:ext>
            </a:extLst>
          </p:cNvPr>
          <p:cNvSpPr>
            <a:spLocks noGrp="1"/>
          </p:cNvSpPr>
          <p:nvPr>
            <p:ph type="body" sz="quarter" idx="19"/>
          </p:nvPr>
        </p:nvSpPr>
        <p:spPr>
          <a:xfrm>
            <a:off x="15460903" y="3522586"/>
            <a:ext cx="8343658" cy="1373133"/>
          </a:xfrm>
        </p:spPr>
        <p:txBody>
          <a:bodyPr>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Box 20">
            <a:extLst>
              <a:ext uri="{FF2B5EF4-FFF2-40B4-BE49-F238E27FC236}">
                <a16:creationId xmlns:a16="http://schemas.microsoft.com/office/drawing/2014/main" id="{00709631-7DE2-F2E8-1D05-D1FB4494AE42}"/>
              </a:ext>
            </a:extLst>
          </p:cNvPr>
          <p:cNvSpPr txBox="1"/>
          <p:nvPr userDrawn="1"/>
        </p:nvSpPr>
        <p:spPr>
          <a:xfrm>
            <a:off x="6672263" y="3044824"/>
            <a:ext cx="17132300" cy="382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Key Skills / Expertise</a:t>
            </a:r>
          </a:p>
        </p:txBody>
      </p:sp>
      <p:cxnSp>
        <p:nvCxnSpPr>
          <p:cNvPr id="23" name="Straight Connector 22">
            <a:extLst>
              <a:ext uri="{FF2B5EF4-FFF2-40B4-BE49-F238E27FC236}">
                <a16:creationId xmlns:a16="http://schemas.microsoft.com/office/drawing/2014/main" id="{B8C1F454-3D9E-FE42-7785-422FBF13A2DE}"/>
              </a:ext>
            </a:extLst>
          </p:cNvPr>
          <p:cNvCxnSpPr>
            <a:cxnSpLocks/>
          </p:cNvCxnSpPr>
          <p:nvPr userDrawn="1"/>
        </p:nvCxnSpPr>
        <p:spPr bwMode="auto">
          <a:xfrm>
            <a:off x="6672262" y="5577466"/>
            <a:ext cx="171323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Text Placeholder 18">
            <a:extLst>
              <a:ext uri="{FF2B5EF4-FFF2-40B4-BE49-F238E27FC236}">
                <a16:creationId xmlns:a16="http://schemas.microsoft.com/office/drawing/2014/main" id="{2C3E7960-7C7A-A894-CBE8-EE4B90534D99}"/>
              </a:ext>
            </a:extLst>
          </p:cNvPr>
          <p:cNvSpPr>
            <a:spLocks noGrp="1"/>
          </p:cNvSpPr>
          <p:nvPr>
            <p:ph type="body" sz="quarter" idx="20"/>
          </p:nvPr>
        </p:nvSpPr>
        <p:spPr>
          <a:xfrm>
            <a:off x="6672263" y="6169165"/>
            <a:ext cx="17132300" cy="1373133"/>
          </a:xfrm>
        </p:spPr>
        <p:txBody>
          <a:bodyPr wrap="square">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TextBox 24">
            <a:extLst>
              <a:ext uri="{FF2B5EF4-FFF2-40B4-BE49-F238E27FC236}">
                <a16:creationId xmlns:a16="http://schemas.microsoft.com/office/drawing/2014/main" id="{102F504B-A77B-C2FA-B6A9-9AC40551A7E2}"/>
              </a:ext>
            </a:extLst>
          </p:cNvPr>
          <p:cNvSpPr txBox="1"/>
          <p:nvPr userDrawn="1"/>
        </p:nvSpPr>
        <p:spPr>
          <a:xfrm>
            <a:off x="6672263" y="5691403"/>
            <a:ext cx="17132300" cy="382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Experience / Representative Engagements</a:t>
            </a:r>
          </a:p>
        </p:txBody>
      </p:sp>
      <p:cxnSp>
        <p:nvCxnSpPr>
          <p:cNvPr id="26" name="Straight Connector 25">
            <a:extLst>
              <a:ext uri="{FF2B5EF4-FFF2-40B4-BE49-F238E27FC236}">
                <a16:creationId xmlns:a16="http://schemas.microsoft.com/office/drawing/2014/main" id="{96C899B3-BFD3-EBEE-8162-886833EE4AB9}"/>
              </a:ext>
            </a:extLst>
          </p:cNvPr>
          <p:cNvCxnSpPr>
            <a:cxnSpLocks/>
          </p:cNvCxnSpPr>
          <p:nvPr userDrawn="1"/>
        </p:nvCxnSpPr>
        <p:spPr bwMode="auto">
          <a:xfrm>
            <a:off x="6672262" y="10935309"/>
            <a:ext cx="171323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Text Placeholder 18">
            <a:extLst>
              <a:ext uri="{FF2B5EF4-FFF2-40B4-BE49-F238E27FC236}">
                <a16:creationId xmlns:a16="http://schemas.microsoft.com/office/drawing/2014/main" id="{8EDCD54E-E468-BA4E-C7FE-B5786E65F323}"/>
              </a:ext>
            </a:extLst>
          </p:cNvPr>
          <p:cNvSpPr>
            <a:spLocks noGrp="1"/>
          </p:cNvSpPr>
          <p:nvPr>
            <p:ph type="body" sz="quarter" idx="21"/>
          </p:nvPr>
        </p:nvSpPr>
        <p:spPr>
          <a:xfrm>
            <a:off x="6672263" y="11567017"/>
            <a:ext cx="17132300" cy="696024"/>
          </a:xfrm>
        </p:spPr>
        <p:txBody>
          <a:bodyPr wrap="square">
            <a:spAutoFit/>
          </a:bodyPr>
          <a:lstStyle>
            <a:lvl1pPr>
              <a:spcAft>
                <a:spcPts val="100"/>
              </a:spcAft>
              <a:defRPr sz="2000"/>
            </a:lvl1pPr>
            <a:lvl2pPr>
              <a:spcAft>
                <a:spcPts val="100"/>
              </a:spcAft>
              <a:defRPr sz="2000"/>
            </a:lvl2pPr>
            <a:lvl3pPr>
              <a:spcAft>
                <a:spcPts val="300"/>
              </a:spcAft>
              <a:defRPr sz="2400"/>
            </a:lvl3pPr>
            <a:lvl4pPr>
              <a:spcAft>
                <a:spcPts val="300"/>
              </a:spcAft>
              <a:defRPr sz="2400"/>
            </a:lvl4pPr>
            <a:lvl5pPr>
              <a:defRPr sz="2400"/>
            </a:lvl5pPr>
          </a:lstStyle>
          <a:p>
            <a:pPr lvl="0"/>
            <a:r>
              <a:rPr lang="en-US"/>
              <a:t>Click to edit Master text styles</a:t>
            </a:r>
          </a:p>
          <a:p>
            <a:pPr lvl="1"/>
            <a:r>
              <a:rPr lang="en-US"/>
              <a:t>Second level</a:t>
            </a:r>
          </a:p>
        </p:txBody>
      </p:sp>
      <p:sp>
        <p:nvSpPr>
          <p:cNvPr id="28" name="TextBox 27">
            <a:extLst>
              <a:ext uri="{FF2B5EF4-FFF2-40B4-BE49-F238E27FC236}">
                <a16:creationId xmlns:a16="http://schemas.microsoft.com/office/drawing/2014/main" id="{28E5E079-EBB8-7D76-5F45-86C6675866CD}"/>
              </a:ext>
            </a:extLst>
          </p:cNvPr>
          <p:cNvSpPr txBox="1"/>
          <p:nvPr userDrawn="1"/>
        </p:nvSpPr>
        <p:spPr>
          <a:xfrm>
            <a:off x="6672263" y="11089255"/>
            <a:ext cx="17132300" cy="382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Credentials</a:t>
            </a:r>
          </a:p>
        </p:txBody>
      </p:sp>
    </p:spTree>
    <p:extLst>
      <p:ext uri="{BB962C8B-B14F-4D97-AF65-F5344CB8AC3E}">
        <p14:creationId xmlns:p14="http://schemas.microsoft.com/office/powerpoint/2010/main" val="2380150566"/>
      </p:ext>
    </p:extLst>
  </p:cSld>
  <p:clrMapOvr>
    <a:masterClrMapping/>
  </p:clrMapOvr>
  <p:transition spd="med"/>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6288088"/>
          </a:xfrm>
        </p:spPr>
        <p:txBody>
          <a:bodyPr/>
          <a:lstStyle>
            <a:lvl1pPr>
              <a:lnSpc>
                <a:spcPct val="100000"/>
              </a:lnSpc>
              <a:defRPr sz="8598">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3290824775"/>
      </p:ext>
    </p:extLst>
  </p:cSld>
  <p:clrMapOvr>
    <a:masterClrMapping/>
  </p:clrMapOvr>
  <p:transition spd="med"/>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solidFill>
                  <a:schemeClr val="tx2"/>
                </a:solidFill>
              </a:defRPr>
            </a:lvl1pPr>
          </a:lstStyle>
          <a:p>
            <a:r>
              <a:rPr lang="en-GB"/>
              <a:t>Click to edit Master title style</a:t>
            </a:r>
            <a:endParaRPr lang="en-US"/>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1888291040"/>
      </p:ext>
    </p:extLst>
  </p:cSld>
  <p:clrMapOvr>
    <a:masterClrMapping/>
  </p:clrMapOvr>
  <p:transition spd="med"/>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lvl1pPr>
          </a:lstStyle>
          <a:p>
            <a:r>
              <a:rPr lang="en-GB"/>
              <a:t>Click to edit Master title style</a:t>
            </a:r>
            <a:endParaRPr lang="en-US"/>
          </a:p>
        </p:txBody>
      </p:sp>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2816611827"/>
      </p:ext>
    </p:extLst>
  </p:cSld>
  <p:clrMapOvr>
    <a:masterClrMapping/>
  </p:clrMapOvr>
  <p:transition spd="med"/>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8"/>
          </a:xfrm>
        </p:spPr>
        <p:txBody>
          <a:bodyPr/>
          <a:lstStyle>
            <a:lvl1pPr>
              <a:lnSpc>
                <a:spcPct val="100000"/>
              </a:lnSpc>
              <a:defRPr sz="8598">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9"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253442177"/>
      </p:ext>
    </p:extLst>
  </p:cSld>
  <p:clrMapOvr>
    <a:masterClrMapping/>
  </p:clrMapOvr>
  <p:transition spd="med"/>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384048"/>
            <a:ext cx="10101071" cy="10479088"/>
          </a:xfrm>
        </p:spPr>
        <p:txBody>
          <a:bodyPr/>
          <a:lstStyle>
            <a:lvl1pPr>
              <a:lnSpc>
                <a:spcPct val="100000"/>
              </a:lnSpc>
              <a:defRPr sz="8598">
                <a:solidFill>
                  <a:schemeClr val="tx2"/>
                </a:solidFill>
              </a:defRPr>
            </a:lvl1pPr>
          </a:lstStyle>
          <a:p>
            <a:r>
              <a:rPr lang="en-GB"/>
              <a:t>Click to edit Master title style</a:t>
            </a:r>
            <a:endParaRPr lang="en-US"/>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1333815542"/>
      </p:ext>
    </p:extLst>
  </p:cSld>
  <p:clrMapOvr>
    <a:masterClrMapping/>
  </p:clrMapOvr>
  <p:transition spd="med"/>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1682496"/>
            <a:ext cx="10099675" cy="9337676"/>
          </a:xfrm>
        </p:spPr>
        <p:txBody>
          <a:bodyPr/>
          <a:lstStyle>
            <a:lvl1pPr>
              <a:lnSpc>
                <a:spcPct val="100000"/>
              </a:lnSpc>
              <a:defRPr sz="8598">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3"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1206749488"/>
      </p:ext>
    </p:extLst>
  </p:cSld>
  <p:clrMapOvr>
    <a:masterClrMapping/>
  </p:clrMapOvr>
  <p:transition spd="med"/>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4956175" cy="4573588"/>
          </a:xfrm>
        </p:spPr>
        <p:txBody>
          <a:bodyPr/>
          <a:lstStyle>
            <a:lvl1pPr>
              <a:lnSpc>
                <a:spcPct val="100000"/>
              </a:lnSpc>
              <a:defRPr sz="6398">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4"/>
            <a:ext cx="4953001"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4"/>
            <a:ext cx="4949824"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615240278"/>
      </p:ext>
    </p:extLst>
  </p:cSld>
  <p:clrMapOvr>
    <a:masterClrMapping/>
  </p:clrMapOvr>
  <p:transition spd="med"/>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ail spend solu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5"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345781603"/>
      </p:ext>
    </p:extLst>
  </p:cSld>
  <p:clrMapOvr>
    <a:masterClrMapping/>
  </p:clrMapOvr>
  <p:transition spd="med"/>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Business Case &amp; Commercial​">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51367708"/>
      </p:ext>
    </p:extLst>
  </p:cSld>
  <p:clrMapOvr>
    <a:masterClrMapping/>
  </p:clrMapOvr>
  <p:transition spd="med"/>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75274507"/>
      </p:ext>
    </p:extLst>
  </p:cSld>
  <p:clrMapOvr>
    <a:masterClrMapping/>
  </p:clrMapOvr>
  <p:transition spd="med"/>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Ways of working">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3" y="1354"/>
            <a:ext cx="24389581"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883054985"/>
      </p:ext>
    </p:extLst>
  </p:cSld>
  <p:clrMapOvr>
    <a:masterClrMapping/>
  </p:clrMapOvr>
  <p:transition spd="med"/>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3" y="1355"/>
            <a:ext cx="24389581"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884709492"/>
      </p:ext>
    </p:extLst>
  </p:cSld>
  <p:clrMapOvr>
    <a:masterClrMapping/>
  </p:clrMapOvr>
  <p:transition spd="med"/>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5"/>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511417106"/>
      </p:ext>
    </p:extLst>
  </p:cSld>
  <p:clrMapOvr>
    <a:masterClrMapping/>
  </p:clrMapOvr>
  <p:transition spd="med"/>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6" y="420624"/>
            <a:ext cx="17141826" cy="8191500"/>
          </a:xfrm>
        </p:spPr>
        <p:txBody>
          <a:bodyPr/>
          <a:lstStyle>
            <a:lvl1pPr>
              <a:defRPr sz="17196" b="0" i="0">
                <a:solidFill>
                  <a:schemeClr val="tx2"/>
                </a:solidFill>
                <a:latin typeface="IBM Plex Sans ExtLt" panose="020B03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747413441"/>
      </p:ext>
    </p:extLst>
  </p:cSld>
  <p:clrMapOvr>
    <a:masterClrMapping/>
  </p:clrMapOvr>
  <p:transition spd="med"/>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48"/>
            <a:ext cx="9909174" cy="2859088"/>
          </a:xfrm>
        </p:spPr>
        <p:txBody>
          <a:bodyPr/>
          <a:lstStyle>
            <a:lvl1pPr>
              <a:lnSpc>
                <a:spcPct val="100000"/>
              </a:lnSpc>
              <a:defRPr sz="6398">
                <a:solidFill>
                  <a:schemeClr val="tx2"/>
                </a:solidFill>
              </a:defRPr>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4" cy="8574088"/>
          </a:xfrm>
        </p:spPr>
        <p:txBody>
          <a:bodyPr/>
          <a:lstStyle>
            <a:lvl1pPr>
              <a:lnSpc>
                <a:spcPct val="100000"/>
              </a:lnSpc>
              <a:spcBef>
                <a:spcPts val="0"/>
              </a:spcBef>
              <a:defRPr sz="6398">
                <a:solidFill>
                  <a:schemeClr val="tx2"/>
                </a:solidFill>
              </a:defRPr>
            </a:lvl1pPr>
            <a:lvl2pPr marL="585098" indent="-585098">
              <a:lnSpc>
                <a:spcPct val="100000"/>
              </a:lnSpc>
              <a:spcBef>
                <a:spcPts val="0"/>
              </a:spcBef>
              <a:defRPr sz="6398">
                <a:solidFill>
                  <a:schemeClr val="tx2"/>
                </a:solidFill>
              </a:defRPr>
            </a:lvl2pPr>
            <a:lvl3pPr marL="1097060" indent="-585098">
              <a:lnSpc>
                <a:spcPct val="100000"/>
              </a:lnSpc>
              <a:spcBef>
                <a:spcPts val="0"/>
              </a:spcBef>
              <a:defRPr sz="6398">
                <a:solidFill>
                  <a:schemeClr val="tx2"/>
                </a:solidFill>
              </a:defRPr>
            </a:lvl3pPr>
            <a:lvl4pPr marL="1755296">
              <a:lnSpc>
                <a:spcPct val="100000"/>
              </a:lnSpc>
              <a:spcBef>
                <a:spcPts val="0"/>
              </a:spcBef>
              <a:defRPr sz="6398">
                <a:solidFill>
                  <a:schemeClr val="tx2"/>
                </a:solidFill>
              </a:defRPr>
            </a:lvl4pPr>
            <a:lvl5pPr>
              <a:lnSpc>
                <a:spcPct val="100000"/>
              </a:lnSpc>
              <a:spcBef>
                <a:spcPts val="0"/>
              </a:spcBef>
              <a:defRPr sz="6398"/>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623825302"/>
      </p:ext>
    </p:extLst>
  </p:cSld>
  <p:clrMapOvr>
    <a:masterClrMapping/>
  </p:clrMapOvr>
  <p:transition spd="med"/>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1" cy="9717088"/>
          </a:xfrm>
        </p:spPr>
        <p:txBody>
          <a:bodyPr/>
          <a:lstStyle>
            <a:lvl1pPr>
              <a:lnSpc>
                <a:spcPct val="100000"/>
              </a:lnSpc>
              <a:defRPr sz="8598">
                <a:solidFill>
                  <a:schemeClr val="tx2"/>
                </a:solidFill>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089914394"/>
      </p:ext>
    </p:extLst>
  </p:cSld>
  <p:clrMapOvr>
    <a:masterClrMapping/>
  </p:clrMapOvr>
  <p:transition spd="med"/>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9"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1" y="9296400"/>
            <a:ext cx="11049000"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4" y="576072"/>
            <a:ext cx="7623174"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8"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264039981"/>
      </p:ext>
    </p:extLst>
  </p:cSld>
  <p:clrMapOvr>
    <a:masterClrMapping/>
  </p:clrMapOvr>
  <p:transition spd="med"/>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5" y="426482"/>
            <a:ext cx="4949824" cy="1906588"/>
          </a:xfrm>
        </p:spPr>
        <p:txBody>
          <a:bodyPr/>
          <a:lstStyle>
            <a:lvl1pPr>
              <a:lnSpc>
                <a:spcPct val="90000"/>
              </a:lnSpc>
              <a:defRPr sz="12998">
                <a:solidFill>
                  <a:schemeClr val="accent1"/>
                </a:solidFill>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5"/>
            <a:ext cx="4949824" cy="1903414"/>
          </a:xfrm>
        </p:spPr>
        <p:txBody>
          <a:bodyPr/>
          <a:lstStyle>
            <a:lvl1pPr>
              <a:lnSpc>
                <a:spcPct val="90000"/>
              </a:lnSpc>
              <a:defRPr sz="12998">
                <a:solidFill>
                  <a:schemeClr val="accent1"/>
                </a:solidFill>
              </a:defRPr>
            </a:lvl1pPr>
          </a:lstStyle>
          <a:p>
            <a:pPr lvl="0"/>
            <a:r>
              <a:rPr lang="en-US"/>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2998">
                <a:solidFill>
                  <a:schemeClr val="accent1"/>
                </a:solidFill>
              </a:defRPr>
            </a:lvl1pPr>
            <a:lvl2pPr marL="0" indent="0">
              <a:buNone/>
              <a:defRPr/>
            </a:lvl2pPr>
          </a:lstStyle>
          <a:p>
            <a:pPr lvl="0"/>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5"/>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9" y="2333067"/>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848859985"/>
      </p:ext>
    </p:extLst>
  </p:cSld>
  <p:clrMapOvr>
    <a:masterClrMapping/>
  </p:clrMapOvr>
  <p:transition spd="med"/>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4" cy="5335588"/>
          </a:xfrm>
        </p:spPr>
        <p:txBody>
          <a:bodyPr/>
          <a:lstStyle>
            <a:lvl1pPr>
              <a:lnSpc>
                <a:spcPct val="100000"/>
              </a:lnSpc>
              <a:defRPr sz="8598">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402336"/>
            <a:ext cx="11049000" cy="5335588"/>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4" cy="5334000"/>
          </a:xfrm>
        </p:spPr>
        <p:txBody>
          <a:bodyPr/>
          <a:lstStyle>
            <a:lvl1pPr>
              <a:lnSpc>
                <a:spcPct val="100000"/>
              </a:lnSpc>
              <a:defRPr sz="85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477000"/>
            <a:ext cx="11049000" cy="5334000"/>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4068289486"/>
      </p:ext>
    </p:extLst>
  </p:cSld>
  <p:clrMapOvr>
    <a:masterClrMapping/>
  </p:clrMapOvr>
  <p:transition spd="med"/>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8"/>
          </a:xfrm>
        </p:spPr>
        <p:txBody>
          <a:bodyPr/>
          <a:lstStyle>
            <a:lvl1pPr>
              <a:lnSpc>
                <a:spcPct val="90000"/>
              </a:lnSpc>
              <a:defRPr sz="12998">
                <a:solidFill>
                  <a:schemeClr val="accent1"/>
                </a:solidFill>
              </a:defRPr>
            </a:lvl1pPr>
            <a:lvl2pPr marL="0" indent="0">
              <a:buNone/>
              <a:defRPr/>
            </a:lvl2pPr>
          </a:lstStyle>
          <a:p>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3"/>
            <a:ext cx="4951413" cy="2857506"/>
          </a:xfrm>
        </p:spPr>
        <p:txBody>
          <a:bodyPr/>
          <a:lstStyle>
            <a:lvl1pPr>
              <a:lnSpc>
                <a:spcPct val="90000"/>
              </a:lnSpc>
              <a:defRPr sz="12998">
                <a:solidFill>
                  <a:schemeClr val="accent1"/>
                </a:solidFill>
              </a:defRPr>
            </a:lvl1pPr>
          </a:lstStyle>
          <a:p>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8403337"/>
            <a:ext cx="4951411" cy="2857506"/>
          </a:xfrm>
        </p:spPr>
        <p:txBody>
          <a:bodyPr/>
          <a:lstStyle>
            <a:lvl1pPr>
              <a:lnSpc>
                <a:spcPct val="90000"/>
              </a:lnSpc>
              <a:defRPr sz="12998">
                <a:solidFill>
                  <a:schemeClr val="accent1"/>
                </a:solidFill>
              </a:defRPr>
            </a:lvl1pPr>
          </a:lstStyle>
          <a:p>
            <a:r>
              <a:rPr lang="en-US"/>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16448411"/>
      </p:ext>
    </p:extLst>
  </p:cSld>
  <p:clrMapOvr>
    <a:masterClrMapping/>
  </p:clrMapOvr>
  <p:transition spd="med"/>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4"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037851797"/>
      </p:ext>
    </p:extLst>
  </p:cSld>
  <p:clrMapOvr>
    <a:masterClrMapping/>
  </p:clrMapOvr>
  <p:transition spd="med"/>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3"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1"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408705678"/>
      </p:ext>
    </p:extLst>
  </p:cSld>
  <p:clrMapOvr>
    <a:masterClrMapping/>
  </p:clrMapOvr>
  <p:transition spd="med"/>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806048663"/>
      </p:ext>
    </p:extLst>
  </p:cSld>
  <p:clrMapOvr>
    <a:masterClrMapping/>
  </p:clrMapOvr>
  <p:transition spd="med"/>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3" y="576072"/>
            <a:ext cx="4949824" cy="2097088"/>
          </a:xfrm>
        </p:spPr>
        <p:txBody>
          <a:bodyPr/>
          <a:lstStyle>
            <a:lvl1pPr>
              <a:lnSpc>
                <a:spcPct val="110000"/>
              </a:lnSpc>
              <a:defRPr sz="24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4" y="3429000"/>
            <a:ext cx="4956175" cy="400050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2" y="3429000"/>
            <a:ext cx="494211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2" y="3429000"/>
            <a:ext cx="495299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1" y="576072"/>
            <a:ext cx="1216152" cy="1216152"/>
          </a:xfrm>
        </p:spPr>
        <p:txBody>
          <a:bodyPr anchor="ctr"/>
          <a:lstStyle>
            <a:lvl1pPr algn="ctr">
              <a:defRPr sz="1600">
                <a:solidFill>
                  <a:schemeClr val="tx1"/>
                </a:solidFill>
              </a:defRPr>
            </a:lvl1pPr>
          </a:lstStyle>
          <a:p>
            <a:r>
              <a:rPr lang="en-US"/>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5" y="576072"/>
            <a:ext cx="1216152" cy="1216152"/>
          </a:xfrm>
        </p:spPr>
        <p:txBody>
          <a:bodyPr anchor="ctr"/>
          <a:lstStyle>
            <a:lvl1pPr algn="ctr">
              <a:defRPr sz="1600">
                <a:solidFill>
                  <a:schemeClr val="tx1"/>
                </a:solidFill>
              </a:defRPr>
            </a:lvl1pPr>
          </a:lstStyle>
          <a:p>
            <a:r>
              <a:rPr lang="en-US"/>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1" y="576072"/>
            <a:ext cx="1216152"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Consulting for Nestlé | IBM confidential</a:t>
            </a:r>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5371208"/>
      </p:ext>
    </p:extLst>
  </p:cSld>
  <p:clrMapOvr>
    <a:masterClrMapping/>
  </p:clrMapOvr>
  <p:transition spd="med"/>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8"/>
            <a:ext cx="4949824" cy="1141412"/>
          </a:xfrm>
        </p:spPr>
        <p:txBody>
          <a:bodyPr/>
          <a:lstStyle>
            <a:lvl1pPr>
              <a:lnSpc>
                <a:spcPct val="100000"/>
              </a:lnSpc>
              <a:defRPr sz="6398">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1"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7" y="384048"/>
            <a:ext cx="4956175" cy="1141412"/>
          </a:xfrm>
        </p:spPr>
        <p:txBody>
          <a:bodyPr/>
          <a:lstStyle>
            <a:lvl1pPr>
              <a:lnSpc>
                <a:spcPct val="100000"/>
              </a:lnSpc>
              <a:spcBef>
                <a:spcPts val="0"/>
              </a:spcBef>
              <a:defRPr sz="63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87121195"/>
      </p:ext>
    </p:extLst>
  </p:cSld>
  <p:clrMapOvr>
    <a:masterClrMapping/>
  </p:clrMapOvr>
  <p:transition spd="med"/>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06070234"/>
      </p:ext>
    </p:extLst>
  </p:cSld>
  <p:clrMapOvr>
    <a:masterClrMapping/>
  </p:clrMapOvr>
  <p:transition spd="med"/>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4" y="384048"/>
            <a:ext cx="11045824" cy="4573588"/>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59928178"/>
      </p:ext>
    </p:extLst>
  </p:cSld>
  <p:clrMapOvr>
    <a:masterClrMapping/>
  </p:clrMapOvr>
  <p:transition spd="med"/>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1" y="576072"/>
            <a:ext cx="4953001" cy="4573588"/>
          </a:xfrm>
        </p:spPr>
        <p:txBody>
          <a:bodyPr/>
          <a:lstStyle>
            <a:lvl1pPr>
              <a:lnSpc>
                <a:spcPct val="10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23912400"/>
      </p:ext>
    </p:extLst>
  </p:cSld>
  <p:clrMapOvr>
    <a:masterClrMapping/>
  </p:clrMapOvr>
  <p:transition spd="med"/>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4" y="384048"/>
            <a:ext cx="11039475" cy="4573588"/>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62956511"/>
      </p:ext>
    </p:extLst>
  </p:cSld>
  <p:clrMapOvr>
    <a:masterClrMapping/>
  </p:clrMapOvr>
  <p:transition spd="med"/>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8"/>
          </a:xfrm>
        </p:spPr>
        <p:txBody>
          <a:bodyPr rIns="0"/>
          <a:lstStyle>
            <a:lvl1pPr>
              <a:lnSpc>
                <a:spcPct val="100000"/>
              </a:lnSpc>
              <a:defRPr sz="2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33080787"/>
      </p:ext>
    </p:extLst>
  </p:cSld>
  <p:clrMapOvr>
    <a:masterClrMapping/>
  </p:clrMapOvr>
  <p:transition spd="med"/>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9"/>
            <a:ext cx="4949824" cy="1141414"/>
          </a:xfrm>
        </p:spPr>
        <p:txBody>
          <a:bodyPr/>
          <a:lstStyle>
            <a:lvl1pPr>
              <a:lnSpc>
                <a:spcPct val="100000"/>
              </a:lnSpc>
              <a:defRPr sz="6398">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8"/>
            <a:ext cx="4956175" cy="1141412"/>
          </a:xfrm>
        </p:spPr>
        <p:txBody>
          <a:bodyPr/>
          <a:lstStyle>
            <a:lvl1pPr>
              <a:lnSpc>
                <a:spcPct val="100000"/>
              </a:lnSpc>
              <a:spcBef>
                <a:spcPts val="0"/>
              </a:spcBef>
              <a:defRPr sz="63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1" y="576073"/>
            <a:ext cx="1216152" cy="1214462"/>
          </a:xfrm>
        </p:spPr>
        <p:txBody>
          <a:bodyPr anchor="ctr"/>
          <a:lstStyle>
            <a:lvl1pPr algn="ctr">
              <a:defRPr sz="1600">
                <a:solidFill>
                  <a:schemeClr val="tx1"/>
                </a:solidFill>
              </a:defRPr>
            </a:lvl1pPr>
          </a:lstStyle>
          <a:p>
            <a:r>
              <a:rPr lang="en-US"/>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5"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Consulting for Nestlé | IBM confidential</a:t>
            </a:r>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3"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41188862"/>
      </p:ext>
    </p:extLst>
  </p:cSld>
  <p:clrMapOvr>
    <a:masterClrMapping/>
  </p:clrMapOvr>
  <p:transition spd="med"/>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4" y="2478024"/>
            <a:ext cx="6670674"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1" y="8385048"/>
            <a:ext cx="6670676"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2" y="83820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1" y="576072"/>
            <a:ext cx="1216152" cy="1216152"/>
          </a:xfrm>
        </p:spPr>
        <p:txBody>
          <a:bodyPr anchor="ctr"/>
          <a:lstStyle>
            <a:lvl1pPr algn="ctr">
              <a:defRPr sz="1600"/>
            </a:lvl1pPr>
          </a:lstStyle>
          <a:p>
            <a:r>
              <a:rPr lang="en-US"/>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2"/>
            <a:ext cx="1216152" cy="1216152"/>
          </a:xfrm>
        </p:spPr>
        <p:txBody>
          <a:bodyPr anchor="ctr"/>
          <a:lstStyle>
            <a:lvl1pPr algn="ctr">
              <a:defRPr sz="1600"/>
            </a:lvl1pPr>
          </a:lstStyle>
          <a:p>
            <a:r>
              <a:rPr lang="en-US"/>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1" y="6477000"/>
            <a:ext cx="1216152" cy="1216152"/>
          </a:xfrm>
        </p:spPr>
        <p:txBody>
          <a:bodyPr anchor="ctr"/>
          <a:lstStyle>
            <a:lvl1pPr algn="ctr">
              <a:defRPr sz="1600"/>
            </a:lvl1pPr>
          </a:lstStyle>
          <a:p>
            <a:r>
              <a:rPr lang="en-US"/>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Consulting for Nestlé | IBM confidential</a:t>
            </a:r>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1999"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14397222"/>
      </p:ext>
    </p:extLst>
  </p:cSld>
  <p:clrMapOvr>
    <a:masterClrMapping/>
  </p:clrMapOvr>
  <p:transition spd="med"/>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1" y="1682496"/>
            <a:ext cx="5715000" cy="2276856"/>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1141412"/>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03535492"/>
      </p:ext>
    </p:extLst>
  </p:cSld>
  <p:clrMapOvr>
    <a:masterClrMapping/>
  </p:clrMapOvr>
  <p:transition spd="med"/>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1527048"/>
            <a:ext cx="11044240" cy="2276856"/>
          </a:xfrm>
        </p:spPr>
        <p:txBody>
          <a:bodyPr rIns="457200"/>
          <a:lstStyle>
            <a:lvl1pPr>
              <a:lnSpc>
                <a:spcPct val="110000"/>
              </a:lnSpc>
              <a:defRPr sz="6398">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448056"/>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8008060"/>
      </p:ext>
    </p:extLst>
  </p:cSld>
  <p:clrMapOvr>
    <a:masterClrMapping/>
  </p:clrMapOvr>
  <p:transition spd="med"/>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576072"/>
            <a:ext cx="4956175" cy="4573588"/>
          </a:xfrm>
        </p:spPr>
        <p:txBody>
          <a:bodyPr/>
          <a:lstStyle>
            <a:lvl1pPr>
              <a:lnSpc>
                <a:spcPct val="100000"/>
              </a:lnSpc>
              <a:defRPr sz="2800">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62694589"/>
      </p:ext>
    </p:extLst>
  </p:cSld>
  <p:clrMapOvr>
    <a:masterClrMapping/>
  </p:clrMapOvr>
  <p:transition spd="med"/>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384048"/>
            <a:ext cx="11050589" cy="4573588"/>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3"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64734871"/>
      </p:ext>
    </p:extLst>
  </p:cSld>
  <p:clrMapOvr>
    <a:masterClrMapping/>
  </p:clrMapOvr>
  <p:transition spd="med"/>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56248826"/>
      </p:ext>
    </p:extLst>
  </p:cSld>
  <p:clrMapOvr>
    <a:masterClrMapping/>
  </p:clrMapOvr>
  <p:transition spd="med"/>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3" y="576072"/>
            <a:ext cx="4949824" cy="28590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0"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1"/>
            <a:ext cx="4951413" cy="379268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3"/>
            <a:ext cx="402336" cy="403226"/>
          </a:xfrm>
        </p:spPr>
        <p:txBody>
          <a:bodyPr/>
          <a:lstStyle>
            <a:lvl1pPr>
              <a:defRPr sz="1400">
                <a:solidFill>
                  <a:schemeClr val="tx1"/>
                </a:solidFill>
              </a:defRPr>
            </a:lvl1pPr>
          </a:lstStyle>
          <a:p>
            <a:r>
              <a:rPr lang="en-US"/>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2" y="576073"/>
            <a:ext cx="402336" cy="403226"/>
          </a:xfrm>
        </p:spPr>
        <p:txBody>
          <a:bodyPr/>
          <a:lstStyle>
            <a:lvl1pPr>
              <a:defRPr sz="1400">
                <a:solidFill>
                  <a:schemeClr val="tx1"/>
                </a:solidFill>
              </a:defRPr>
            </a:lvl1pPr>
          </a:lstStyle>
          <a:p>
            <a:r>
              <a:rPr lang="en-US"/>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3"/>
            <a:ext cx="402336" cy="403226"/>
          </a:xfrm>
        </p:spPr>
        <p:txBody>
          <a:bodyPr/>
          <a:lstStyle>
            <a:lvl1pPr>
              <a:defRPr sz="1400">
                <a:solidFill>
                  <a:schemeClr val="tx1"/>
                </a:solidFill>
              </a:defRPr>
            </a:lvl1pPr>
          </a:lstStyle>
          <a:p>
            <a:r>
              <a:rPr lang="en-US"/>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2" y="6694631"/>
            <a:ext cx="402336" cy="403226"/>
          </a:xfrm>
        </p:spPr>
        <p:txBody>
          <a:bodyPr/>
          <a:lstStyle>
            <a:lvl1pPr>
              <a:defRPr sz="1400">
                <a:solidFill>
                  <a:schemeClr val="tx1"/>
                </a:solidFill>
              </a:defRPr>
            </a:lvl1pPr>
          </a:lstStyle>
          <a:p>
            <a:r>
              <a:rPr lang="en-US"/>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Consulting for Nestlé | IBM confidential</a:t>
            </a:r>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72366494"/>
      </p:ext>
    </p:extLst>
  </p:cSld>
  <p:clrMapOvr>
    <a:masterClrMapping/>
  </p:clrMapOvr>
  <p:transition spd="med"/>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4" y="384049"/>
            <a:ext cx="11039475" cy="3413126"/>
          </a:xfrm>
        </p:spPr>
        <p:txBody>
          <a:bodyPr rIns="457200"/>
          <a:lstStyle>
            <a:lvl1pPr>
              <a:lnSpc>
                <a:spcPct val="100000"/>
              </a:lnSpc>
              <a:defRPr sz="6398">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1" y="6665976"/>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56757277"/>
      </p:ext>
    </p:extLst>
  </p:cSld>
  <p:clrMapOvr>
    <a:masterClrMapping/>
  </p:clrMapOvr>
  <p:transition spd="med"/>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3" y="576073"/>
            <a:ext cx="4949824" cy="3413126"/>
          </a:xfrm>
        </p:spPr>
        <p:txBody>
          <a:bodyPr rIns="0"/>
          <a:lstStyle>
            <a:lvl1pPr>
              <a:lnSpc>
                <a:spcPct val="110000"/>
              </a:lnSpc>
              <a:defRPr sz="3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5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04578262"/>
      </p:ext>
    </p:extLst>
  </p:cSld>
  <p:clrMapOvr>
    <a:masterClrMapping/>
  </p:clrMapOvr>
  <p:transition spd="med"/>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Consulting for Nestlé | IBM confidential</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692923950"/>
      </p:ext>
    </p:extLst>
  </p:cSld>
  <p:clrMapOvr>
    <a:masterClrMapping/>
  </p:clrMapOvr>
  <p:transition spd="med"/>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411749" y="12904630"/>
            <a:ext cx="400751" cy="246221"/>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841558486"/>
      </p:ext>
    </p:extLst>
  </p:cSld>
  <p:clrMapOvr>
    <a:masterClrMapping/>
  </p:clrMapOvr>
  <p:transition spd="med"/>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411749" y="12904630"/>
            <a:ext cx="400751" cy="246221"/>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Consulting for Nestlé | IBM confidential</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1" y="565151"/>
            <a:ext cx="17151351" cy="125793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853354908"/>
      </p:ext>
    </p:extLst>
  </p:cSld>
  <p:clrMapOvr>
    <a:masterClrMapping/>
  </p:clrMapOvr>
  <p:transition spd="med"/>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411749" y="12904630"/>
            <a:ext cx="400751" cy="24622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525734200"/>
      </p:ext>
    </p:extLst>
  </p:cSld>
  <p:clrMapOvr>
    <a:masterClrMapping/>
  </p:clrMapOvr>
  <p:transition spd="med"/>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411749" y="12904630"/>
            <a:ext cx="400751" cy="24622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6" y="569914"/>
            <a:ext cx="23244174"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549265883"/>
      </p:ext>
    </p:extLst>
  </p:cSld>
  <p:clrMapOvr>
    <a:masterClrMapping/>
  </p:clrMapOvr>
  <p:transition spd="med"/>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4"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4"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Consulting for Nestlé | IBM confidential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4" y="2667000"/>
            <a:ext cx="2473324"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2"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2"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2" y="2667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7107515"/>
      </p:ext>
    </p:extLst>
  </p:cSld>
  <p:clrMapOvr>
    <a:masterClrMapping/>
  </p:clrMapOvr>
  <p:transition spd="med"/>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4"/>
            <a:ext cx="17145000" cy="11431588"/>
          </a:xfrm>
        </p:spPr>
        <p:txBody>
          <a:bodyPr anchor="ctr"/>
          <a:lstStyle>
            <a:lvl1pPr algn="ctr">
              <a:defRPr>
                <a:solidFill>
                  <a:schemeClr val="tx1"/>
                </a:solidFill>
              </a:defRPr>
            </a:lvl1pPr>
          </a:lstStyle>
          <a:p>
            <a:r>
              <a:rPr lang="en-GB"/>
              <a:t>Click icon to add table</a:t>
            </a:r>
            <a:endParaRPr lang="en-US"/>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86857900"/>
      </p:ext>
    </p:extLst>
  </p:cSld>
  <p:clrMapOvr>
    <a:masterClrMapping/>
  </p:clrMapOvr>
  <p:transition spd="med"/>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03249978"/>
      </p:ext>
    </p:extLst>
  </p:cSld>
  <p:clrMapOvr>
    <a:masterClrMapping/>
  </p:clrMapOvr>
  <p:transition spd="med"/>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704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85371136"/>
      </p:ext>
    </p:extLst>
  </p:cSld>
  <p:clrMapOvr>
    <a:masterClrMapping/>
  </p:clrMapOvr>
  <p:transition spd="med"/>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5" y="12804776"/>
            <a:ext cx="4956175" cy="381000"/>
          </a:xfrm>
        </p:spPr>
        <p:txBody>
          <a:bodyPr/>
          <a:lstStyle/>
          <a:p>
            <a:r>
              <a:rPr lang="en-US"/>
              <a:t>IBM Consulting for Nestlé | IBM confidential</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48632915"/>
      </p:ext>
    </p:extLst>
  </p:cSld>
  <p:clrMapOvr>
    <a:masterClrMapping/>
  </p:clrMapOvr>
  <p:transition spd="med"/>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2" y="6168461"/>
            <a:ext cx="3456432" cy="1379082"/>
          </a:xfrm>
          <a:prstGeom prst="rect">
            <a:avLst/>
          </a:prstGeom>
        </p:spPr>
      </p:pic>
    </p:spTree>
    <p:extLst>
      <p:ext uri="{BB962C8B-B14F-4D97-AF65-F5344CB8AC3E}">
        <p14:creationId xmlns:p14="http://schemas.microsoft.com/office/powerpoint/2010/main" val="2279048554"/>
      </p:ext>
    </p:extLst>
  </p:cSld>
  <p:clrMapOvr>
    <a:masterClrMapping/>
  </p:clrMapOvr>
  <p:transition spd="med"/>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cover let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2" y="818966"/>
            <a:ext cx="23236499" cy="701860"/>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2" y="261857"/>
            <a:ext cx="23236499" cy="318998"/>
          </a:xfrm>
        </p:spPr>
        <p:txBody>
          <a:bodyPr>
            <a:spAutoFit/>
          </a:bodyPr>
          <a:lstStyle>
            <a:lvl1pPr>
              <a:defRPr sz="2000">
                <a:solidFill>
                  <a:schemeClr val="accent1"/>
                </a:solidFill>
              </a:defRPr>
            </a:lvl1pPr>
          </a:lstStyle>
          <a:p>
            <a:pPr lvl="0"/>
            <a:r>
              <a:rPr lang="en-US"/>
              <a:t>Click to edit Master text styles</a:t>
            </a:r>
          </a:p>
        </p:txBody>
      </p:sp>
      <p:pic>
        <p:nvPicPr>
          <p:cNvPr id="7" name="Picture 6" descr="A blue and black rectangle  AI-generated content may be incorrect.">
            <a:extLst>
              <a:ext uri="{FF2B5EF4-FFF2-40B4-BE49-F238E27FC236}">
                <a16:creationId xmlns:a16="http://schemas.microsoft.com/office/drawing/2014/main" id="{F464F522-54F5-A92E-86DB-2FC5C83C4B8F}"/>
              </a:ext>
            </a:extLst>
          </p:cNvPr>
          <p:cNvPicPr>
            <a:picLocks noChangeAspect="1"/>
          </p:cNvPicPr>
          <p:nvPr userDrawn="1"/>
        </p:nvPicPr>
        <p:blipFill>
          <a:blip r:embed="rId2"/>
          <a:stretch>
            <a:fillRect/>
          </a:stretch>
        </p:blipFill>
        <p:spPr>
          <a:xfrm>
            <a:off x="5584" y="1"/>
            <a:ext cx="24381592" cy="13719142"/>
          </a:xfrm>
          <a:prstGeom prst="rect">
            <a:avLst/>
          </a:prstGeom>
        </p:spPr>
      </p:pic>
    </p:spTree>
    <p:extLst>
      <p:ext uri="{BB962C8B-B14F-4D97-AF65-F5344CB8AC3E}">
        <p14:creationId xmlns:p14="http://schemas.microsoft.com/office/powerpoint/2010/main" val="3747201464"/>
      </p:ext>
    </p:extLst>
  </p:cSld>
  <p:clrMapOvr>
    <a:masterClrMapping/>
  </p:clrMapOvr>
  <p:transition spd="med"/>
</p:sldLayout>
</file>

<file path=ppt/slideLayouts/slideLayout254.xml><?xml version="1.0" encoding="utf-8"?>
<p:sldLayout xmlns:a="http://schemas.openxmlformats.org/drawingml/2006/main" xmlns:r="http://schemas.openxmlformats.org/officeDocument/2006/relationships" xmlns:p="http://schemas.openxmlformats.org/presentationml/2006/main" userDrawn="1">
  <p:cSld name="empty">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4"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3" y="12828431"/>
            <a:ext cx="270907" cy="492442"/>
          </a:xfrm>
          <a:prstGeom prst="rect">
            <a:avLst/>
          </a:prstGeom>
          <a:ln w="12700">
            <a:miter lim="400000"/>
          </a:ln>
        </p:spPr>
        <p:txBody>
          <a:bodyPr wrap="squar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50470035"/>
      </p:ext>
    </p:extLst>
  </p:cSld>
  <p:clrMapOvr>
    <a:masterClrMapping/>
  </p:clrMapOvr>
  <p:transition spd="med"/>
</p:sldLayout>
</file>

<file path=ppt/slideLayouts/slideLayout255.xml><?xml version="1.0" encoding="utf-8"?>
<p:sldLayout xmlns:a="http://schemas.openxmlformats.org/drawingml/2006/main" xmlns:r="http://schemas.openxmlformats.org/officeDocument/2006/relationships" xmlns:p="http://schemas.openxmlformats.org/presentationml/2006/main" userDrawn="1">
  <p:cSld name="1_Blank slide + bg">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04C368F-0A2B-62F6-52C1-86D0B77A0063}"/>
              </a:ext>
            </a:extLst>
          </p:cNvPr>
          <p:cNvSpPr/>
          <p:nvPr userDrawn="1"/>
        </p:nvSpPr>
        <p:spPr bwMode="auto">
          <a:xfrm>
            <a:off x="1" y="0"/>
            <a:ext cx="6096000" cy="1371600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5999" y="818967"/>
            <a:ext cx="4948500" cy="1446678"/>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1" y="261857"/>
            <a:ext cx="5519999" cy="318998"/>
          </a:xfrm>
        </p:spPr>
        <p:txBody>
          <a:bodyPr wrap="square">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1010969146"/>
      </p:ext>
    </p:extLst>
  </p:cSld>
  <p:clrMapOvr>
    <a:masterClrMapping/>
  </p:clrMapOvr>
  <p:transition spd="med"/>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_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6288088"/>
          </a:xfrm>
        </p:spPr>
        <p:txBody>
          <a:bodyPr/>
          <a:lstStyle>
            <a:lvl1pPr>
              <a:lnSpc>
                <a:spcPct val="100000"/>
              </a:lnSpc>
              <a:defRPr sz="8596">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4" y="12526964"/>
            <a:ext cx="1638299" cy="609600"/>
          </a:xfrm>
          <a:prstGeom prst="rect">
            <a:avLst/>
          </a:prstGeom>
        </p:spPr>
      </p:pic>
    </p:spTree>
    <p:extLst>
      <p:ext uri="{BB962C8B-B14F-4D97-AF65-F5344CB8AC3E}">
        <p14:creationId xmlns:p14="http://schemas.microsoft.com/office/powerpoint/2010/main" val="46346593"/>
      </p:ext>
    </p:extLst>
  </p:cSld>
  <p:clrMapOvr>
    <a:masterClrMapping/>
  </p:clrMapOvr>
  <p:transition spd="med"/>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1_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16" tIns="91416" rIns="91416" bIns="91416" numCol="1" rtlCol="0" anchor="t"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6" y="384048"/>
            <a:ext cx="11050589" cy="4573588"/>
          </a:xfrm>
        </p:spPr>
        <p:txBody>
          <a:bodyPr/>
          <a:lstStyle>
            <a:lvl1pPr>
              <a:lnSpc>
                <a:spcPct val="100000"/>
              </a:lnSpc>
              <a:defRPr sz="8596">
                <a:solidFill>
                  <a:schemeClr val="tx2"/>
                </a:solidFill>
              </a:defRPr>
            </a:lvl1pPr>
          </a:lstStyle>
          <a:p>
            <a:r>
              <a:rPr lang="en-GB"/>
              <a:t>Click to edit Master title style</a:t>
            </a:r>
            <a:endParaRPr lang="en-US"/>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4" y="12526964"/>
            <a:ext cx="1638299" cy="609600"/>
          </a:xfrm>
          <a:prstGeom prst="rect">
            <a:avLst/>
          </a:prstGeom>
        </p:spPr>
      </p:pic>
    </p:spTree>
    <p:extLst>
      <p:ext uri="{BB962C8B-B14F-4D97-AF65-F5344CB8AC3E}">
        <p14:creationId xmlns:p14="http://schemas.microsoft.com/office/powerpoint/2010/main" val="2214842536"/>
      </p:ext>
    </p:extLst>
  </p:cSld>
  <p:clrMapOvr>
    <a:masterClrMapping/>
  </p:clrMapOvr>
  <p:transition spd="med"/>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1_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6" y="384048"/>
            <a:ext cx="11050589" cy="4573588"/>
          </a:xfrm>
        </p:spPr>
        <p:txBody>
          <a:bodyPr/>
          <a:lstStyle>
            <a:lvl1pPr>
              <a:lnSpc>
                <a:spcPct val="100000"/>
              </a:lnSpc>
              <a:defRPr sz="8596"/>
            </a:lvl1pPr>
          </a:lstStyle>
          <a:p>
            <a:r>
              <a:rPr lang="en-GB"/>
              <a:t>Click to edit Master title style</a:t>
            </a:r>
            <a:endParaRPr lang="en-US"/>
          </a:p>
        </p:txBody>
      </p:sp>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4" y="12526964"/>
            <a:ext cx="1638299" cy="609600"/>
          </a:xfrm>
          <a:prstGeom prst="rect">
            <a:avLst/>
          </a:prstGeom>
        </p:spPr>
      </p:pic>
    </p:spTree>
    <p:extLst>
      <p:ext uri="{BB962C8B-B14F-4D97-AF65-F5344CB8AC3E}">
        <p14:creationId xmlns:p14="http://schemas.microsoft.com/office/powerpoint/2010/main" val="104236628"/>
      </p:ext>
    </p:extLst>
  </p:cSld>
  <p:clrMapOvr>
    <a:masterClrMapping/>
  </p:clrMapOvr>
  <p:transition spd="med"/>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1_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6">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4" y="12463272"/>
            <a:ext cx="11050589"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4" y="12526964"/>
            <a:ext cx="1638299" cy="609600"/>
          </a:xfrm>
          <a:prstGeom prst="rect">
            <a:avLst/>
          </a:prstGeom>
        </p:spPr>
      </p:pic>
    </p:spTree>
    <p:extLst>
      <p:ext uri="{BB962C8B-B14F-4D97-AF65-F5344CB8AC3E}">
        <p14:creationId xmlns:p14="http://schemas.microsoft.com/office/powerpoint/2010/main" val="3683550144"/>
      </p:ext>
    </p:extLst>
  </p:cSld>
  <p:clrMapOvr>
    <a:masterClrMapping/>
  </p:clrMapOvr>
  <p:transition spd="med"/>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1_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3"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384048"/>
            <a:ext cx="10101071" cy="10479088"/>
          </a:xfrm>
        </p:spPr>
        <p:txBody>
          <a:bodyPr/>
          <a:lstStyle>
            <a:lvl1pPr>
              <a:lnSpc>
                <a:spcPct val="100000"/>
              </a:lnSpc>
              <a:defRPr sz="8596">
                <a:solidFill>
                  <a:schemeClr val="tx2"/>
                </a:solidFill>
              </a:defRPr>
            </a:lvl1pPr>
          </a:lstStyle>
          <a:p>
            <a:r>
              <a:rPr lang="en-GB"/>
              <a:t>Click to edit Master title style</a:t>
            </a:r>
            <a:endParaRPr lang="en-US"/>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4" y="12526964"/>
            <a:ext cx="1638299" cy="609600"/>
          </a:xfrm>
          <a:prstGeom prst="rect">
            <a:avLst/>
          </a:prstGeom>
        </p:spPr>
      </p:pic>
    </p:spTree>
    <p:extLst>
      <p:ext uri="{BB962C8B-B14F-4D97-AF65-F5344CB8AC3E}">
        <p14:creationId xmlns:p14="http://schemas.microsoft.com/office/powerpoint/2010/main" val="942709353"/>
      </p:ext>
    </p:extLst>
  </p:cSld>
  <p:clrMapOvr>
    <a:masterClrMapping/>
  </p:clrMapOvr>
  <p:transition spd="med"/>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1_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3"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1682496"/>
            <a:ext cx="10099675" cy="9337676"/>
          </a:xfrm>
        </p:spPr>
        <p:txBody>
          <a:bodyPr/>
          <a:lstStyle>
            <a:lvl1pPr>
              <a:lnSpc>
                <a:spcPct val="100000"/>
              </a:lnSpc>
              <a:defRPr sz="8596">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3"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4" y="12526964"/>
            <a:ext cx="1638299" cy="609600"/>
          </a:xfrm>
          <a:prstGeom prst="rect">
            <a:avLst/>
          </a:prstGeom>
        </p:spPr>
      </p:pic>
    </p:spTree>
    <p:extLst>
      <p:ext uri="{BB962C8B-B14F-4D97-AF65-F5344CB8AC3E}">
        <p14:creationId xmlns:p14="http://schemas.microsoft.com/office/powerpoint/2010/main" val="3294170675"/>
      </p:ext>
    </p:extLst>
  </p:cSld>
  <p:clrMapOvr>
    <a:masterClrMapping/>
  </p:clrMapOvr>
  <p:transition spd="med"/>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1_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6" y="384048"/>
            <a:ext cx="4956175" cy="4573588"/>
          </a:xfrm>
        </p:spPr>
        <p:txBody>
          <a:bodyPr/>
          <a:lstStyle>
            <a:lvl1pPr>
              <a:lnSpc>
                <a:spcPct val="100000"/>
              </a:lnSpc>
              <a:defRPr sz="6396">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4"/>
            <a:ext cx="4953001" cy="11431588"/>
          </a:xfrm>
        </p:spPr>
        <p:txBody>
          <a:bodyPr/>
          <a:lstStyle>
            <a:lvl1pPr defTabSz="1160824">
              <a:spcBef>
                <a:spcPts val="0"/>
              </a:spcBef>
              <a:defRPr>
                <a:solidFill>
                  <a:schemeClr val="tx1"/>
                </a:solidFill>
              </a:defRPr>
            </a:lvl1pPr>
            <a:lvl2pPr defTabSz="1160824">
              <a:spcBef>
                <a:spcPts val="0"/>
              </a:spcBef>
              <a:defRPr>
                <a:solidFill>
                  <a:schemeClr val="tx1"/>
                </a:solidFill>
              </a:defRPr>
            </a:lvl2pPr>
            <a:lvl3pPr defTabSz="1160824">
              <a:spcBef>
                <a:spcPts val="0"/>
              </a:spcBef>
              <a:defRPr>
                <a:solidFill>
                  <a:schemeClr val="tx1"/>
                </a:solidFill>
              </a:defRPr>
            </a:lvl3pPr>
            <a:lvl4pPr defTabSz="1160824">
              <a:spcBef>
                <a:spcPts val="0"/>
              </a:spcBef>
              <a:defRPr>
                <a:solidFill>
                  <a:schemeClr val="tx1"/>
                </a:solidFill>
              </a:defRPr>
            </a:lvl4pPr>
            <a:lvl5pPr defTabSz="1160824">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4"/>
            <a:ext cx="4949824" cy="11431588"/>
          </a:xfrm>
        </p:spPr>
        <p:txBody>
          <a:bodyPr/>
          <a:lstStyle>
            <a:lvl1pPr defTabSz="1160824">
              <a:spcBef>
                <a:spcPts val="0"/>
              </a:spcBef>
              <a:defRPr>
                <a:solidFill>
                  <a:schemeClr val="tx1"/>
                </a:solidFill>
              </a:defRPr>
            </a:lvl1pPr>
            <a:lvl2pPr defTabSz="1160824">
              <a:spcBef>
                <a:spcPts val="0"/>
              </a:spcBef>
              <a:defRPr>
                <a:solidFill>
                  <a:schemeClr val="tx1"/>
                </a:solidFill>
              </a:defRPr>
            </a:lvl2pPr>
            <a:lvl3pPr defTabSz="1160824">
              <a:spcBef>
                <a:spcPts val="0"/>
              </a:spcBef>
              <a:defRPr>
                <a:solidFill>
                  <a:schemeClr val="tx1"/>
                </a:solidFill>
              </a:defRPr>
            </a:lvl3pPr>
            <a:lvl4pPr defTabSz="1160824">
              <a:spcBef>
                <a:spcPts val="0"/>
              </a:spcBef>
              <a:defRPr>
                <a:solidFill>
                  <a:schemeClr val="tx1"/>
                </a:solidFill>
              </a:defRPr>
            </a:lvl4pPr>
            <a:lvl5pPr defTabSz="1160824">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684238216"/>
      </p:ext>
    </p:extLst>
  </p:cSld>
  <p:clrMapOvr>
    <a:masterClrMapping/>
  </p:clrMapOvr>
  <p:transition spd="med"/>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1_Tail spend solu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3" y="1354"/>
            <a:ext cx="24389585"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6"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827557490"/>
      </p:ext>
    </p:extLst>
  </p:cSld>
  <p:clrMapOvr>
    <a:masterClrMapping/>
  </p:clrMapOvr>
  <p:transition spd="med"/>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1_Business Case &amp; Commercial​">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6"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897853863"/>
      </p:ext>
    </p:extLst>
  </p:cSld>
  <p:clrMapOvr>
    <a:masterClrMapping/>
  </p:clrMapOvr>
  <p:transition spd="med"/>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1_Transi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6"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900330438"/>
      </p:ext>
    </p:extLst>
  </p:cSld>
  <p:clrMapOvr>
    <a:masterClrMapping/>
  </p:clrMapOvr>
  <p:transition spd="med"/>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1_Ways of working">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5" y="1354"/>
            <a:ext cx="24389581"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6"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702510429"/>
      </p:ext>
    </p:extLst>
  </p:cSld>
  <p:clrMapOvr>
    <a:masterClrMapping/>
  </p:clrMapOvr>
  <p:transition spd="med"/>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3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5" y="1355"/>
            <a:ext cx="24389581"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6"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766604775"/>
      </p:ext>
    </p:extLst>
  </p:cSld>
  <p:clrMapOvr>
    <a:masterClrMapping/>
  </p:clrMapOvr>
  <p:transition spd="med"/>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2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5"/>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6"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612769112"/>
      </p:ext>
    </p:extLst>
  </p:cSld>
  <p:clrMapOvr>
    <a:masterClrMapping/>
  </p:clrMapOvr>
  <p:transition spd="med"/>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1_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8" y="420624"/>
            <a:ext cx="17141826" cy="8191500"/>
          </a:xfrm>
        </p:spPr>
        <p:txBody>
          <a:bodyPr/>
          <a:lstStyle>
            <a:lvl1pPr>
              <a:defRPr sz="17192" b="0" i="0">
                <a:solidFill>
                  <a:schemeClr val="tx2"/>
                </a:solidFill>
                <a:latin typeface="IBM Plex Sans ExtLt" panose="020B03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406146352"/>
      </p:ext>
    </p:extLst>
  </p:cSld>
  <p:clrMapOvr>
    <a:masterClrMapping/>
  </p:clrMapOvr>
  <p:transition spd="med"/>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48"/>
            <a:ext cx="9909174" cy="2859088"/>
          </a:xfrm>
        </p:spPr>
        <p:txBody>
          <a:bodyPr/>
          <a:lstStyle>
            <a:lvl1pPr>
              <a:lnSpc>
                <a:spcPct val="100000"/>
              </a:lnSpc>
              <a:defRPr sz="6396">
                <a:solidFill>
                  <a:schemeClr val="tx2"/>
                </a:solidFill>
              </a:defRPr>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4" cy="8574088"/>
          </a:xfrm>
        </p:spPr>
        <p:txBody>
          <a:bodyPr/>
          <a:lstStyle>
            <a:lvl1pPr>
              <a:lnSpc>
                <a:spcPct val="100000"/>
              </a:lnSpc>
              <a:spcBef>
                <a:spcPts val="0"/>
              </a:spcBef>
              <a:defRPr sz="6396">
                <a:solidFill>
                  <a:schemeClr val="tx2"/>
                </a:solidFill>
              </a:defRPr>
            </a:lvl1pPr>
            <a:lvl2pPr marL="584980" indent="-584980">
              <a:lnSpc>
                <a:spcPct val="100000"/>
              </a:lnSpc>
              <a:spcBef>
                <a:spcPts val="0"/>
              </a:spcBef>
              <a:defRPr sz="6396">
                <a:solidFill>
                  <a:schemeClr val="tx2"/>
                </a:solidFill>
              </a:defRPr>
            </a:lvl2pPr>
            <a:lvl3pPr marL="1096840" indent="-584980">
              <a:lnSpc>
                <a:spcPct val="100000"/>
              </a:lnSpc>
              <a:spcBef>
                <a:spcPts val="0"/>
              </a:spcBef>
              <a:defRPr sz="6396">
                <a:solidFill>
                  <a:schemeClr val="tx2"/>
                </a:solidFill>
              </a:defRPr>
            </a:lvl3pPr>
            <a:lvl4pPr marL="1754944">
              <a:lnSpc>
                <a:spcPct val="100000"/>
              </a:lnSpc>
              <a:spcBef>
                <a:spcPts val="0"/>
              </a:spcBef>
              <a:defRPr sz="6396">
                <a:solidFill>
                  <a:schemeClr val="tx2"/>
                </a:solidFill>
              </a:defRPr>
            </a:lvl4pPr>
            <a:lvl5pPr>
              <a:lnSpc>
                <a:spcPct val="100000"/>
              </a:lnSpc>
              <a:spcBef>
                <a:spcPts val="0"/>
              </a:spcBef>
              <a:defRPr sz="6396"/>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470584134"/>
      </p:ext>
    </p:extLst>
  </p:cSld>
  <p:clrMapOvr>
    <a:masterClrMapping/>
  </p:clrMapOvr>
  <p:transition spd="med"/>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1_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420624"/>
            <a:ext cx="14662151" cy="9717088"/>
          </a:xfrm>
        </p:spPr>
        <p:txBody>
          <a:bodyPr/>
          <a:lstStyle>
            <a:lvl1pPr>
              <a:lnSpc>
                <a:spcPct val="100000"/>
              </a:lnSpc>
              <a:defRPr sz="8596">
                <a:solidFill>
                  <a:schemeClr val="tx2"/>
                </a:solidFill>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523019517"/>
      </p:ext>
    </p:extLst>
  </p:cSld>
  <p:clrMapOvr>
    <a:masterClrMapping/>
  </p:clrMapOvr>
  <p:transition spd="med"/>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1_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4" y="9299448"/>
            <a:ext cx="11050589" cy="3543300"/>
          </a:xfrm>
        </p:spPr>
        <p:txBody>
          <a:bodyPr anchor="b"/>
          <a:lstStyle>
            <a:lvl1pPr>
              <a:lnSpc>
                <a:spcPct val="90000"/>
              </a:lnSpc>
              <a:spcBef>
                <a:spcPts val="0"/>
              </a:spcBef>
              <a:defRPr sz="25788" b="0" i="0">
                <a:solidFill>
                  <a:schemeClr val="accent1"/>
                </a:solidFill>
                <a:latin typeface="IBM Plex Sans ExtLt" panose="020B0303050203000203" pitchFamily="34" charset="0"/>
              </a:defRPr>
            </a:lvl1pPr>
          </a:lstStyle>
          <a:p>
            <a:r>
              <a:rPr lang="en-US"/>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3" y="9296400"/>
            <a:ext cx="11049000" cy="3543300"/>
          </a:xfrm>
        </p:spPr>
        <p:txBody>
          <a:bodyPr anchor="b"/>
          <a:lstStyle>
            <a:lvl1pPr>
              <a:lnSpc>
                <a:spcPct val="90000"/>
              </a:lnSpc>
              <a:spcBef>
                <a:spcPts val="0"/>
              </a:spcBef>
              <a:defRPr sz="25788" b="0" i="0">
                <a:solidFill>
                  <a:schemeClr val="accent1"/>
                </a:solidFill>
                <a:latin typeface="IBM Plex Sans ExtLt" panose="020B0303050203000203" pitchFamily="34" charset="0"/>
              </a:defRPr>
            </a:lvl1pPr>
          </a:lstStyle>
          <a:p>
            <a:r>
              <a:rPr lang="en-US"/>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8"/>
          </a:xfrm>
        </p:spPr>
        <p:txBody>
          <a:bodyPr/>
          <a:lstStyle>
            <a:lvl1pPr>
              <a:lnSpc>
                <a:spcPct val="100000"/>
              </a:lnSpc>
              <a:spcBef>
                <a:spcPts val="0"/>
              </a:spcBef>
              <a:defRPr sz="4400">
                <a:solidFill>
                  <a:schemeClr val="tx1"/>
                </a:solidFill>
              </a:defRPr>
            </a:lvl1pPr>
            <a:lvl2pPr marL="402176" indent="-402176">
              <a:lnSpc>
                <a:spcPct val="100000"/>
              </a:lnSpc>
              <a:spcBef>
                <a:spcPts val="0"/>
              </a:spcBef>
              <a:defRPr sz="4400">
                <a:solidFill>
                  <a:schemeClr val="tx1"/>
                </a:solidFill>
              </a:defRPr>
            </a:lvl2pPr>
            <a:lvl3pPr marL="804352" indent="-402176">
              <a:lnSpc>
                <a:spcPct val="100000"/>
              </a:lnSpc>
              <a:spcBef>
                <a:spcPts val="0"/>
              </a:spcBef>
              <a:defRPr sz="4400">
                <a:solidFill>
                  <a:schemeClr val="tx1"/>
                </a:solidFill>
              </a:defRPr>
            </a:lvl3pPr>
            <a:lvl4pPr marL="1115120" indent="-40217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4" y="576072"/>
            <a:ext cx="7623174" cy="6288088"/>
          </a:xfrm>
        </p:spPr>
        <p:txBody>
          <a:bodyPr/>
          <a:lstStyle>
            <a:lvl1pPr>
              <a:lnSpc>
                <a:spcPct val="100000"/>
              </a:lnSpc>
              <a:spcBef>
                <a:spcPts val="0"/>
              </a:spcBef>
              <a:defRPr sz="4400">
                <a:solidFill>
                  <a:schemeClr val="tx1"/>
                </a:solidFill>
              </a:defRPr>
            </a:lvl1pPr>
            <a:lvl2pPr marL="402176" indent="-402176">
              <a:lnSpc>
                <a:spcPct val="100000"/>
              </a:lnSpc>
              <a:spcBef>
                <a:spcPts val="0"/>
              </a:spcBef>
              <a:defRPr sz="4400">
                <a:solidFill>
                  <a:schemeClr val="tx1"/>
                </a:solidFill>
              </a:defRPr>
            </a:lvl2pPr>
            <a:lvl3pPr marL="804352" indent="-402176">
              <a:lnSpc>
                <a:spcPct val="100000"/>
              </a:lnSpc>
              <a:spcBef>
                <a:spcPts val="0"/>
              </a:spcBef>
              <a:defRPr sz="4400">
                <a:solidFill>
                  <a:schemeClr val="tx1"/>
                </a:solidFill>
              </a:defRPr>
            </a:lvl3pPr>
            <a:lvl4pPr marL="1115120" indent="-40217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8"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066340745"/>
      </p:ext>
    </p:extLst>
  </p:cSld>
  <p:clrMapOvr>
    <a:masterClrMapping/>
  </p:clrMapOvr>
  <p:transition spd="med"/>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1_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5" y="426482"/>
            <a:ext cx="4949824" cy="1906588"/>
          </a:xfrm>
        </p:spPr>
        <p:txBody>
          <a:bodyPr/>
          <a:lstStyle>
            <a:lvl1pPr>
              <a:lnSpc>
                <a:spcPct val="90000"/>
              </a:lnSpc>
              <a:defRPr sz="12996">
                <a:solidFill>
                  <a:schemeClr val="accent1"/>
                </a:solidFill>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7"/>
            <a:ext cx="4949824" cy="1903414"/>
          </a:xfrm>
        </p:spPr>
        <p:txBody>
          <a:bodyPr/>
          <a:lstStyle>
            <a:lvl1pPr>
              <a:lnSpc>
                <a:spcPct val="90000"/>
              </a:lnSpc>
              <a:defRPr sz="12996">
                <a:solidFill>
                  <a:schemeClr val="accent1"/>
                </a:solidFill>
              </a:defRPr>
            </a:lvl1pPr>
          </a:lstStyle>
          <a:p>
            <a:pPr lvl="0"/>
            <a:r>
              <a:rPr lang="en-US"/>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2996">
                <a:solidFill>
                  <a:schemeClr val="accent1"/>
                </a:solidFill>
              </a:defRPr>
            </a:lvl1pPr>
            <a:lvl2pPr marL="0" indent="0">
              <a:buNone/>
              <a:defRPr/>
            </a:lvl2pPr>
          </a:lstStyle>
          <a:p>
            <a:pPr lvl="0"/>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44" indent="-146244">
              <a:lnSpc>
                <a:spcPct val="120000"/>
              </a:lnSpc>
              <a:spcBef>
                <a:spcPts val="0"/>
              </a:spcBef>
              <a:defRPr sz="1600" b="0" i="0">
                <a:solidFill>
                  <a:schemeClr val="tx1"/>
                </a:solidFill>
                <a:latin typeface="IBM Plex Sans" panose="020B0503050203000203" pitchFamily="34" charset="0"/>
              </a:defRPr>
            </a:lvl2pPr>
            <a:lvl3pPr marL="292492" indent="-146244">
              <a:lnSpc>
                <a:spcPct val="120000"/>
              </a:lnSpc>
              <a:spcBef>
                <a:spcPts val="0"/>
              </a:spcBef>
              <a:defRPr sz="1600" b="0" i="0">
                <a:solidFill>
                  <a:schemeClr val="tx1"/>
                </a:solidFill>
                <a:latin typeface="IBM Plex Sans" panose="020B0503050203000203" pitchFamily="34" charset="0"/>
              </a:defRPr>
            </a:lvl3pPr>
            <a:lvl4pPr marL="438736" indent="-14624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7"/>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9" y="2333067"/>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4018426205"/>
      </p:ext>
    </p:extLst>
  </p:cSld>
  <p:clrMapOvr>
    <a:masterClrMapping/>
  </p:clrMapOvr>
  <p:transition spd="med"/>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1_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4" cy="5335588"/>
          </a:xfrm>
        </p:spPr>
        <p:txBody>
          <a:bodyPr/>
          <a:lstStyle>
            <a:lvl1pPr>
              <a:lnSpc>
                <a:spcPct val="100000"/>
              </a:lnSpc>
              <a:defRPr sz="8596">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402336"/>
            <a:ext cx="11049000" cy="5335588"/>
          </a:xfrm>
        </p:spPr>
        <p:txBody>
          <a:bodyPr/>
          <a:lstStyle>
            <a:lvl1pPr>
              <a:lnSpc>
                <a:spcPct val="100000"/>
              </a:lnSpc>
              <a:spcBef>
                <a:spcPts val="0"/>
              </a:spcBef>
              <a:defRPr sz="8596">
                <a:solidFill>
                  <a:schemeClr val="tx1"/>
                </a:solidFill>
              </a:defRPr>
            </a:lvl1pPr>
            <a:lvl2pPr marL="786068" indent="-786068">
              <a:lnSpc>
                <a:spcPct val="100000"/>
              </a:lnSpc>
              <a:spcBef>
                <a:spcPts val="0"/>
              </a:spcBef>
              <a:defRPr sz="8596">
                <a:solidFill>
                  <a:schemeClr val="tx1"/>
                </a:solidFill>
              </a:defRPr>
            </a:lvl2pPr>
            <a:lvl3pPr marL="1499016" indent="-786068">
              <a:lnSpc>
                <a:spcPct val="100000"/>
              </a:lnSpc>
              <a:spcBef>
                <a:spcPts val="0"/>
              </a:spcBef>
              <a:defRPr sz="8596">
                <a:solidFill>
                  <a:schemeClr val="tx1"/>
                </a:solidFill>
              </a:defRPr>
            </a:lvl3pPr>
            <a:lvl4pPr marL="2285084" indent="-786068">
              <a:lnSpc>
                <a:spcPct val="100000"/>
              </a:lnSpc>
              <a:spcBef>
                <a:spcPts val="0"/>
              </a:spcBef>
              <a:defRPr sz="8596">
                <a:solidFill>
                  <a:schemeClr val="tx1"/>
                </a:solidFill>
              </a:defRPr>
            </a:lvl4pPr>
            <a:lvl5pPr>
              <a:lnSpc>
                <a:spcPct val="100000"/>
              </a:lnSpc>
              <a:spcBef>
                <a:spcPts val="0"/>
              </a:spcBef>
              <a:defRPr sz="8596">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4" cy="5334000"/>
          </a:xfrm>
        </p:spPr>
        <p:txBody>
          <a:bodyPr/>
          <a:lstStyle>
            <a:lvl1pPr>
              <a:lnSpc>
                <a:spcPct val="100000"/>
              </a:lnSpc>
              <a:defRPr sz="8596">
                <a:solidFill>
                  <a:schemeClr val="accent1"/>
                </a:solidFill>
              </a:defRPr>
            </a:lvl1pPr>
            <a:lvl2pPr>
              <a:lnSpc>
                <a:spcPct val="100000"/>
              </a:lnSpc>
              <a:defRPr sz="8596">
                <a:solidFill>
                  <a:schemeClr val="accent1"/>
                </a:solidFill>
              </a:defRPr>
            </a:lvl2pPr>
            <a:lvl3pPr>
              <a:lnSpc>
                <a:spcPct val="100000"/>
              </a:lnSpc>
              <a:defRPr sz="8596">
                <a:solidFill>
                  <a:schemeClr val="accent1"/>
                </a:solidFill>
              </a:defRPr>
            </a:lvl3pPr>
            <a:lvl4pPr>
              <a:lnSpc>
                <a:spcPct val="100000"/>
              </a:lnSpc>
              <a:defRPr sz="8596">
                <a:solidFill>
                  <a:schemeClr val="accent1"/>
                </a:solidFill>
              </a:defRPr>
            </a:lvl4pPr>
            <a:lvl5pPr>
              <a:lnSpc>
                <a:spcPct val="100000"/>
              </a:lnSpc>
              <a:defRPr sz="8596">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477000"/>
            <a:ext cx="11049000" cy="5334000"/>
          </a:xfrm>
        </p:spPr>
        <p:txBody>
          <a:bodyPr/>
          <a:lstStyle>
            <a:lvl1pPr>
              <a:lnSpc>
                <a:spcPct val="100000"/>
              </a:lnSpc>
              <a:spcBef>
                <a:spcPts val="0"/>
              </a:spcBef>
              <a:defRPr sz="8596">
                <a:solidFill>
                  <a:schemeClr val="tx1"/>
                </a:solidFill>
              </a:defRPr>
            </a:lvl1pPr>
            <a:lvl2pPr marL="786068" indent="-786068">
              <a:lnSpc>
                <a:spcPct val="100000"/>
              </a:lnSpc>
              <a:spcBef>
                <a:spcPts val="0"/>
              </a:spcBef>
              <a:defRPr sz="8596">
                <a:solidFill>
                  <a:schemeClr val="tx1"/>
                </a:solidFill>
              </a:defRPr>
            </a:lvl2pPr>
            <a:lvl3pPr marL="1499016" indent="-786068">
              <a:lnSpc>
                <a:spcPct val="100000"/>
              </a:lnSpc>
              <a:spcBef>
                <a:spcPts val="0"/>
              </a:spcBef>
              <a:defRPr sz="8596">
                <a:solidFill>
                  <a:schemeClr val="tx1"/>
                </a:solidFill>
              </a:defRPr>
            </a:lvl3pPr>
            <a:lvl4pPr marL="2285084" indent="-786068">
              <a:lnSpc>
                <a:spcPct val="100000"/>
              </a:lnSpc>
              <a:spcBef>
                <a:spcPts val="0"/>
              </a:spcBef>
              <a:defRPr sz="8596">
                <a:solidFill>
                  <a:schemeClr val="tx1"/>
                </a:solidFill>
              </a:defRPr>
            </a:lvl4pPr>
            <a:lvl5pPr>
              <a:lnSpc>
                <a:spcPct val="100000"/>
              </a:lnSpc>
              <a:spcBef>
                <a:spcPts val="0"/>
              </a:spcBef>
              <a:defRPr sz="8596">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650053311"/>
      </p:ext>
    </p:extLst>
  </p:cSld>
  <p:clrMapOvr>
    <a:masterClrMapping/>
  </p:clrMapOvr>
  <p:transition spd="med"/>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1_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8"/>
          </a:xfrm>
        </p:spPr>
        <p:txBody>
          <a:bodyPr/>
          <a:lstStyle>
            <a:lvl1pPr>
              <a:lnSpc>
                <a:spcPct val="90000"/>
              </a:lnSpc>
              <a:defRPr sz="12996">
                <a:solidFill>
                  <a:schemeClr val="accent1"/>
                </a:solidFill>
              </a:defRPr>
            </a:lvl1pPr>
            <a:lvl2pPr marL="0" indent="0">
              <a:buNone/>
              <a:defRPr/>
            </a:lvl2pPr>
          </a:lstStyle>
          <a:p>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5"/>
            <a:ext cx="4951413" cy="2857506"/>
          </a:xfrm>
        </p:spPr>
        <p:txBody>
          <a:bodyPr/>
          <a:lstStyle>
            <a:lvl1pPr>
              <a:lnSpc>
                <a:spcPct val="90000"/>
              </a:lnSpc>
              <a:defRPr sz="12996">
                <a:solidFill>
                  <a:schemeClr val="accent1"/>
                </a:solidFill>
              </a:defRPr>
            </a:lvl1pPr>
          </a:lstStyle>
          <a:p>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5" y="8403339"/>
            <a:ext cx="4951411" cy="2857506"/>
          </a:xfrm>
        </p:spPr>
        <p:txBody>
          <a:bodyPr/>
          <a:lstStyle>
            <a:lvl1pPr>
              <a:lnSpc>
                <a:spcPct val="90000"/>
              </a:lnSpc>
              <a:defRPr sz="12996">
                <a:solidFill>
                  <a:schemeClr val="accent1"/>
                </a:solidFill>
              </a:defRPr>
            </a:lvl1pPr>
          </a:lstStyle>
          <a:p>
            <a:r>
              <a:rPr lang="en-US"/>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977444486"/>
      </p:ext>
    </p:extLst>
  </p:cSld>
  <p:clrMapOvr>
    <a:masterClrMapping/>
  </p:clrMapOvr>
  <p:transition spd="med"/>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1_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6"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581293184"/>
      </p:ext>
    </p:extLst>
  </p:cSld>
  <p:clrMapOvr>
    <a:masterClrMapping/>
  </p:clrMapOvr>
  <p:transition spd="med"/>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3" y="576072"/>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3"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1"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03649410"/>
      </p:ext>
    </p:extLst>
  </p:cSld>
  <p:clrMapOvr>
    <a:masterClrMapping/>
  </p:clrMapOvr>
  <p:transition spd="med"/>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1_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3" y="576072"/>
            <a:ext cx="4956175" cy="1525588"/>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341872244"/>
      </p:ext>
    </p:extLst>
  </p:cSld>
  <p:clrMapOvr>
    <a:masterClrMapping/>
  </p:clrMapOvr>
  <p:transition spd="med"/>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1_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3" y="576072"/>
            <a:ext cx="4949824" cy="2097088"/>
          </a:xfrm>
        </p:spPr>
        <p:txBody>
          <a:bodyPr/>
          <a:lstStyle>
            <a:lvl1pPr>
              <a:lnSpc>
                <a:spcPct val="110000"/>
              </a:lnSpc>
              <a:defRPr sz="24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6" y="3429000"/>
            <a:ext cx="4956175" cy="400050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2" y="3429000"/>
            <a:ext cx="4942119" cy="85725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4" y="3429000"/>
            <a:ext cx="4952999" cy="85725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1" y="576072"/>
            <a:ext cx="1216152" cy="1216152"/>
          </a:xfrm>
        </p:spPr>
        <p:txBody>
          <a:bodyPr anchor="ctr"/>
          <a:lstStyle>
            <a:lvl1pPr algn="ctr">
              <a:defRPr sz="1600">
                <a:solidFill>
                  <a:schemeClr val="tx1"/>
                </a:solidFill>
              </a:defRPr>
            </a:lvl1pPr>
          </a:lstStyle>
          <a:p>
            <a:r>
              <a:rPr lang="en-US"/>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7" y="576072"/>
            <a:ext cx="1216152" cy="1216152"/>
          </a:xfrm>
        </p:spPr>
        <p:txBody>
          <a:bodyPr anchor="ctr"/>
          <a:lstStyle>
            <a:lvl1pPr algn="ctr">
              <a:defRPr sz="1600">
                <a:solidFill>
                  <a:schemeClr val="tx1"/>
                </a:solidFill>
              </a:defRPr>
            </a:lvl1pPr>
          </a:lstStyle>
          <a:p>
            <a:r>
              <a:rPr lang="en-US"/>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3" y="576072"/>
            <a:ext cx="1216152"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Consulting for Nestlé | IBM confidential</a:t>
            </a:r>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53169586"/>
      </p:ext>
    </p:extLst>
  </p:cSld>
  <p:clrMapOvr>
    <a:masterClrMapping/>
  </p:clrMapOvr>
  <p:transition spd="med"/>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1_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8"/>
            <a:ext cx="4949824" cy="1141412"/>
          </a:xfrm>
        </p:spPr>
        <p:txBody>
          <a:bodyPr/>
          <a:lstStyle>
            <a:lvl1pPr>
              <a:lnSpc>
                <a:spcPct val="100000"/>
              </a:lnSpc>
              <a:defRPr sz="6396">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28" indent="-255928">
              <a:spcBef>
                <a:spcPts val="0"/>
              </a:spcBef>
              <a:defRPr sz="2800" b="0" i="0">
                <a:solidFill>
                  <a:schemeClr val="tx1"/>
                </a:solidFill>
                <a:latin typeface="IBM Plex Sans Light" panose="020B0403050203000203" pitchFamily="34" charset="0"/>
              </a:defRPr>
            </a:lvl2pPr>
            <a:lvl3pPr marL="511860" indent="-255928">
              <a:spcBef>
                <a:spcPts val="0"/>
              </a:spcBef>
              <a:defRPr sz="2800" b="0" i="0">
                <a:solidFill>
                  <a:schemeClr val="tx1"/>
                </a:solidFill>
                <a:latin typeface="IBM Plex Sans Light" panose="020B0403050203000203" pitchFamily="34" charset="0"/>
              </a:defRPr>
            </a:lvl3pPr>
            <a:lvl4pPr marL="767788" indent="-255928">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3"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5928" indent="-255928">
              <a:spcBef>
                <a:spcPts val="0"/>
              </a:spcBef>
              <a:defRPr sz="2800" b="0" i="0">
                <a:solidFill>
                  <a:schemeClr val="tx1"/>
                </a:solidFill>
                <a:latin typeface="IBM Plex Sans Light" panose="020B0403050203000203" pitchFamily="34" charset="0"/>
              </a:defRPr>
            </a:lvl2pPr>
            <a:lvl3pPr marL="511860" indent="-255928">
              <a:spcBef>
                <a:spcPts val="0"/>
              </a:spcBef>
              <a:defRPr sz="2800" b="0" i="0">
                <a:solidFill>
                  <a:schemeClr val="tx1"/>
                </a:solidFill>
                <a:latin typeface="IBM Plex Sans Light" panose="020B0403050203000203" pitchFamily="34" charset="0"/>
              </a:defRPr>
            </a:lvl3pPr>
            <a:lvl4pPr marL="767788" indent="-255928">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9" y="384048"/>
            <a:ext cx="4956175" cy="1141412"/>
          </a:xfrm>
        </p:spPr>
        <p:txBody>
          <a:bodyPr/>
          <a:lstStyle>
            <a:lvl1pPr>
              <a:lnSpc>
                <a:spcPct val="100000"/>
              </a:lnSpc>
              <a:spcBef>
                <a:spcPts val="0"/>
              </a:spcBef>
              <a:defRPr sz="6396">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53891498"/>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1_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4" y="384048"/>
            <a:ext cx="11045824" cy="4573588"/>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1" cy="11431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76072"/>
            <a:ext cx="4953001" cy="11431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17166322"/>
      </p:ext>
    </p:extLst>
  </p:cSld>
  <p:clrMapOvr>
    <a:masterClrMapping/>
  </p:clrMapOvr>
  <p:transition spd="med"/>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1_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1" y="576072"/>
            <a:ext cx="4953001" cy="4573588"/>
          </a:xfrm>
        </p:spPr>
        <p:txBody>
          <a:bodyPr/>
          <a:lstStyle>
            <a:lvl1pPr>
              <a:lnSpc>
                <a:spcPct val="10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42415743"/>
      </p:ext>
    </p:extLst>
  </p:cSld>
  <p:clrMapOvr>
    <a:masterClrMapping/>
  </p:clrMapOvr>
  <p:transition spd="med"/>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1_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6" y="384048"/>
            <a:ext cx="11039475" cy="4573588"/>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515349"/>
      </p:ext>
    </p:extLst>
  </p:cSld>
  <p:clrMapOvr>
    <a:masterClrMapping/>
  </p:clrMapOvr>
  <p:transition spd="med"/>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1_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8"/>
          </a:xfrm>
        </p:spPr>
        <p:txBody>
          <a:bodyPr rIns="0"/>
          <a:lstStyle>
            <a:lvl1pPr>
              <a:lnSpc>
                <a:spcPct val="100000"/>
              </a:lnSpc>
              <a:defRPr sz="2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34521776"/>
      </p:ext>
    </p:extLst>
  </p:cSld>
  <p:clrMapOvr>
    <a:masterClrMapping/>
  </p:clrMapOvr>
  <p:transition spd="med"/>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1_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51"/>
            <a:ext cx="4949824" cy="1141414"/>
          </a:xfrm>
        </p:spPr>
        <p:txBody>
          <a:bodyPr/>
          <a:lstStyle>
            <a:lvl1pPr>
              <a:lnSpc>
                <a:spcPct val="100000"/>
              </a:lnSpc>
              <a:defRPr sz="6396">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28" indent="-255928">
              <a:spcBef>
                <a:spcPts val="0"/>
              </a:spcBef>
              <a:defRPr sz="2800" b="0" i="0">
                <a:solidFill>
                  <a:schemeClr val="tx1"/>
                </a:solidFill>
                <a:latin typeface="IBM Plex Sans Light" panose="020B0403050203000203" pitchFamily="34" charset="0"/>
              </a:defRPr>
            </a:lvl2pPr>
            <a:lvl3pPr marL="511860" indent="-255928">
              <a:spcBef>
                <a:spcPts val="0"/>
              </a:spcBef>
              <a:defRPr sz="2800" b="0" i="0">
                <a:solidFill>
                  <a:schemeClr val="tx1"/>
                </a:solidFill>
                <a:latin typeface="IBM Plex Sans Light" panose="020B0403050203000203" pitchFamily="34" charset="0"/>
              </a:defRPr>
            </a:lvl3pPr>
            <a:lvl4pPr marL="767788" indent="-255928">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08" indent="-182808">
              <a:spcBef>
                <a:spcPts val="0"/>
              </a:spcBef>
              <a:defRPr sz="2000" b="0" i="0">
                <a:solidFill>
                  <a:schemeClr val="tx1"/>
                </a:solidFill>
                <a:latin typeface="IBM Plex Sans" panose="020B0503050203000203" pitchFamily="34" charset="0"/>
              </a:defRPr>
            </a:lvl2pPr>
            <a:lvl3pPr marL="365612" indent="-182808">
              <a:spcBef>
                <a:spcPts val="0"/>
              </a:spcBef>
              <a:defRPr sz="2000" b="0" i="0">
                <a:solidFill>
                  <a:schemeClr val="tx1"/>
                </a:solidFill>
                <a:latin typeface="IBM Plex Sans" panose="020B0503050203000203" pitchFamily="34" charset="0"/>
              </a:defRPr>
            </a:lvl3pPr>
            <a:lvl4pPr marL="548420" indent="-18280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5" y="384048"/>
            <a:ext cx="4956175" cy="1141412"/>
          </a:xfrm>
        </p:spPr>
        <p:txBody>
          <a:bodyPr/>
          <a:lstStyle>
            <a:lvl1pPr>
              <a:lnSpc>
                <a:spcPct val="100000"/>
              </a:lnSpc>
              <a:spcBef>
                <a:spcPts val="0"/>
              </a:spcBef>
              <a:defRPr sz="6396">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3" y="576075"/>
            <a:ext cx="1216152" cy="1214462"/>
          </a:xfrm>
        </p:spPr>
        <p:txBody>
          <a:bodyPr anchor="ctr"/>
          <a:lstStyle>
            <a:lvl1pPr algn="ctr">
              <a:defRPr sz="1600">
                <a:solidFill>
                  <a:schemeClr val="tx1"/>
                </a:solidFill>
              </a:defRPr>
            </a:lvl1pPr>
          </a:lstStyle>
          <a:p>
            <a:r>
              <a:rPr lang="en-US"/>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2" y="576072"/>
            <a:ext cx="1217845" cy="121615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Consulting for Nestlé | IBM confidential</a:t>
            </a:r>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3"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57398760"/>
      </p:ext>
    </p:extLst>
  </p:cSld>
  <p:clrMapOvr>
    <a:masterClrMapping/>
  </p:clrMapOvr>
  <p:transition spd="med"/>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1_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4" y="2478024"/>
            <a:ext cx="6670674" cy="3048000"/>
          </a:xfrm>
        </p:spPr>
        <p:txBody>
          <a:bodyPr/>
          <a:lstStyle>
            <a:lvl1pPr>
              <a:lnSpc>
                <a:spcPct val="100000"/>
              </a:lnSpc>
              <a:spcBef>
                <a:spcPts val="0"/>
              </a:spcBef>
              <a:defRPr sz="4400">
                <a:solidFill>
                  <a:schemeClr val="tx1"/>
                </a:solidFill>
              </a:defRPr>
            </a:lvl1pPr>
            <a:lvl2pPr marL="402176" indent="-402176">
              <a:lnSpc>
                <a:spcPct val="100000"/>
              </a:lnSpc>
              <a:spcBef>
                <a:spcPts val="0"/>
              </a:spcBef>
              <a:defRPr sz="4400">
                <a:solidFill>
                  <a:schemeClr val="tx1"/>
                </a:solidFill>
              </a:defRPr>
            </a:lvl2pPr>
            <a:lvl3pPr marL="804352" indent="-402176">
              <a:lnSpc>
                <a:spcPct val="100000"/>
              </a:lnSpc>
              <a:spcBef>
                <a:spcPts val="0"/>
              </a:spcBef>
              <a:defRPr sz="4400">
                <a:solidFill>
                  <a:schemeClr val="tx1"/>
                </a:solidFill>
              </a:defRPr>
            </a:lvl3pPr>
            <a:lvl4pPr marL="1115120" indent="-40217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176" indent="-402176">
              <a:lnSpc>
                <a:spcPct val="100000"/>
              </a:lnSpc>
              <a:spcBef>
                <a:spcPts val="0"/>
              </a:spcBef>
              <a:defRPr sz="4400">
                <a:solidFill>
                  <a:schemeClr val="tx1"/>
                </a:solidFill>
              </a:defRPr>
            </a:lvl2pPr>
            <a:lvl3pPr marL="804352" indent="-402176">
              <a:lnSpc>
                <a:spcPct val="100000"/>
              </a:lnSpc>
              <a:spcBef>
                <a:spcPts val="0"/>
              </a:spcBef>
              <a:defRPr sz="4400">
                <a:solidFill>
                  <a:schemeClr val="tx1"/>
                </a:solidFill>
              </a:defRPr>
            </a:lvl3pPr>
            <a:lvl4pPr marL="1115120" indent="-40217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1" y="8385048"/>
            <a:ext cx="6670676" cy="3048000"/>
          </a:xfrm>
        </p:spPr>
        <p:txBody>
          <a:bodyPr/>
          <a:lstStyle>
            <a:lvl1pPr>
              <a:lnSpc>
                <a:spcPct val="100000"/>
              </a:lnSpc>
              <a:spcBef>
                <a:spcPts val="0"/>
              </a:spcBef>
              <a:defRPr sz="4400">
                <a:solidFill>
                  <a:schemeClr val="tx1"/>
                </a:solidFill>
              </a:defRPr>
            </a:lvl1pPr>
            <a:lvl2pPr marL="402176" indent="-402176">
              <a:lnSpc>
                <a:spcPct val="100000"/>
              </a:lnSpc>
              <a:spcBef>
                <a:spcPts val="0"/>
              </a:spcBef>
              <a:defRPr sz="4400">
                <a:solidFill>
                  <a:schemeClr val="tx1"/>
                </a:solidFill>
              </a:defRPr>
            </a:lvl2pPr>
            <a:lvl3pPr marL="804352" indent="-402176">
              <a:lnSpc>
                <a:spcPct val="100000"/>
              </a:lnSpc>
              <a:spcBef>
                <a:spcPts val="0"/>
              </a:spcBef>
              <a:defRPr sz="4400">
                <a:solidFill>
                  <a:schemeClr val="tx1"/>
                </a:solidFill>
              </a:defRPr>
            </a:lvl3pPr>
            <a:lvl4pPr marL="1115120" indent="-40217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2" y="8382000"/>
            <a:ext cx="6667500" cy="3048000"/>
          </a:xfrm>
        </p:spPr>
        <p:txBody>
          <a:bodyPr/>
          <a:lstStyle>
            <a:lvl1pPr>
              <a:lnSpc>
                <a:spcPct val="100000"/>
              </a:lnSpc>
              <a:spcBef>
                <a:spcPts val="0"/>
              </a:spcBef>
              <a:defRPr sz="4400">
                <a:solidFill>
                  <a:schemeClr val="tx1"/>
                </a:solidFill>
              </a:defRPr>
            </a:lvl1pPr>
            <a:lvl2pPr marL="402176" indent="-402176">
              <a:lnSpc>
                <a:spcPct val="100000"/>
              </a:lnSpc>
              <a:spcBef>
                <a:spcPts val="0"/>
              </a:spcBef>
              <a:defRPr sz="4400">
                <a:solidFill>
                  <a:schemeClr val="tx1"/>
                </a:solidFill>
              </a:defRPr>
            </a:lvl2pPr>
            <a:lvl3pPr marL="804352" indent="-402176">
              <a:lnSpc>
                <a:spcPct val="100000"/>
              </a:lnSpc>
              <a:spcBef>
                <a:spcPts val="0"/>
              </a:spcBef>
              <a:defRPr sz="4400">
                <a:solidFill>
                  <a:schemeClr val="tx1"/>
                </a:solidFill>
              </a:defRPr>
            </a:lvl3pPr>
            <a:lvl4pPr marL="1115120" indent="-40217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3" y="576072"/>
            <a:ext cx="1216152" cy="1216152"/>
          </a:xfrm>
        </p:spPr>
        <p:txBody>
          <a:bodyPr anchor="ctr"/>
          <a:lstStyle>
            <a:lvl1pPr algn="ctr">
              <a:defRPr sz="1600"/>
            </a:lvl1pPr>
          </a:lstStyle>
          <a:p>
            <a:r>
              <a:rPr lang="en-US"/>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2"/>
            <a:ext cx="1216152" cy="1216152"/>
          </a:xfrm>
        </p:spPr>
        <p:txBody>
          <a:bodyPr anchor="ctr"/>
          <a:lstStyle>
            <a:lvl1pPr algn="ctr">
              <a:defRPr sz="1600"/>
            </a:lvl1pPr>
          </a:lstStyle>
          <a:p>
            <a:r>
              <a:rPr lang="en-US"/>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3" y="6477000"/>
            <a:ext cx="1216152" cy="1216152"/>
          </a:xfrm>
        </p:spPr>
        <p:txBody>
          <a:bodyPr anchor="ctr"/>
          <a:lstStyle>
            <a:lvl1pPr algn="ctr">
              <a:defRPr sz="1600"/>
            </a:lvl1pPr>
          </a:lstStyle>
          <a:p>
            <a:r>
              <a:rPr lang="en-US"/>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Consulting for Nestlé | IBM confidential</a:t>
            </a:r>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1999"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87036670"/>
      </p:ext>
    </p:extLst>
  </p:cSld>
  <p:clrMapOvr>
    <a:masterClrMapping/>
  </p:clrMapOvr>
  <p:transition spd="med"/>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1_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1" y="1682496"/>
            <a:ext cx="5715000" cy="2276856"/>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6" y="576072"/>
            <a:ext cx="4956175" cy="1141412"/>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41538943"/>
      </p:ext>
    </p:extLst>
  </p:cSld>
  <p:clrMapOvr>
    <a:masterClrMapping/>
  </p:clrMapOvr>
  <p:transition spd="med"/>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_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6" y="1527048"/>
            <a:ext cx="11044240" cy="2276856"/>
          </a:xfrm>
        </p:spPr>
        <p:txBody>
          <a:bodyPr rIns="457200"/>
          <a:lstStyle>
            <a:lvl1pPr>
              <a:lnSpc>
                <a:spcPct val="110000"/>
              </a:lnSpc>
              <a:defRPr sz="6396">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Consulting for Nestlé | IBM confidential</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6" y="576072"/>
            <a:ext cx="4956175" cy="448056"/>
          </a:xfrm>
        </p:spPr>
        <p:txBody>
          <a:bodyPr/>
          <a:lstStyle>
            <a:lvl1pPr>
              <a:defRPr sz="2800">
                <a:solidFill>
                  <a:schemeClr val="tx2"/>
                </a:solidFill>
              </a:defRPr>
            </a:lvl1pPr>
          </a:lstStyle>
          <a:p>
            <a:pPr lvl="0"/>
            <a:r>
              <a:rPr lang="en-GB"/>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14434753"/>
      </p:ext>
    </p:extLst>
  </p:cSld>
  <p:clrMapOvr>
    <a:masterClrMapping/>
  </p:clrMapOvr>
  <p:transition spd="med"/>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_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6" y="576072"/>
            <a:ext cx="4956175" cy="4573588"/>
          </a:xfrm>
        </p:spPr>
        <p:txBody>
          <a:bodyPr/>
          <a:lstStyle>
            <a:lvl1pPr>
              <a:lnSpc>
                <a:spcPct val="100000"/>
              </a:lnSpc>
              <a:defRPr sz="2800">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5"/>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39646778"/>
      </p:ext>
    </p:extLst>
  </p:cSld>
  <p:clrMapOvr>
    <a:masterClrMapping/>
  </p:clrMapOvr>
  <p:transition spd="med"/>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1_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6" y="384048"/>
            <a:ext cx="11050589" cy="4573588"/>
          </a:xfrm>
        </p:spPr>
        <p:txBody>
          <a:bodyPr rIns="457200"/>
          <a:lstStyle>
            <a:lvl1pPr>
              <a:lnSpc>
                <a:spcPct val="100000"/>
              </a:lnSpc>
              <a:defRPr>
                <a:solidFill>
                  <a:schemeClr val="tx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5"/>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3" y="6667503"/>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44867398"/>
      </p:ext>
    </p:extLst>
  </p:cSld>
  <p:clrMapOvr>
    <a:masterClrMapping/>
  </p:clrMapOvr>
  <p:transition spd="med"/>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1_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28" indent="-255928">
              <a:lnSpc>
                <a:spcPct val="110000"/>
              </a:lnSpc>
              <a:spcBef>
                <a:spcPts val="0"/>
              </a:spcBef>
              <a:defRPr sz="2800" b="0" i="0">
                <a:solidFill>
                  <a:schemeClr val="tx1"/>
                </a:solidFill>
                <a:latin typeface="IBM Plex Sans Light" panose="020B0403050203000203" pitchFamily="34" charset="0"/>
              </a:defRPr>
            </a:lvl2pPr>
            <a:lvl3pPr marL="511860" indent="-255928">
              <a:lnSpc>
                <a:spcPct val="110000"/>
              </a:lnSpc>
              <a:spcBef>
                <a:spcPts val="0"/>
              </a:spcBef>
              <a:defRPr sz="2800" b="0" i="0">
                <a:solidFill>
                  <a:schemeClr val="tx1"/>
                </a:solidFill>
                <a:latin typeface="IBM Plex Sans Light" panose="020B0403050203000203" pitchFamily="34" charset="0"/>
              </a:defRPr>
            </a:lvl3pPr>
            <a:lvl4pPr marL="767788" indent="-255928">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77805383"/>
      </p:ext>
    </p:extLst>
  </p:cSld>
  <p:clrMapOvr>
    <a:masterClrMapping/>
  </p:clrMapOvr>
  <p:transition spd="med"/>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_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3" y="576072"/>
            <a:ext cx="4949824" cy="28590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0" y="1333500"/>
            <a:ext cx="4953001" cy="38100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1" cy="38100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3"/>
            <a:ext cx="4951413" cy="3792682"/>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1" cy="3810000"/>
          </a:xfrm>
        </p:spPr>
        <p:txBody>
          <a:bodyPr/>
          <a:lstStyle>
            <a:lvl1pPr>
              <a:lnSpc>
                <a:spcPct val="110000"/>
              </a:lnSpc>
              <a:spcBef>
                <a:spcPts val="0"/>
              </a:spcBef>
              <a:defRPr sz="2400">
                <a:solidFill>
                  <a:schemeClr val="tx1"/>
                </a:solidFill>
              </a:defRPr>
            </a:lvl1pPr>
            <a:lvl2pPr marL="219368" indent="-219368">
              <a:lnSpc>
                <a:spcPct val="110000"/>
              </a:lnSpc>
              <a:spcBef>
                <a:spcPts val="0"/>
              </a:spcBef>
              <a:defRPr sz="2400">
                <a:solidFill>
                  <a:schemeClr val="tx1"/>
                </a:solidFill>
              </a:defRPr>
            </a:lvl2pPr>
            <a:lvl3pPr marL="438736" indent="-219368">
              <a:lnSpc>
                <a:spcPct val="110000"/>
              </a:lnSpc>
              <a:spcBef>
                <a:spcPts val="0"/>
              </a:spcBef>
              <a:defRPr sz="2400">
                <a:solidFill>
                  <a:schemeClr val="tx1"/>
                </a:solidFill>
              </a:defRPr>
            </a:lvl3pPr>
            <a:lvl4pPr marL="658104" indent="-219368">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5"/>
            <a:ext cx="402336" cy="403226"/>
          </a:xfrm>
        </p:spPr>
        <p:txBody>
          <a:bodyPr/>
          <a:lstStyle>
            <a:lvl1pPr>
              <a:defRPr sz="1400">
                <a:solidFill>
                  <a:schemeClr val="tx1"/>
                </a:solidFill>
              </a:defRPr>
            </a:lvl1pPr>
          </a:lstStyle>
          <a:p>
            <a:r>
              <a:rPr lang="en-US"/>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2" y="576075"/>
            <a:ext cx="402336" cy="403226"/>
          </a:xfrm>
        </p:spPr>
        <p:txBody>
          <a:bodyPr/>
          <a:lstStyle>
            <a:lvl1pPr>
              <a:defRPr sz="1400">
                <a:solidFill>
                  <a:schemeClr val="tx1"/>
                </a:solidFill>
              </a:defRPr>
            </a:lvl1pPr>
          </a:lstStyle>
          <a:p>
            <a:r>
              <a:rPr lang="en-US"/>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5"/>
            <a:ext cx="402336" cy="403226"/>
          </a:xfrm>
        </p:spPr>
        <p:txBody>
          <a:bodyPr/>
          <a:lstStyle>
            <a:lvl1pPr>
              <a:defRPr sz="1400">
                <a:solidFill>
                  <a:schemeClr val="tx1"/>
                </a:solidFill>
              </a:defRPr>
            </a:lvl1pPr>
          </a:lstStyle>
          <a:p>
            <a:r>
              <a:rPr lang="en-US"/>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2" y="6694631"/>
            <a:ext cx="402336" cy="403226"/>
          </a:xfrm>
        </p:spPr>
        <p:txBody>
          <a:bodyPr/>
          <a:lstStyle>
            <a:lvl1pPr>
              <a:defRPr sz="1400">
                <a:solidFill>
                  <a:schemeClr val="tx1"/>
                </a:solidFill>
              </a:defRPr>
            </a:lvl1pPr>
          </a:lstStyle>
          <a:p>
            <a:r>
              <a:rPr lang="en-US"/>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Consulting for Nestlé | IBM confidential</a:t>
            </a:r>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3"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11717500"/>
      </p:ext>
    </p:extLst>
  </p:cSld>
  <p:clrMapOvr>
    <a:masterClrMapping/>
  </p:clrMapOvr>
  <p:transition spd="med"/>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1_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6" y="384051"/>
            <a:ext cx="11039475" cy="3413126"/>
          </a:xfrm>
        </p:spPr>
        <p:txBody>
          <a:bodyPr rIns="457200"/>
          <a:lstStyle>
            <a:lvl1pPr>
              <a:lnSpc>
                <a:spcPct val="100000"/>
              </a:lnSpc>
              <a:defRPr sz="6396">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1" y="6665976"/>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15787546"/>
      </p:ext>
    </p:extLst>
  </p:cSld>
  <p:clrMapOvr>
    <a:masterClrMapping/>
  </p:clrMapOvr>
  <p:transition spd="med"/>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1_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3" y="576075"/>
            <a:ext cx="4949824" cy="3413126"/>
          </a:xfrm>
        </p:spPr>
        <p:txBody>
          <a:bodyPr rIns="0"/>
          <a:lstStyle>
            <a:lvl1pPr>
              <a:lnSpc>
                <a:spcPct val="110000"/>
              </a:lnSpc>
              <a:defRPr sz="3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59" y="6667500"/>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28" indent="-255928">
              <a:spcBef>
                <a:spcPts val="0"/>
              </a:spcBef>
              <a:defRPr sz="2800">
                <a:solidFill>
                  <a:schemeClr val="tx1"/>
                </a:solidFill>
              </a:defRPr>
            </a:lvl2pPr>
            <a:lvl3pPr marL="511860" indent="-255928">
              <a:spcBef>
                <a:spcPts val="0"/>
              </a:spcBef>
              <a:defRPr sz="2800">
                <a:solidFill>
                  <a:schemeClr val="tx1"/>
                </a:solidFill>
              </a:defRPr>
            </a:lvl3pPr>
            <a:lvl4pPr marL="767788" indent="-255928">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Consulting for Nestlé | IBM confidential</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87379430"/>
      </p:ext>
    </p:extLst>
  </p:cSld>
  <p:clrMapOvr>
    <a:masterClrMapping/>
  </p:clrMapOvr>
  <p:transition spd="med"/>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1_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6" y="3429000"/>
            <a:ext cx="4956175" cy="8572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Consulting for Nestlé | IBM confidential</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3"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839265102"/>
      </p:ext>
    </p:extLst>
  </p:cSld>
  <p:clrMapOvr>
    <a:masterClrMapping/>
  </p:clrMapOvr>
  <p:transition spd="med"/>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1_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411751" y="12904631"/>
            <a:ext cx="400750" cy="246222"/>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6" y="3429000"/>
            <a:ext cx="4956175" cy="8572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3"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009074912"/>
      </p:ext>
    </p:extLst>
  </p:cSld>
  <p:clrMapOvr>
    <a:masterClrMapping/>
  </p:clrMapOvr>
  <p:transition spd="med"/>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1_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411751" y="12904631"/>
            <a:ext cx="400750" cy="246222"/>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6" y="3429000"/>
            <a:ext cx="4956175" cy="8572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Consulting for Nestlé | IBM confidential</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3" y="565151"/>
            <a:ext cx="17151351" cy="125793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4014263881"/>
      </p:ext>
    </p:extLst>
  </p:cSld>
  <p:clrMapOvr>
    <a:masterClrMapping/>
  </p:clrMapOvr>
  <p:transition spd="med"/>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1_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4" y="6121400"/>
            <a:ext cx="2473324" cy="2476500"/>
          </a:xfrm>
          <a:solidFill>
            <a:srgbClr val="E0E0E0"/>
          </a:solidFill>
        </p:spPr>
        <p:txBody>
          <a:bodyPr anchor="ctr"/>
          <a:lstStyle>
            <a:lvl1pPr marL="0" marR="0" indent="0" algn="ctr" defTabSz="2437424"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424"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4" y="6121400"/>
            <a:ext cx="5708649" cy="2476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4" y="9525000"/>
            <a:ext cx="2473324" cy="2476500"/>
          </a:xfrm>
          <a:solidFill>
            <a:srgbClr val="E0E0E0"/>
          </a:solidFill>
        </p:spPr>
        <p:txBody>
          <a:bodyPr anchor="ctr"/>
          <a:lstStyle>
            <a:lvl1pPr marL="0" marR="0" indent="0" algn="ctr" defTabSz="2437424"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424"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4" y="9525002"/>
            <a:ext cx="5708649" cy="2476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Consulting for Nestlé | IBM confidential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4" y="2667000"/>
            <a:ext cx="2473324"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4" y="2667000"/>
            <a:ext cx="5708649" cy="2476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4" y="6121400"/>
            <a:ext cx="2473324" cy="2476500"/>
          </a:xfrm>
          <a:solidFill>
            <a:srgbClr val="E0E0E0"/>
          </a:solidFill>
        </p:spPr>
        <p:txBody>
          <a:bodyPr anchor="ctr"/>
          <a:lstStyle>
            <a:lvl1pPr marL="0" marR="0" indent="0" algn="ctr" defTabSz="2437424"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424"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8" y="6121400"/>
            <a:ext cx="5708649" cy="2476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4" y="9525000"/>
            <a:ext cx="2473324" cy="2476500"/>
          </a:xfrm>
          <a:solidFill>
            <a:srgbClr val="E0E0E0"/>
          </a:solidFill>
        </p:spPr>
        <p:txBody>
          <a:bodyPr anchor="ctr"/>
          <a:lstStyle>
            <a:lvl1pPr marL="0" marR="0" indent="0" algn="ctr" defTabSz="2437424"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424"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8" y="9525002"/>
            <a:ext cx="5708649" cy="2476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4" y="2667000"/>
            <a:ext cx="2473324" cy="2476500"/>
          </a:xfrm>
          <a:solidFill>
            <a:srgbClr val="E0E0E0"/>
          </a:solidFill>
        </p:spPr>
        <p:txBody>
          <a:bodyPr anchor="ctr"/>
          <a:lstStyle>
            <a:lvl1pPr marL="0" marR="0" indent="0" algn="ctr" defTabSz="2437424"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424"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8" y="2667000"/>
            <a:ext cx="5708649" cy="2476500"/>
          </a:xfrm>
        </p:spPr>
        <p:txBody>
          <a:bodyPr/>
          <a:lstStyle>
            <a:lvl1pPr>
              <a:lnSpc>
                <a:spcPct val="110000"/>
              </a:lnSpc>
              <a:spcBef>
                <a:spcPts val="0"/>
              </a:spcBef>
              <a:defRPr sz="2800">
                <a:solidFill>
                  <a:schemeClr val="tx1"/>
                </a:solidFill>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45032543"/>
      </p:ext>
    </p:extLst>
  </p:cSld>
  <p:clrMapOvr>
    <a:masterClrMapping/>
  </p:clrMapOvr>
  <p:transition spd="med"/>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1_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6" y="384048"/>
            <a:ext cx="4956175" cy="2859088"/>
          </a:xfrm>
        </p:spPr>
        <p:txBody>
          <a:bodyPr/>
          <a:lstStyle>
            <a:lvl1pPr>
              <a:lnSpc>
                <a:spcPct val="90000"/>
              </a:lnSpc>
              <a:spcBef>
                <a:spcPts val="0"/>
              </a:spcBef>
              <a:defRPr sz="6396">
                <a:solidFill>
                  <a:schemeClr val="tx2"/>
                </a:solidFill>
              </a:defRPr>
            </a:lvl1pPr>
            <a:lvl2pPr>
              <a:lnSpc>
                <a:spcPct val="100000"/>
              </a:lnSpc>
              <a:spcBef>
                <a:spcPts val="0"/>
              </a:spcBef>
              <a:defRPr sz="6396">
                <a:solidFill>
                  <a:schemeClr val="tx1"/>
                </a:solidFill>
              </a:defRPr>
            </a:lvl2pPr>
            <a:lvl3pPr>
              <a:lnSpc>
                <a:spcPct val="100000"/>
              </a:lnSpc>
              <a:spcBef>
                <a:spcPts val="0"/>
              </a:spcBef>
              <a:defRPr sz="6396">
                <a:solidFill>
                  <a:schemeClr val="tx1"/>
                </a:solidFill>
              </a:defRPr>
            </a:lvl3pPr>
            <a:lvl4pPr>
              <a:lnSpc>
                <a:spcPct val="100000"/>
              </a:lnSpc>
              <a:spcBef>
                <a:spcPts val="0"/>
              </a:spcBef>
              <a:defRPr sz="6396">
                <a:solidFill>
                  <a:schemeClr val="tx1"/>
                </a:solidFill>
              </a:defRPr>
            </a:lvl4pPr>
            <a:lvl5pPr>
              <a:lnSpc>
                <a:spcPct val="100000"/>
              </a:lnSpc>
              <a:spcBef>
                <a:spcPts val="0"/>
              </a:spcBef>
              <a:defRPr sz="6396">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44" indent="-146244">
              <a:lnSpc>
                <a:spcPct val="120000"/>
              </a:lnSpc>
              <a:spcBef>
                <a:spcPts val="0"/>
              </a:spcBef>
              <a:defRPr sz="1600" b="0" i="0">
                <a:solidFill>
                  <a:schemeClr val="tx1"/>
                </a:solidFill>
                <a:latin typeface="IBM Plex Sans" panose="020B0503050203000203" pitchFamily="34" charset="0"/>
              </a:defRPr>
            </a:lvl2pPr>
            <a:lvl3pPr marL="292492" indent="-146244">
              <a:lnSpc>
                <a:spcPct val="120000"/>
              </a:lnSpc>
              <a:spcBef>
                <a:spcPts val="0"/>
              </a:spcBef>
              <a:defRPr sz="1600" b="0" i="0">
                <a:solidFill>
                  <a:schemeClr val="tx1"/>
                </a:solidFill>
                <a:latin typeface="IBM Plex Sans" panose="020B0503050203000203" pitchFamily="34" charset="0"/>
              </a:defRPr>
            </a:lvl3pPr>
            <a:lvl4pPr marL="438736" indent="-14624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Consulting for Nestlé | IBM confidential</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77306212"/>
      </p:ext>
    </p:extLst>
  </p:cSld>
  <p:clrMapOvr>
    <a:masterClrMapping/>
  </p:clrMapOvr>
  <p:transition spd="med"/>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1_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6" y="384048"/>
            <a:ext cx="4956175" cy="2859088"/>
          </a:xfrm>
        </p:spPr>
        <p:txBody>
          <a:bodyPr/>
          <a:lstStyle>
            <a:lvl1pPr>
              <a:lnSpc>
                <a:spcPct val="90000"/>
              </a:lnSpc>
              <a:spcBef>
                <a:spcPts val="0"/>
              </a:spcBef>
              <a:defRPr sz="6396">
                <a:solidFill>
                  <a:schemeClr val="tx2"/>
                </a:solidFill>
              </a:defRPr>
            </a:lvl1pPr>
            <a:lvl2pPr>
              <a:lnSpc>
                <a:spcPct val="100000"/>
              </a:lnSpc>
              <a:spcBef>
                <a:spcPts val="0"/>
              </a:spcBef>
              <a:defRPr sz="6396">
                <a:solidFill>
                  <a:schemeClr val="tx1"/>
                </a:solidFill>
              </a:defRPr>
            </a:lvl2pPr>
            <a:lvl3pPr>
              <a:lnSpc>
                <a:spcPct val="100000"/>
              </a:lnSpc>
              <a:spcBef>
                <a:spcPts val="0"/>
              </a:spcBef>
              <a:defRPr sz="6396">
                <a:solidFill>
                  <a:schemeClr val="tx1"/>
                </a:solidFill>
              </a:defRPr>
            </a:lvl3pPr>
            <a:lvl4pPr>
              <a:lnSpc>
                <a:spcPct val="100000"/>
              </a:lnSpc>
              <a:spcBef>
                <a:spcPts val="0"/>
              </a:spcBef>
              <a:defRPr sz="6396">
                <a:solidFill>
                  <a:schemeClr val="tx1"/>
                </a:solidFill>
              </a:defRPr>
            </a:lvl4pPr>
            <a:lvl5pPr>
              <a:lnSpc>
                <a:spcPct val="100000"/>
              </a:lnSpc>
              <a:spcBef>
                <a:spcPts val="0"/>
              </a:spcBef>
              <a:defRPr sz="6396">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44" indent="-146244">
              <a:lnSpc>
                <a:spcPct val="120000"/>
              </a:lnSpc>
              <a:spcBef>
                <a:spcPts val="0"/>
              </a:spcBef>
              <a:defRPr sz="1600" b="0" i="0">
                <a:solidFill>
                  <a:schemeClr val="tx1"/>
                </a:solidFill>
                <a:latin typeface="IBM Plex Sans" panose="020B0503050203000203" pitchFamily="34" charset="0"/>
              </a:defRPr>
            </a:lvl2pPr>
            <a:lvl3pPr marL="292492" indent="-146244">
              <a:lnSpc>
                <a:spcPct val="120000"/>
              </a:lnSpc>
              <a:spcBef>
                <a:spcPts val="0"/>
              </a:spcBef>
              <a:defRPr sz="1600" b="0" i="0">
                <a:solidFill>
                  <a:schemeClr val="tx1"/>
                </a:solidFill>
                <a:latin typeface="IBM Plex Sans" panose="020B0503050203000203" pitchFamily="34" charset="0"/>
              </a:defRPr>
            </a:lvl3pPr>
            <a:lvl4pPr marL="438736" indent="-14624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7" y="12804776"/>
            <a:ext cx="4956175" cy="381000"/>
          </a:xfrm>
        </p:spPr>
        <p:txBody>
          <a:bodyPr/>
          <a:lstStyle/>
          <a:p>
            <a:r>
              <a:rPr lang="en-US"/>
              <a:t>IBM Consulting for Nestlé | IBM confidential</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44" indent="-146244">
              <a:lnSpc>
                <a:spcPct val="120000"/>
              </a:lnSpc>
              <a:spcBef>
                <a:spcPts val="0"/>
              </a:spcBef>
              <a:defRPr sz="1600" b="0" i="0">
                <a:solidFill>
                  <a:schemeClr val="tx1"/>
                </a:solidFill>
                <a:latin typeface="IBM Plex Sans" panose="020B0503050203000203" pitchFamily="34" charset="0"/>
              </a:defRPr>
            </a:lvl2pPr>
            <a:lvl3pPr marL="292492" indent="-146244">
              <a:lnSpc>
                <a:spcPct val="120000"/>
              </a:lnSpc>
              <a:spcBef>
                <a:spcPts val="0"/>
              </a:spcBef>
              <a:defRPr sz="1600" b="0" i="0">
                <a:solidFill>
                  <a:schemeClr val="tx1"/>
                </a:solidFill>
                <a:latin typeface="IBM Plex Sans" panose="020B0503050203000203" pitchFamily="34" charset="0"/>
              </a:defRPr>
            </a:lvl3pPr>
            <a:lvl4pPr marL="438736" indent="-14624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38866196"/>
      </p:ext>
    </p:extLst>
  </p:cSld>
  <p:clrMapOvr>
    <a:masterClrMapping/>
  </p:clrMapOvr>
  <p:transition spd="med"/>
</p:sldLayout>
</file>

<file path=ppt/slideLayouts/slideLayout301.xml><?xml version="1.0" encoding="utf-8"?>
<p:sldLayout xmlns:a="http://schemas.openxmlformats.org/drawingml/2006/main" xmlns:r="http://schemas.openxmlformats.org/officeDocument/2006/relationships" xmlns:p="http://schemas.openxmlformats.org/presentationml/2006/main" userDrawn="1">
  <p:cSld name="2_Blank slide + bg">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04C368F-0A2B-62F6-52C1-86D0B77A0063}"/>
              </a:ext>
            </a:extLst>
          </p:cNvPr>
          <p:cNvSpPr/>
          <p:nvPr userDrawn="1"/>
        </p:nvSpPr>
        <p:spPr bwMode="auto">
          <a:xfrm>
            <a:off x="3" y="0"/>
            <a:ext cx="6096000" cy="1371600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16" tIns="91416" rIns="91416" bIns="91416" numCol="1" rtlCol="0" anchor="t"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5999" y="818967"/>
            <a:ext cx="4948500" cy="1446678"/>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4"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51" y="129515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1" y="261859"/>
            <a:ext cx="5519999" cy="318998"/>
          </a:xfrm>
        </p:spPr>
        <p:txBody>
          <a:bodyPr wrap="square">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2492727595"/>
      </p:ext>
    </p:extLst>
  </p:cSld>
  <p:clrMapOvr>
    <a:masterClrMapping/>
  </p:clrMapOvr>
  <p:transition spd="med"/>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6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5"/>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039769289"/>
      </p:ext>
    </p:extLst>
  </p:cSld>
  <p:clrMapOvr>
    <a:masterClrMapping/>
  </p:clrMapOvr>
  <p:transition spd="med"/>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4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5"/>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6"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41"/>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7"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087061878"/>
      </p:ext>
    </p:extLst>
  </p:cSld>
  <p:clrMapOvr>
    <a:masterClrMapping/>
  </p:clrMapOvr>
  <p:transition spd="med"/>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10_Blank slid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4" y="12816000"/>
            <a:ext cx="4956175" cy="381000"/>
          </a:xfrm>
        </p:spPr>
        <p:txBody>
          <a:bodyPr/>
          <a:lstStyle/>
          <a:p>
            <a:pPr defTabSz="1828434">
              <a:defRPr/>
            </a:pPr>
            <a:r>
              <a:rPr lang="en-US">
                <a:solidFill>
                  <a:srgbClr val="000000"/>
                </a:solidFill>
              </a:rPr>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50" y="12951541"/>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pPr defTabSz="1828434">
              <a:defRPr/>
            </a:pPr>
            <a:fld id="{86CB4B4D-7CA3-9044-876B-883B54F8677D}" type="slidenum">
              <a:rPr lang="en-US" smtClean="0">
                <a:solidFill>
                  <a:srgbClr val="000000"/>
                </a:solidFill>
              </a:rPr>
              <a:pPr defTabSz="1828434">
                <a:defRPr/>
              </a:pPr>
              <a:t>‹#›</a:t>
            </a:fld>
            <a:endParaRPr lang="en-US">
              <a:solidFill>
                <a:srgbClr val="000000"/>
              </a:solidFill>
            </a:endParaRPr>
          </a:p>
        </p:txBody>
      </p:sp>
      <p:pic>
        <p:nvPicPr>
          <p:cNvPr id="5" name="Picture 4" descr="A blue and black rectangle  AI-generated content may be incorrect.">
            <a:extLst>
              <a:ext uri="{FF2B5EF4-FFF2-40B4-BE49-F238E27FC236}">
                <a16:creationId xmlns:a16="http://schemas.microsoft.com/office/drawing/2014/main" id="{75DCDBD9-5283-6074-3321-82EDDBC737EA}"/>
              </a:ext>
            </a:extLst>
          </p:cNvPr>
          <p:cNvPicPr>
            <a:picLocks noChangeAspect="1"/>
          </p:cNvPicPr>
          <p:nvPr userDrawn="1"/>
        </p:nvPicPr>
        <p:blipFill>
          <a:blip r:embed="rId2"/>
          <a:stretch>
            <a:fillRect/>
          </a:stretch>
        </p:blipFill>
        <p:spPr>
          <a:xfrm>
            <a:off x="5586" y="1"/>
            <a:ext cx="24381592" cy="13719142"/>
          </a:xfrm>
          <a:prstGeom prst="rect">
            <a:avLst/>
          </a:prstGeom>
        </p:spPr>
      </p:pic>
    </p:spTree>
    <p:extLst>
      <p:ext uri="{BB962C8B-B14F-4D97-AF65-F5344CB8AC3E}">
        <p14:creationId xmlns:p14="http://schemas.microsoft.com/office/powerpoint/2010/main" val="1455986875"/>
      </p:ext>
    </p:extLst>
  </p:cSld>
  <p:clrMapOvr>
    <a:masterClrMapping/>
  </p:clrMapOvr>
  <p:transition spd="med"/>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9_Blank slid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4" y="12816000"/>
            <a:ext cx="4956175" cy="381000"/>
          </a:xfrm>
        </p:spPr>
        <p:txBody>
          <a:bodyPr/>
          <a:lstStyle/>
          <a:p>
            <a:pPr defTabSz="1828434">
              <a:defRPr/>
            </a:pPr>
            <a:r>
              <a:rPr lang="en-US">
                <a:solidFill>
                  <a:srgbClr val="000000"/>
                </a:solidFill>
              </a:rPr>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50" y="12951541"/>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pPr defTabSz="1828434">
              <a:defRPr/>
            </a:pPr>
            <a:fld id="{86CB4B4D-7CA3-9044-876B-883B54F8677D}" type="slidenum">
              <a:rPr lang="en-US" smtClean="0">
                <a:solidFill>
                  <a:srgbClr val="000000"/>
                </a:solidFill>
              </a:rPr>
              <a:pPr defTabSz="1828434">
                <a:defRPr/>
              </a:pPr>
              <a:t>‹#›</a:t>
            </a:fld>
            <a:endParaRPr lang="en-US">
              <a:solidFill>
                <a:srgbClr val="000000"/>
              </a:solidFill>
            </a:endParaRPr>
          </a:p>
        </p:txBody>
      </p:sp>
      <p:pic>
        <p:nvPicPr>
          <p:cNvPr id="5" name="Picture 4">
            <a:extLst>
              <a:ext uri="{FF2B5EF4-FFF2-40B4-BE49-F238E27FC236}">
                <a16:creationId xmlns:a16="http://schemas.microsoft.com/office/drawing/2014/main" id="{3662480A-9EC6-D880-F091-930DD40E51DA}"/>
              </a:ext>
            </a:extLst>
          </p:cNvPr>
          <p:cNvPicPr>
            <a:picLocks noChangeAspect="1"/>
          </p:cNvPicPr>
          <p:nvPr userDrawn="1"/>
        </p:nvPicPr>
        <p:blipFill>
          <a:blip r:embed="rId2"/>
          <a:srcRect/>
          <a:stretch/>
        </p:blipFill>
        <p:spPr>
          <a:xfrm>
            <a:off x="2" y="1355"/>
            <a:ext cx="24389579" cy="13714642"/>
          </a:xfrm>
          <a:prstGeom prst="rect">
            <a:avLst/>
          </a:prstGeom>
        </p:spPr>
      </p:pic>
    </p:spTree>
    <p:extLst>
      <p:ext uri="{BB962C8B-B14F-4D97-AF65-F5344CB8AC3E}">
        <p14:creationId xmlns:p14="http://schemas.microsoft.com/office/powerpoint/2010/main" val="2887041423"/>
      </p:ext>
    </p:extLst>
  </p:cSld>
  <p:clrMapOvr>
    <a:masterClrMapping/>
  </p:clrMapOvr>
  <p:transition spd="med"/>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2_End slide">
    <p:bg>
      <p:bgPr>
        <a:solidFill>
          <a:srgbClr val="D0E2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336688"/>
      </p:ext>
    </p:extLst>
  </p:cSld>
  <p:clrMapOvr>
    <a:masterClrMapping/>
  </p:clrMapOvr>
  <p:transition spd="med"/>
</p:sldLayout>
</file>

<file path=ppt/slideLayouts/slideLayout307.xml><?xml version="1.0" encoding="utf-8"?>
<p:sldLayout xmlns:a="http://schemas.openxmlformats.org/drawingml/2006/main" xmlns:r="http://schemas.openxmlformats.org/officeDocument/2006/relationships" xmlns:p="http://schemas.openxmlformats.org/presentationml/2006/main" userDrawn="1">
  <p:cSld name="3_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50"/>
            <a:ext cx="7343284" cy="2027440"/>
          </a:xfrm>
        </p:spPr>
        <p:txBody>
          <a:bodyPr/>
          <a:lstStyle>
            <a:lvl1pPr>
              <a:lnSpc>
                <a:spcPct val="100000"/>
              </a:lnSpc>
              <a:defRPr sz="6396">
                <a:solidFill>
                  <a:schemeClr val="tx2"/>
                </a:solidFill>
              </a:defRPr>
            </a:lvl1pPr>
          </a:lstStyle>
          <a:p>
            <a:r>
              <a:rPr lang="en-US"/>
              <a:t>Click to edit Master title style</a:t>
            </a:r>
          </a:p>
        </p:txBody>
      </p:sp>
      <p:sp>
        <p:nvSpPr>
          <p:cNvPr id="32" name="Footer Placeholder 4">
            <a:extLst>
              <a:ext uri="{FF2B5EF4-FFF2-40B4-BE49-F238E27FC236}">
                <a16:creationId xmlns:a16="http://schemas.microsoft.com/office/drawing/2014/main" id="{9F4232EC-0728-F4F4-CA87-86D2C1A67333}"/>
              </a:ext>
            </a:extLst>
          </p:cNvPr>
          <p:cNvSpPr txBox="1">
            <a:spLocks/>
          </p:cNvSpPr>
          <p:nvPr userDrawn="1"/>
        </p:nvSpPr>
        <p:spPr>
          <a:xfrm>
            <a:off x="557414"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sz="1600"/>
              <a:t>JDE &amp; IBM Confidential | July 2025</a:t>
            </a:r>
          </a:p>
        </p:txBody>
      </p:sp>
      <p:sp>
        <p:nvSpPr>
          <p:cNvPr id="3" name="Footer Placeholder 4">
            <a:extLst>
              <a:ext uri="{FF2B5EF4-FFF2-40B4-BE49-F238E27FC236}">
                <a16:creationId xmlns:a16="http://schemas.microsoft.com/office/drawing/2014/main" id="{2944A531-3719-40EB-C53B-E17D961A1139}"/>
              </a:ext>
            </a:extLst>
          </p:cNvPr>
          <p:cNvSpPr txBox="1">
            <a:spLocks/>
          </p:cNvSpPr>
          <p:nvPr userDrawn="1"/>
        </p:nvSpPr>
        <p:spPr>
          <a:xfrm>
            <a:off x="18648191"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r"/>
            <a:fld id="{5523F155-E861-AF4F-962D-84E50D15ED03}" type="slidenum">
              <a:rPr lang="en-US" sz="1600" smtClean="0"/>
              <a:pPr algn="r"/>
              <a:t>‹#›</a:t>
            </a:fld>
            <a:endParaRPr lang="en-US" sz="1600"/>
          </a:p>
        </p:txBody>
      </p:sp>
    </p:spTree>
    <p:extLst>
      <p:ext uri="{BB962C8B-B14F-4D97-AF65-F5344CB8AC3E}">
        <p14:creationId xmlns:p14="http://schemas.microsoft.com/office/powerpoint/2010/main" val="746451369"/>
      </p:ext>
    </p:extLst>
  </p:cSld>
  <p:clrMapOvr>
    <a:masterClrMapping/>
  </p:clrMapOvr>
  <p:transition spd="med"/>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2_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4" y="1049274"/>
            <a:ext cx="20759929" cy="1330452"/>
          </a:xfrm>
        </p:spPr>
        <p:txBody>
          <a:bodyPr rIns="457200"/>
          <a:lstStyle>
            <a:lvl1pPr>
              <a:lnSpc>
                <a:spcPct val="100000"/>
              </a:lnSpc>
              <a:defRPr b="0" i="0">
                <a:solidFill>
                  <a:schemeClr val="tx2"/>
                </a:solidFill>
                <a:latin typeface="IBM Plex Sans" panose="020B0503050203000203" pitchFamily="34" charset="0"/>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576071" y="3429000"/>
            <a:ext cx="4953001" cy="515472"/>
          </a:xfrm>
        </p:spPr>
        <p:txBody>
          <a:bodyPr/>
          <a:lstStyle>
            <a:lvl1pPr>
              <a:lnSpc>
                <a:spcPct val="110000"/>
              </a:lnSpc>
              <a:spcBef>
                <a:spcPts val="0"/>
              </a:spcBef>
              <a:defRPr sz="2800" b="0" i="0">
                <a:solidFill>
                  <a:schemeClr val="tx1"/>
                </a:solidFill>
                <a:latin typeface="IBM Plex Sans Medm" panose="020B0503050203000203" pitchFamily="34" charset="0"/>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576071" y="4230614"/>
            <a:ext cx="11042842" cy="77661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2768263" y="4230615"/>
            <a:ext cx="11047412" cy="777088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08" indent="-182808">
              <a:lnSpc>
                <a:spcPct val="110000"/>
              </a:lnSpc>
              <a:spcBef>
                <a:spcPts val="0"/>
              </a:spcBef>
              <a:defRPr sz="2000" b="0" i="0">
                <a:solidFill>
                  <a:schemeClr val="tx1"/>
                </a:solidFill>
                <a:latin typeface="IBM Plex Sans" panose="020B0503050203000203" pitchFamily="34" charset="0"/>
              </a:defRPr>
            </a:lvl2pPr>
            <a:lvl3pPr marL="365612" indent="-182808">
              <a:lnSpc>
                <a:spcPct val="110000"/>
              </a:lnSpc>
              <a:spcBef>
                <a:spcPts val="0"/>
              </a:spcBef>
              <a:defRPr sz="2000" b="0" i="0">
                <a:solidFill>
                  <a:schemeClr val="tx1"/>
                </a:solidFill>
                <a:latin typeface="IBM Plex Sans" panose="020B0503050203000203" pitchFamily="34" charset="0"/>
              </a:defRPr>
            </a:lvl3pPr>
            <a:lvl4pPr marL="548420" indent="-18280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411749" y="12938841"/>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5" name="Text Placeholder 9">
            <a:extLst>
              <a:ext uri="{FF2B5EF4-FFF2-40B4-BE49-F238E27FC236}">
                <a16:creationId xmlns:a16="http://schemas.microsoft.com/office/drawing/2014/main" id="{C628A713-FFC3-CDF4-DAB4-43BF9CE90873}"/>
              </a:ext>
            </a:extLst>
          </p:cNvPr>
          <p:cNvSpPr>
            <a:spLocks noGrp="1"/>
          </p:cNvSpPr>
          <p:nvPr>
            <p:ph type="body" sz="quarter" idx="21"/>
          </p:nvPr>
        </p:nvSpPr>
        <p:spPr>
          <a:xfrm>
            <a:off x="12768262" y="3430178"/>
            <a:ext cx="4953001" cy="515472"/>
          </a:xfrm>
        </p:spPr>
        <p:txBody>
          <a:bodyPr/>
          <a:lstStyle>
            <a:lvl1pPr>
              <a:lnSpc>
                <a:spcPct val="110000"/>
              </a:lnSpc>
              <a:spcBef>
                <a:spcPts val="0"/>
              </a:spcBef>
              <a:defRPr sz="2800" b="0" i="0">
                <a:solidFill>
                  <a:schemeClr val="tx1"/>
                </a:solidFill>
                <a:latin typeface="IBM Plex Sans Medm" panose="020B0503050203000203" pitchFamily="34" charset="0"/>
              </a:defRPr>
            </a:lvl1pPr>
            <a:lvl2pPr marL="255928" indent="-255928">
              <a:lnSpc>
                <a:spcPct val="110000"/>
              </a:lnSpc>
              <a:spcBef>
                <a:spcPts val="0"/>
              </a:spcBef>
              <a:defRPr sz="2800">
                <a:solidFill>
                  <a:schemeClr val="tx1"/>
                </a:solidFill>
              </a:defRPr>
            </a:lvl2pPr>
            <a:lvl3pPr marL="511860" indent="-255928">
              <a:lnSpc>
                <a:spcPct val="110000"/>
              </a:lnSpc>
              <a:spcBef>
                <a:spcPts val="0"/>
              </a:spcBef>
              <a:defRPr sz="2800">
                <a:solidFill>
                  <a:schemeClr val="tx1"/>
                </a:solidFill>
              </a:defRPr>
            </a:lvl3pPr>
            <a:lvl4pPr marL="767788" indent="-255928">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p:txBody>
      </p:sp>
      <p:sp>
        <p:nvSpPr>
          <p:cNvPr id="3" name="Rectangle 2">
            <a:extLst>
              <a:ext uri="{FF2B5EF4-FFF2-40B4-BE49-F238E27FC236}">
                <a16:creationId xmlns:a16="http://schemas.microsoft.com/office/drawing/2014/main" id="{6CAA3A9B-3DE8-1D1A-4EA4-FFC272369B50}"/>
              </a:ext>
            </a:extLst>
          </p:cNvPr>
          <p:cNvSpPr/>
          <p:nvPr userDrawn="1"/>
        </p:nvSpPr>
        <p:spPr bwMode="auto">
          <a:xfrm>
            <a:off x="2339873" y="596286"/>
            <a:ext cx="2468561" cy="2794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02 Geographical Coverage</a:t>
            </a:r>
          </a:p>
        </p:txBody>
      </p:sp>
      <p:sp>
        <p:nvSpPr>
          <p:cNvPr id="8" name="Rectangle 7">
            <a:extLst>
              <a:ext uri="{FF2B5EF4-FFF2-40B4-BE49-F238E27FC236}">
                <a16:creationId xmlns:a16="http://schemas.microsoft.com/office/drawing/2014/main" id="{1E034B44-7AA6-DDC2-2FAE-0F30CAC66A60}"/>
              </a:ext>
            </a:extLst>
          </p:cNvPr>
          <p:cNvSpPr/>
          <p:nvPr userDrawn="1"/>
        </p:nvSpPr>
        <p:spPr bwMode="auto">
          <a:xfrm>
            <a:off x="5386010" y="596286"/>
            <a:ext cx="2887662" cy="27828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03 Product and Services Range</a:t>
            </a:r>
          </a:p>
        </p:txBody>
      </p:sp>
      <p:sp>
        <p:nvSpPr>
          <p:cNvPr id="11" name="Rectangle 10">
            <a:extLst>
              <a:ext uri="{FF2B5EF4-FFF2-40B4-BE49-F238E27FC236}">
                <a16:creationId xmlns:a16="http://schemas.microsoft.com/office/drawing/2014/main" id="{9B4AF328-3C51-DC5D-C6AB-0A6ADF86F379}"/>
              </a:ext>
            </a:extLst>
          </p:cNvPr>
          <p:cNvSpPr/>
          <p:nvPr userDrawn="1"/>
        </p:nvSpPr>
        <p:spPr bwMode="auto">
          <a:xfrm>
            <a:off x="8851247" y="596286"/>
            <a:ext cx="2468561"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04 Remuneration Models</a:t>
            </a:r>
          </a:p>
        </p:txBody>
      </p:sp>
      <p:sp>
        <p:nvSpPr>
          <p:cNvPr id="12" name="Rectangle 11">
            <a:extLst>
              <a:ext uri="{FF2B5EF4-FFF2-40B4-BE49-F238E27FC236}">
                <a16:creationId xmlns:a16="http://schemas.microsoft.com/office/drawing/2014/main" id="{D01EC1D3-BD72-4A26-7EA2-63C2B41398FC}"/>
              </a:ext>
            </a:extLst>
          </p:cNvPr>
          <p:cNvSpPr/>
          <p:nvPr userDrawn="1"/>
        </p:nvSpPr>
        <p:spPr bwMode="auto">
          <a:xfrm>
            <a:off x="11897386" y="596286"/>
            <a:ext cx="3892461"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05 Implementation / Change Management</a:t>
            </a:r>
          </a:p>
        </p:txBody>
      </p:sp>
      <p:sp>
        <p:nvSpPr>
          <p:cNvPr id="13" name="Rectangle 12">
            <a:extLst>
              <a:ext uri="{FF2B5EF4-FFF2-40B4-BE49-F238E27FC236}">
                <a16:creationId xmlns:a16="http://schemas.microsoft.com/office/drawing/2014/main" id="{0EEE979E-3C30-0940-0CB4-C99CE0E429C1}"/>
              </a:ext>
            </a:extLst>
          </p:cNvPr>
          <p:cNvSpPr/>
          <p:nvPr userDrawn="1"/>
        </p:nvSpPr>
        <p:spPr bwMode="auto">
          <a:xfrm>
            <a:off x="16367419" y="596286"/>
            <a:ext cx="2743481"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06 References / Case Studies</a:t>
            </a:r>
          </a:p>
        </p:txBody>
      </p:sp>
      <p:sp>
        <p:nvSpPr>
          <p:cNvPr id="14" name="Rectangle 13">
            <a:extLst>
              <a:ext uri="{FF2B5EF4-FFF2-40B4-BE49-F238E27FC236}">
                <a16:creationId xmlns:a16="http://schemas.microsoft.com/office/drawing/2014/main" id="{999E0596-5C1C-4D87-1E18-7B9B8D2353D4}"/>
              </a:ext>
            </a:extLst>
          </p:cNvPr>
          <p:cNvSpPr/>
          <p:nvPr userDrawn="1"/>
        </p:nvSpPr>
        <p:spPr bwMode="auto">
          <a:xfrm>
            <a:off x="594545" y="596286"/>
            <a:ext cx="1167752"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01 Why IBM</a:t>
            </a:r>
          </a:p>
        </p:txBody>
      </p:sp>
      <p:sp>
        <p:nvSpPr>
          <p:cNvPr id="23" name="Rectangle 22">
            <a:extLst>
              <a:ext uri="{FF2B5EF4-FFF2-40B4-BE49-F238E27FC236}">
                <a16:creationId xmlns:a16="http://schemas.microsoft.com/office/drawing/2014/main" id="{073884FA-6436-2E5B-E825-84F65AAD7261}"/>
              </a:ext>
            </a:extLst>
          </p:cNvPr>
          <p:cNvSpPr/>
          <p:nvPr userDrawn="1"/>
        </p:nvSpPr>
        <p:spPr bwMode="auto">
          <a:xfrm>
            <a:off x="19688479" y="596286"/>
            <a:ext cx="1647524" cy="277200"/>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l" defTabSz="914036" rtl="0" eaLnBrk="1" fontAlgn="base" latinLnBrk="0" hangingPunct="1">
              <a:lnSpc>
                <a:spcPct val="100000"/>
              </a:lnSpc>
              <a:spcBef>
                <a:spcPct val="0"/>
              </a:spcBef>
              <a:spcAft>
                <a:spcPct val="0"/>
              </a:spcAft>
              <a:buClrTx/>
              <a:buSzTx/>
              <a:buFont typeface="IBM Plex Sans Light"/>
              <a:buNone/>
              <a:tabLst/>
            </a:pPr>
            <a:r>
              <a:rPr kumimoji="0" lang="en-US" sz="1600" b="0" i="0" u="none" strike="noStrike" cap="none" normalizeH="0" baseline="0">
                <a:ln>
                  <a:noFill/>
                </a:ln>
                <a:solidFill>
                  <a:srgbClr val="3F3A31"/>
                </a:solidFill>
                <a:effectLst/>
                <a:latin typeface="IBM Plex Sans" panose="020B0503050203000203" pitchFamily="34" charset="0"/>
              </a:rPr>
              <a:t>07 IBM Value Add</a:t>
            </a:r>
          </a:p>
        </p:txBody>
      </p:sp>
    </p:spTree>
    <p:extLst>
      <p:ext uri="{BB962C8B-B14F-4D97-AF65-F5344CB8AC3E}">
        <p14:creationId xmlns:p14="http://schemas.microsoft.com/office/powerpoint/2010/main" val="3862234029"/>
      </p:ext>
    </p:extLst>
  </p:cSld>
  <p:clrMapOvr>
    <a:masterClrMapping/>
  </p:clrMapOvr>
  <p:transition spd="med"/>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1_Blank slide">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41AEE66-DFE7-DD4C-9FB5-592C87BDF380}"/>
              </a:ext>
            </a:extLst>
          </p:cNvPr>
          <p:cNvGraphicFramePr>
            <a:graphicFrameLocks noChangeAspect="1"/>
          </p:cNvGraphicFramePr>
          <p:nvPr userDrawn="1">
            <p:custDataLst>
              <p:tags r:id="rId1"/>
            </p:custDataLst>
            <p:extLst>
              <p:ext uri="{D42A27DB-BD31-4B8C-83A1-F6EECF244321}">
                <p14:modId xmlns:p14="http://schemas.microsoft.com/office/powerpoint/2010/main" val="2586438178"/>
              </p:ext>
            </p:extLst>
          </p:nvPr>
        </p:nvGraphicFramePr>
        <p:xfrm>
          <a:off x="1589" y="1588"/>
          <a:ext cx="1226"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041AEE66-DFE7-DD4C-9FB5-592C87BDF380}"/>
                          </a:ext>
                        </a:extLst>
                      </p:cNvPr>
                      <p:cNvPicPr/>
                      <p:nvPr/>
                    </p:nvPicPr>
                    <p:blipFill>
                      <a:blip r:embed="rId4"/>
                      <a:stretch>
                        <a:fillRect/>
                      </a:stretch>
                    </p:blipFill>
                    <p:spPr>
                      <a:xfrm>
                        <a:off x="1589" y="1588"/>
                        <a:ext cx="1226"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6" y="576072"/>
            <a:ext cx="23236427" cy="1525588"/>
          </a:xfrm>
        </p:spPr>
        <p:txBody>
          <a:bodyPr vert="horz"/>
          <a:lstStyle>
            <a:lvl1pPr>
              <a:lnSpc>
                <a:spcPct val="110000"/>
              </a:lnSpc>
              <a:defRPr sz="6396">
                <a:solidFill>
                  <a:schemeClr val="tx2"/>
                </a:solidFill>
              </a:defRPr>
            </a:lvl1pPr>
          </a:lstStyle>
          <a:p>
            <a:r>
              <a:rPr lang="en-GB"/>
              <a:t>Click to edit Master title style</a:t>
            </a:r>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411749" y="12938841"/>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a:extLst>
              <a:ext uri="{FF2B5EF4-FFF2-40B4-BE49-F238E27FC236}">
                <a16:creationId xmlns:a16="http://schemas.microsoft.com/office/drawing/2014/main" id="{1A2F540C-2312-CD8B-4AD4-4EE8481D439B}"/>
              </a:ext>
            </a:extLst>
          </p:cNvPr>
          <p:cNvSpPr txBox="1">
            <a:spLocks/>
          </p:cNvSpPr>
          <p:nvPr userDrawn="1"/>
        </p:nvSpPr>
        <p:spPr>
          <a:xfrm>
            <a:off x="609858" y="12801605"/>
            <a:ext cx="7022630" cy="481542"/>
          </a:xfrm>
          <a:prstGeom prst="rect">
            <a:avLst/>
          </a:prstGeom>
        </p:spPr>
        <p:txBody>
          <a:bodyPr vert="horz" lIns="0" tIns="0" rIns="0" bIns="0" rtlCol="0" anchor="ctr"/>
          <a:lstStyle>
            <a:defPPr>
              <a:defRPr lang="en-US"/>
            </a:defPPr>
            <a:lvl1pPr marL="0" marR="0" indent="0" algn="l" defTabSz="1097587" rtl="0" eaLnBrk="1" fontAlgn="auto" latinLnBrk="0" hangingPunct="1">
              <a:lnSpc>
                <a:spcPct val="100000"/>
              </a:lnSpc>
              <a:spcBef>
                <a:spcPts val="0"/>
              </a:spcBef>
              <a:spcAft>
                <a:spcPts val="0"/>
              </a:spcAft>
              <a:buClrTx/>
              <a:buSzTx/>
              <a:buFontTx/>
              <a:buNone/>
              <a:tabLst/>
              <a:defRPr sz="1000" kern="1200">
                <a:solidFill>
                  <a:schemeClr val="tx1"/>
                </a:solidFill>
                <a:latin typeface="IBM Plex Sans" panose="020B0503050203000203" pitchFamily="34" charset="0"/>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de-DE" sz="1800" kern="0">
                <a:ea typeface="Times New Roman" panose="02020603050405020304" pitchFamily="18" charset="0"/>
              </a:rPr>
              <a:t>IBM Consulting / © 2025 IBM Corporation</a:t>
            </a:r>
          </a:p>
        </p:txBody>
      </p:sp>
    </p:spTree>
    <p:extLst>
      <p:ext uri="{BB962C8B-B14F-4D97-AF65-F5344CB8AC3E}">
        <p14:creationId xmlns:p14="http://schemas.microsoft.com/office/powerpoint/2010/main" val="1595523405"/>
      </p:ext>
    </p:extLst>
  </p:cSld>
  <p:clrMapOvr>
    <a:masterClrMapping/>
  </p:clrMapOvr>
  <p:transition spd="med"/>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50"/>
            <a:ext cx="11050589" cy="2859088"/>
          </a:xfrm>
        </p:spPr>
        <p:txBody>
          <a:bodyPr rIns="457200"/>
          <a:lstStyle>
            <a:lvl1pPr>
              <a:lnSpc>
                <a:spcPct val="100000"/>
              </a:lnSpc>
              <a:defRPr sz="6396">
                <a:solidFill>
                  <a:schemeClr val="tx2"/>
                </a:solidFill>
              </a:defRPr>
            </a:lvl1pPr>
          </a:lstStyle>
          <a:p>
            <a:r>
              <a:rPr lang="en-US"/>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51" y="12938843"/>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9"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4110122806"/>
      </p:ext>
    </p:extLst>
  </p:cSld>
  <p:clrMapOvr>
    <a:masterClrMapping/>
  </p:clrMapOvr>
  <p:transition spd="med"/>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1_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a:noFill/>
        </p:spPr>
        <p:txBody>
          <a:bodyPr/>
          <a:lstStyle>
            <a:lvl1pPr>
              <a:lnSpc>
                <a:spcPct val="110000"/>
              </a:lnSpc>
              <a:defRPr sz="3600">
                <a:solidFill>
                  <a:schemeClr val="tx2"/>
                </a:solidFill>
                <a:latin typeface="Arial" panose="020B060402020202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latin typeface="Arial" panose="020B0604020202020204" pitchFamily="34" charset="0"/>
              </a:defRPr>
            </a:lvl1pPr>
            <a:lvl2pPr>
              <a:lnSpc>
                <a:spcPct val="110000"/>
              </a:lnSpc>
              <a:spcBef>
                <a:spcPts val="0"/>
              </a:spcBef>
              <a:defRPr>
                <a:solidFill>
                  <a:schemeClr val="tx1"/>
                </a:solidFill>
                <a:latin typeface="Arial" panose="020B0604020202020204" pitchFamily="34" charset="0"/>
              </a:defRPr>
            </a:lvl2pPr>
            <a:lvl3pPr>
              <a:lnSpc>
                <a:spcPct val="110000"/>
              </a:lnSpc>
              <a:spcBef>
                <a:spcPts val="0"/>
              </a:spcBef>
              <a:defRPr>
                <a:solidFill>
                  <a:schemeClr val="tx1"/>
                </a:solidFill>
                <a:latin typeface="Arial" panose="020B0604020202020204" pitchFamily="34" charset="0"/>
              </a:defRPr>
            </a:lvl3pPr>
            <a:lvl4pPr>
              <a:lnSpc>
                <a:spcPct val="110000"/>
              </a:lnSpc>
              <a:spcBef>
                <a:spcPts val="0"/>
              </a:spcBef>
              <a:defRPr>
                <a:solidFill>
                  <a:schemeClr val="tx1"/>
                </a:solidFill>
                <a:latin typeface="Arial" panose="020B0604020202020204"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3" y="3429000"/>
            <a:ext cx="10096500" cy="8572500"/>
          </a:xfrm>
        </p:spPr>
        <p:txBody>
          <a:bodyPr/>
          <a:lstStyle>
            <a:lvl1pPr>
              <a:lnSpc>
                <a:spcPct val="110000"/>
              </a:lnSpc>
              <a:spcBef>
                <a:spcPts val="0"/>
              </a:spcBef>
              <a:defRPr>
                <a:solidFill>
                  <a:schemeClr val="tx1"/>
                </a:solidFill>
                <a:latin typeface="Arial" panose="020B0604020202020204" pitchFamily="34" charset="0"/>
              </a:defRPr>
            </a:lvl1pPr>
            <a:lvl2pPr>
              <a:lnSpc>
                <a:spcPct val="110000"/>
              </a:lnSpc>
              <a:spcBef>
                <a:spcPts val="0"/>
              </a:spcBef>
              <a:defRPr>
                <a:solidFill>
                  <a:schemeClr val="tx1"/>
                </a:solidFill>
                <a:latin typeface="Arial" panose="020B0604020202020204" pitchFamily="34" charset="0"/>
              </a:defRPr>
            </a:lvl2pPr>
            <a:lvl3pPr>
              <a:lnSpc>
                <a:spcPct val="110000"/>
              </a:lnSpc>
              <a:spcBef>
                <a:spcPts val="0"/>
              </a:spcBef>
              <a:defRPr>
                <a:solidFill>
                  <a:schemeClr val="tx1"/>
                </a:solidFill>
                <a:latin typeface="Arial" panose="020B0604020202020204" pitchFamily="34" charset="0"/>
              </a:defRPr>
            </a:lvl3pPr>
            <a:lvl4pPr>
              <a:lnSpc>
                <a:spcPct val="110000"/>
              </a:lnSpc>
              <a:spcBef>
                <a:spcPts val="0"/>
              </a:spcBef>
              <a:defRPr>
                <a:solidFill>
                  <a:schemeClr val="tx1"/>
                </a:solidFill>
                <a:latin typeface="Arial" panose="020B0604020202020204"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02232678"/>
      </p:ext>
    </p:extLst>
  </p:cSld>
  <p:clrMapOvr>
    <a:masterClrMapping/>
  </p:clrMapOvr>
  <p:transition spd="med"/>
</p:sldLayout>
</file>

<file path=ppt/slideLayouts/slideLayout312.xml><?xml version="1.0" encoding="utf-8"?>
<p:sldLayout xmlns:a="http://schemas.openxmlformats.org/drawingml/2006/main" xmlns:r="http://schemas.openxmlformats.org/officeDocument/2006/relationships" xmlns:p="http://schemas.openxmlformats.org/presentationml/2006/main" userDrawn="1">
  <p:cSld name="Text einspalti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rgbClr val="000000"/>
                </a:solidFill>
              </a:defRPr>
            </a:lvl1pPr>
          </a:lstStyle>
          <a:p>
            <a:r>
              <a:rPr lang="en-GB" err="1"/>
              <a:t>Titelmasterformat</a:t>
            </a:r>
            <a:r>
              <a:rPr lang="en-GB"/>
              <a:t> </a:t>
            </a:r>
            <a:r>
              <a:rPr lang="en-GB" err="1"/>
              <a:t>durch</a:t>
            </a:r>
            <a:r>
              <a:rPr lang="en-GB"/>
              <a:t> </a:t>
            </a:r>
            <a:r>
              <a:rPr lang="en-GB" err="1"/>
              <a:t>Klicken</a:t>
            </a:r>
            <a:r>
              <a:rPr lang="en-GB"/>
              <a:t> </a:t>
            </a:r>
            <a:r>
              <a:rPr lang="en-GB" err="1"/>
              <a:t>bearbeiten</a:t>
            </a:r>
            <a:endParaRPr lang="en-GB"/>
          </a:p>
        </p:txBody>
      </p:sp>
      <p:sp>
        <p:nvSpPr>
          <p:cNvPr id="6" name="Textplatzhalter 10"/>
          <p:cNvSpPr>
            <a:spLocks noGrp="1"/>
          </p:cNvSpPr>
          <p:nvPr>
            <p:ph type="body" sz="quarter" idx="13" hasCustomPrompt="1"/>
          </p:nvPr>
        </p:nvSpPr>
        <p:spPr>
          <a:xfrm>
            <a:off x="435460" y="3066443"/>
            <a:ext cx="18816184" cy="9587206"/>
          </a:xfrm>
        </p:spPr>
        <p:txBody>
          <a:bodyPr>
            <a:noAutofit/>
          </a:bodyPr>
          <a:lstStyle>
            <a:lvl1pPr marL="648788" indent="-648788">
              <a:spcAft>
                <a:spcPts val="1452"/>
              </a:spcAft>
              <a:buFont typeface="Arial" panose="020B0604020202020204" pitchFamily="34" charset="0"/>
              <a:buChar char="≡"/>
              <a:defRPr>
                <a:solidFill>
                  <a:srgbClr val="001E49"/>
                </a:solidFill>
              </a:defRPr>
            </a:lvl1pPr>
            <a:lvl2pPr marL="1297574" indent="-648788" algn="l" defTabSz="914204" rtl="0" eaLnBrk="1" latinLnBrk="0" hangingPunct="1">
              <a:lnSpc>
                <a:spcPct val="105000"/>
              </a:lnSpc>
              <a:spcBef>
                <a:spcPct val="0"/>
              </a:spcBef>
              <a:spcAft>
                <a:spcPts val="1452"/>
              </a:spcAft>
              <a:buClr>
                <a:schemeClr val="tx1"/>
              </a:buClr>
              <a:buSzTx/>
              <a:buFont typeface="Arial" panose="020B0604020202020204" pitchFamily="34" charset="0"/>
              <a:buChar char="▪"/>
              <a:defRPr lang="de-DE" sz="4112" kern="1200" spc="122" baseline="0" noProof="0" smtClean="0">
                <a:solidFill>
                  <a:srgbClr val="001E49"/>
                </a:solidFill>
                <a:latin typeface="+mj-lt"/>
                <a:ea typeface="+mn-ea"/>
                <a:cs typeface="Arial"/>
              </a:defRPr>
            </a:lvl2pPr>
            <a:lvl3pPr marL="1946362" indent="-648788" algn="l" defTabSz="914204" rtl="0" eaLnBrk="1" latinLnBrk="0" hangingPunct="1">
              <a:lnSpc>
                <a:spcPct val="105000"/>
              </a:lnSpc>
              <a:spcBef>
                <a:spcPct val="0"/>
              </a:spcBef>
              <a:spcAft>
                <a:spcPts val="1452"/>
              </a:spcAft>
              <a:buClr>
                <a:schemeClr val="tx1"/>
              </a:buClr>
              <a:buSzTx/>
              <a:buFont typeface="Arial" panose="020B0604020202020204" pitchFamily="34" charset="0"/>
              <a:buChar char="▪"/>
              <a:defRPr lang="de-DE" sz="4112" kern="1200" spc="122" baseline="0" noProof="0" smtClean="0">
                <a:solidFill>
                  <a:srgbClr val="001E49"/>
                </a:solidFill>
                <a:latin typeface="+mj-lt"/>
                <a:ea typeface="+mn-ea"/>
                <a:cs typeface="Arial"/>
              </a:defRPr>
            </a:lvl3pPr>
            <a:lvl4pPr marL="2610504" indent="-664144" algn="l" defTabSz="914204" rtl="0" eaLnBrk="1" latinLnBrk="0" hangingPunct="1">
              <a:lnSpc>
                <a:spcPct val="105000"/>
              </a:lnSpc>
              <a:spcBef>
                <a:spcPct val="0"/>
              </a:spcBef>
              <a:spcAft>
                <a:spcPts val="1452"/>
              </a:spcAft>
              <a:buClr>
                <a:schemeClr val="tx1"/>
              </a:buClr>
              <a:buSzTx/>
              <a:buFont typeface="Arial" panose="020B0604020202020204" pitchFamily="34" charset="0"/>
              <a:buChar char="▪"/>
              <a:defRPr lang="de-DE" sz="4112" kern="1200" spc="122" baseline="0" noProof="0" smtClean="0">
                <a:solidFill>
                  <a:srgbClr val="001E49"/>
                </a:solidFill>
                <a:latin typeface="+mj-lt"/>
                <a:ea typeface="+mn-ea"/>
                <a:cs typeface="Arial"/>
              </a:defRPr>
            </a:lvl4pPr>
            <a:lvl5pPr marL="3259292" indent="-648788" algn="l" defTabSz="914204" rtl="0" eaLnBrk="1" latinLnBrk="0" hangingPunct="1">
              <a:lnSpc>
                <a:spcPct val="105000"/>
              </a:lnSpc>
              <a:spcBef>
                <a:spcPct val="0"/>
              </a:spcBef>
              <a:spcAft>
                <a:spcPts val="1452"/>
              </a:spcAft>
              <a:buClr>
                <a:schemeClr val="tx1"/>
              </a:buClr>
              <a:buSzTx/>
              <a:buFont typeface="Arial" panose="020B0604020202020204" pitchFamily="34" charset="0"/>
              <a:buChar char="▪"/>
              <a:defRPr lang="en-US" sz="4112" kern="1200" spc="122" baseline="0" noProof="0">
                <a:solidFill>
                  <a:srgbClr val="001E49"/>
                </a:solidFill>
                <a:latin typeface="+mj-lt"/>
                <a:ea typeface="+mn-ea"/>
                <a:cs typeface="Arial"/>
              </a:defRPr>
            </a:lvl5pPr>
          </a:lstStyle>
          <a:p>
            <a:pPr lvl="0"/>
            <a:r>
              <a:rPr lang="en-GB" err="1"/>
              <a:t>Textmasterformat</a:t>
            </a:r>
            <a:r>
              <a:rPr lang="en-GB"/>
              <a:t> </a:t>
            </a:r>
            <a:r>
              <a:rPr lang="en-GB" err="1"/>
              <a:t>bearbeiten</a:t>
            </a:r>
            <a:endParaRPr lang="en-GB"/>
          </a:p>
          <a:p>
            <a:pPr lvl="1"/>
            <a:r>
              <a:rPr lang="en-GB" err="1"/>
              <a:t>Zweite</a:t>
            </a:r>
            <a:r>
              <a:rPr lang="en-GB"/>
              <a:t> Ebene</a:t>
            </a:r>
          </a:p>
          <a:p>
            <a:pPr lvl="2"/>
            <a:r>
              <a:rPr lang="en-GB" err="1"/>
              <a:t>Dritte</a:t>
            </a:r>
            <a:r>
              <a:rPr lang="en-GB"/>
              <a:t> Ebene</a:t>
            </a:r>
          </a:p>
          <a:p>
            <a:pPr lvl="3"/>
            <a:r>
              <a:rPr lang="en-GB" err="1"/>
              <a:t>Vierte</a:t>
            </a:r>
            <a:r>
              <a:rPr lang="en-GB"/>
              <a:t> Ebene</a:t>
            </a:r>
          </a:p>
          <a:p>
            <a:pPr lvl="4"/>
            <a:r>
              <a:rPr lang="en-GB" err="1"/>
              <a:t>Fünfte</a:t>
            </a:r>
            <a:r>
              <a:rPr lang="en-GB"/>
              <a:t> Ebene</a:t>
            </a:r>
          </a:p>
        </p:txBody>
      </p:sp>
      <p:sp>
        <p:nvSpPr>
          <p:cNvPr id="20" name="Foliennummernplatzhalter 5"/>
          <p:cNvSpPr>
            <a:spLocks noGrp="1"/>
          </p:cNvSpPr>
          <p:nvPr>
            <p:ph type="sldNum" sz="quarter" idx="4"/>
          </p:nvPr>
        </p:nvSpPr>
        <p:spPr>
          <a:xfrm>
            <a:off x="23087727" y="13315866"/>
            <a:ext cx="626069" cy="360227"/>
          </a:xfrm>
          <a:prstGeom prst="rect">
            <a:avLst/>
          </a:prstGeom>
        </p:spPr>
        <p:txBody>
          <a:bodyPr vert="horz" lIns="0" tIns="45720" rIns="0" bIns="45720" rtlCol="0" anchor="ctr"/>
          <a:lstStyle>
            <a:lvl1pPr marL="0" algn="r" defTabSz="2437324" rtl="0" eaLnBrk="1" latinLnBrk="0" hangingPunct="1">
              <a:lnSpc>
                <a:spcPct val="90000"/>
              </a:lnSpc>
              <a:spcBef>
                <a:spcPts val="2000"/>
              </a:spcBef>
              <a:defRPr lang="en-US" sz="1934" kern="1200" spc="122" baseline="0" smtClean="0">
                <a:solidFill>
                  <a:srgbClr val="000000"/>
                </a:solidFill>
                <a:latin typeface="+mj-lt"/>
                <a:ea typeface="ヒラギノ角ゴ Pro W3" charset="-128"/>
                <a:cs typeface="Arial" panose="020B0604020202020204" pitchFamily="34" charset="0"/>
              </a:defRPr>
            </a:lvl1pPr>
          </a:lstStyle>
          <a:p>
            <a:r>
              <a:rPr lang="en-GB"/>
              <a:t> </a:t>
            </a:r>
            <a:fld id="{6EC39B52-EF66-4D0A-A4F8-AA76FD69AF2F}" type="slidenum">
              <a:rPr lang="en-GB" smtClean="0"/>
              <a:t>‹#›</a:t>
            </a:fld>
            <a:endParaRPr lang="en-GB"/>
          </a:p>
        </p:txBody>
      </p:sp>
    </p:spTree>
    <p:extLst>
      <p:ext uri="{BB962C8B-B14F-4D97-AF65-F5344CB8AC3E}">
        <p14:creationId xmlns:p14="http://schemas.microsoft.com/office/powerpoint/2010/main" val="1945542072"/>
      </p:ext>
    </p:extLst>
  </p:cSld>
  <p:clrMapOvr>
    <a:masterClrMapping/>
  </p:clrMapOvr>
  <p:transition>
    <p:wipe dir="r"/>
  </p:transition>
  <p:extLst>
    <p:ext uri="{DCECCB84-F9BA-43D5-87BE-67443E8EF086}">
      <p15:sldGuideLst xmlns:p15="http://schemas.microsoft.com/office/powerpoint/2012/main">
        <p15:guide id="1" orient="horz" pos="1786">
          <p15:clr>
            <a:srgbClr val="FBAE40"/>
          </p15:clr>
        </p15:guide>
        <p15:guide id="2" pos="3175">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5" name="Inhaltsplatzhalter 4"/>
          <p:cNvSpPr>
            <a:spLocks noGrp="1"/>
          </p:cNvSpPr>
          <p:nvPr>
            <p:ph sz="quarter" idx="11" hasCustomPrompt="1"/>
          </p:nvPr>
        </p:nvSpPr>
        <p:spPr bwMode="gray">
          <a:xfrm>
            <a:off x="862854" y="3018759"/>
            <a:ext cx="22658950" cy="9788978"/>
          </a:xfrm>
        </p:spPr>
        <p:txBody>
          <a:bodyPr/>
          <a:lstStyle>
            <a:lvl1pPr>
              <a:defRPr/>
            </a:lvl1pPr>
          </a:lstStyle>
          <a:p>
            <a:pPr lvl="0"/>
            <a:r>
              <a:rPr lang="en-US" noProof="0"/>
              <a:t>Click to add text. </a:t>
            </a:r>
          </a:p>
          <a:p>
            <a:pPr lvl="1"/>
            <a:r>
              <a:rPr lang="en-US" noProof="0"/>
              <a:t>Level 2</a:t>
            </a:r>
          </a:p>
          <a:p>
            <a:pPr lvl="2"/>
            <a:r>
              <a:rPr lang="en-US" noProof="0"/>
              <a:t>Level 3 </a:t>
            </a:r>
          </a:p>
          <a:p>
            <a:pPr lvl="3"/>
            <a:r>
              <a:rPr lang="en-US" noProof="0"/>
              <a:t>Level 4</a:t>
            </a:r>
          </a:p>
          <a:p>
            <a:pPr lvl="4"/>
            <a:r>
              <a:rPr lang="en-US" noProof="0"/>
              <a:t>Level 5</a:t>
            </a:r>
          </a:p>
          <a:p>
            <a:pPr lvl="5"/>
            <a:r>
              <a:rPr lang="en-US" noProof="0"/>
              <a:t>Level 6</a:t>
            </a:r>
          </a:p>
          <a:p>
            <a:pPr lvl="6"/>
            <a:r>
              <a:rPr lang="en-US" noProof="0"/>
              <a:t>Level 7</a:t>
            </a:r>
          </a:p>
          <a:p>
            <a:pPr lvl="7"/>
            <a:r>
              <a:rPr lang="en-US" noProof="0"/>
              <a:t>Level 8</a:t>
            </a:r>
          </a:p>
          <a:p>
            <a:pPr lvl="8"/>
            <a:r>
              <a:rPr lang="en-US" noProof="0"/>
              <a:t>Level 9</a:t>
            </a:r>
          </a:p>
        </p:txBody>
      </p:sp>
      <p:sp>
        <p:nvSpPr>
          <p:cNvPr id="2" name="Titel 1">
            <a:extLst>
              <a:ext uri="{FF2B5EF4-FFF2-40B4-BE49-F238E27FC236}">
                <a16:creationId xmlns:a16="http://schemas.microsoft.com/office/drawing/2014/main" id="{3BCE5391-5D9B-4056-8055-74DA37F26445}"/>
              </a:ext>
            </a:extLst>
          </p:cNvPr>
          <p:cNvSpPr>
            <a:spLocks noGrp="1"/>
          </p:cNvSpPr>
          <p:nvPr>
            <p:ph type="title" hasCustomPrompt="1"/>
          </p:nvPr>
        </p:nvSpPr>
        <p:spPr bwMode="gray"/>
        <p:txBody>
          <a:bodyPr/>
          <a:lstStyle>
            <a:lvl1pPr>
              <a:defRPr/>
            </a:lvl1pPr>
          </a:lstStyle>
          <a:p>
            <a:r>
              <a:rPr lang="en-US"/>
              <a:t>Click to add individual headline</a:t>
            </a:r>
          </a:p>
        </p:txBody>
      </p:sp>
      <p:sp>
        <p:nvSpPr>
          <p:cNvPr id="13" name="Textplatzhalter 6">
            <a:extLst>
              <a:ext uri="{FF2B5EF4-FFF2-40B4-BE49-F238E27FC236}">
                <a16:creationId xmlns:a16="http://schemas.microsoft.com/office/drawing/2014/main" id="{9359BA79-509B-4805-8E39-8D15C72BDE5D}"/>
              </a:ext>
            </a:extLst>
          </p:cNvPr>
          <p:cNvSpPr>
            <a:spLocks noGrp="1"/>
          </p:cNvSpPr>
          <p:nvPr>
            <p:ph type="body" sz="quarter" idx="12" hasCustomPrompt="1"/>
          </p:nvPr>
        </p:nvSpPr>
        <p:spPr bwMode="gray">
          <a:xfrm>
            <a:off x="862854" y="331293"/>
            <a:ext cx="20162625" cy="959810"/>
          </a:xfrm>
        </p:spPr>
        <p:txBody>
          <a:bodyPr bIns="36000" anchor="b"/>
          <a:lstStyle>
            <a:lvl1pPr marL="0" indent="0">
              <a:spcBef>
                <a:spcPts val="0"/>
              </a:spcBef>
              <a:spcAft>
                <a:spcPts val="0"/>
              </a:spcAft>
              <a:buFont typeface="Arial" panose="020B0604020202020204" pitchFamily="34" charset="0"/>
              <a:buNone/>
              <a:defRPr sz="2932" b="1">
                <a:solidFill>
                  <a:schemeClr val="tx2"/>
                </a:solidFill>
              </a:defRPr>
            </a:lvl1pPr>
            <a:lvl2pPr marL="0" indent="0">
              <a:spcBef>
                <a:spcPts val="0"/>
              </a:spcBef>
              <a:spcAft>
                <a:spcPts val="0"/>
              </a:spcAft>
              <a:buFont typeface="Arial" panose="020B0604020202020204" pitchFamily="34" charset="0"/>
              <a:buNone/>
              <a:defRPr sz="2932" b="1">
                <a:solidFill>
                  <a:schemeClr val="tx2"/>
                </a:solidFill>
              </a:defRPr>
            </a:lvl2pPr>
            <a:lvl3pPr marL="0" indent="0">
              <a:spcBef>
                <a:spcPts val="0"/>
              </a:spcBef>
              <a:spcAft>
                <a:spcPts val="0"/>
              </a:spcAft>
              <a:buFont typeface="Arial" panose="020B0604020202020204" pitchFamily="34" charset="0"/>
              <a:buNone/>
              <a:defRPr sz="2932" b="1">
                <a:solidFill>
                  <a:schemeClr val="tx2"/>
                </a:solidFill>
              </a:defRPr>
            </a:lvl3pPr>
            <a:lvl4pPr marL="0" indent="0">
              <a:spcBef>
                <a:spcPts val="0"/>
              </a:spcBef>
              <a:spcAft>
                <a:spcPts val="0"/>
              </a:spcAft>
              <a:buFont typeface="Arial" panose="020B0604020202020204" pitchFamily="34" charset="0"/>
              <a:buNone/>
              <a:defRPr sz="2932" b="1">
                <a:solidFill>
                  <a:schemeClr val="tx2"/>
                </a:solidFill>
              </a:defRPr>
            </a:lvl4pPr>
            <a:lvl5pPr marL="0" indent="0">
              <a:spcBef>
                <a:spcPts val="0"/>
              </a:spcBef>
              <a:spcAft>
                <a:spcPts val="0"/>
              </a:spcAft>
              <a:buFont typeface="Arial" panose="020B0604020202020204" pitchFamily="34" charset="0"/>
              <a:buNone/>
              <a:defRPr sz="2932" b="1">
                <a:solidFill>
                  <a:schemeClr val="tx2"/>
                </a:solidFill>
              </a:defRPr>
            </a:lvl5pPr>
            <a:lvl6pPr marL="0" indent="0">
              <a:spcBef>
                <a:spcPts val="0"/>
              </a:spcBef>
              <a:spcAft>
                <a:spcPts val="0"/>
              </a:spcAft>
              <a:buFont typeface="Arial" panose="020B0604020202020204" pitchFamily="34" charset="0"/>
              <a:buNone/>
              <a:defRPr sz="2932" b="1">
                <a:solidFill>
                  <a:schemeClr val="tx2"/>
                </a:solidFill>
              </a:defRPr>
            </a:lvl6pPr>
            <a:lvl7pPr marL="0" indent="0">
              <a:spcBef>
                <a:spcPts val="0"/>
              </a:spcBef>
              <a:spcAft>
                <a:spcPts val="0"/>
              </a:spcAft>
              <a:buFont typeface="Arial" panose="020B0604020202020204" pitchFamily="34" charset="0"/>
              <a:buNone/>
              <a:defRPr sz="2932" b="1">
                <a:solidFill>
                  <a:schemeClr val="tx2"/>
                </a:solidFill>
              </a:defRPr>
            </a:lvl7pPr>
            <a:lvl8pPr marL="0" indent="0">
              <a:spcBef>
                <a:spcPts val="0"/>
              </a:spcBef>
              <a:spcAft>
                <a:spcPts val="0"/>
              </a:spcAft>
              <a:buFont typeface="Arial" panose="020B0604020202020204" pitchFamily="34" charset="0"/>
              <a:buNone/>
              <a:defRPr sz="2932" b="1">
                <a:solidFill>
                  <a:schemeClr val="tx2"/>
                </a:solidFill>
              </a:defRPr>
            </a:lvl8pPr>
            <a:lvl9pPr marL="0" indent="0">
              <a:spcBef>
                <a:spcPts val="0"/>
              </a:spcBef>
              <a:spcAft>
                <a:spcPts val="0"/>
              </a:spcAft>
              <a:buFont typeface="Arial" panose="020B0604020202020204" pitchFamily="34" charset="0"/>
              <a:buNone/>
              <a:defRPr sz="2932" b="1">
                <a:solidFill>
                  <a:schemeClr val="tx2"/>
                </a:solidFill>
              </a:defRPr>
            </a:lvl9pPr>
          </a:lstStyle>
          <a:p>
            <a:pPr lvl="0"/>
            <a:r>
              <a:rPr lang="en-US" noProof="0"/>
              <a:t>Click to add individual topline</a:t>
            </a:r>
          </a:p>
        </p:txBody>
      </p:sp>
      <p:sp>
        <p:nvSpPr>
          <p:cNvPr id="6" name="Fußzeilenplatzhalter 5">
            <a:extLst>
              <a:ext uri="{FF2B5EF4-FFF2-40B4-BE49-F238E27FC236}">
                <a16:creationId xmlns:a16="http://schemas.microsoft.com/office/drawing/2014/main" id="{FE91CF2F-4D0E-485D-BDDA-7A554C7102FA}"/>
              </a:ext>
            </a:extLst>
          </p:cNvPr>
          <p:cNvSpPr>
            <a:spLocks noGrp="1"/>
          </p:cNvSpPr>
          <p:nvPr>
            <p:ph type="ftr" sz="quarter" idx="13"/>
          </p:nvPr>
        </p:nvSpPr>
        <p:spPr bwMode="gray"/>
        <p:txBody>
          <a:bodyPr/>
          <a:lstStyle/>
          <a:p>
            <a:r>
              <a:rPr lang="en-US"/>
              <a:t>IBM Consulting for Nestlé | IBM confidential</a:t>
            </a:r>
          </a:p>
        </p:txBody>
      </p:sp>
      <p:sp>
        <p:nvSpPr>
          <p:cNvPr id="7" name="Foliennummernplatzhalter 6">
            <a:extLst>
              <a:ext uri="{FF2B5EF4-FFF2-40B4-BE49-F238E27FC236}">
                <a16:creationId xmlns:a16="http://schemas.microsoft.com/office/drawing/2014/main" id="{0783F614-4F7D-47F6-89A3-781BC575D992}"/>
              </a:ext>
            </a:extLst>
          </p:cNvPr>
          <p:cNvSpPr>
            <a:spLocks noGrp="1"/>
          </p:cNvSpPr>
          <p:nvPr>
            <p:ph type="sldNum" sz="quarter" idx="14"/>
          </p:nvPr>
        </p:nvSpPr>
        <p:spPr bwMode="gray"/>
        <p:txBody>
          <a:bodyPr/>
          <a:lstStyle/>
          <a:p>
            <a:fld id="{0CFE154F-AAEE-43E0-998E-B1D123028953}" type="slidenum">
              <a:rPr lang="en-US" smtClean="0"/>
              <a:pPr/>
              <a:t>‹#›</a:t>
            </a:fld>
            <a:endParaRPr lang="en-US"/>
          </a:p>
        </p:txBody>
      </p:sp>
    </p:spTree>
    <p:extLst>
      <p:ext uri="{BB962C8B-B14F-4D97-AF65-F5344CB8AC3E}">
        <p14:creationId xmlns:p14="http://schemas.microsoft.com/office/powerpoint/2010/main" val="3322694731"/>
      </p:ext>
    </p:extLst>
  </p:cSld>
  <p:clrMapOvr>
    <a:masterClrMapping/>
  </p:clrMapOvr>
  <p:extLst>
    <p:ext uri="{DCECCB84-F9BA-43D5-87BE-67443E8EF086}">
      <p15:sldGuideLst xmlns:p15="http://schemas.microsoft.com/office/powerpoint/2012/main">
        <p15:guide id="1" pos="204">
          <p15:clr>
            <a:srgbClr val="FBAE40"/>
          </p15:clr>
        </p15:guide>
        <p15:guide id="2" pos="5556">
          <p15:clr>
            <a:srgbClr val="FBAE40"/>
          </p15:clr>
        </p15:guide>
        <p15:guide id="4" orient="horz" pos="713">
          <p15:clr>
            <a:srgbClr val="FBAE40"/>
          </p15:clr>
        </p15:guide>
        <p15:guide id="5" orient="horz" pos="3027">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userDrawn="1">
  <p:cSld name="1_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0C6EE2-9939-13EE-9698-131DC1D57374}"/>
              </a:ext>
            </a:extLst>
          </p:cNvPr>
          <p:cNvSpPr/>
          <p:nvPr userDrawn="1"/>
        </p:nvSpPr>
        <p:spPr bwMode="auto">
          <a:xfrm>
            <a:off x="0" y="13614402"/>
            <a:ext cx="24397072" cy="101600"/>
          </a:xfrm>
          <a:prstGeom prst="rect">
            <a:avLst/>
          </a:prstGeom>
          <a:gradFill>
            <a:gsLst>
              <a:gs pos="0">
                <a:srgbClr val="FFC100"/>
              </a:gs>
              <a:gs pos="100000">
                <a:srgbClr val="FF585D"/>
              </a:gs>
            </a:gsLst>
            <a:lin ang="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L="0" marR="0" indent="0" algn="l" defTabSz="1828434" rtl="0" eaLnBrk="1" fontAlgn="base" latinLnBrk="0" hangingPunct="1">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latin typeface="+mn-lt"/>
            </a:endParaRPr>
          </a:p>
        </p:txBody>
      </p:sp>
      <p:sp>
        <p:nvSpPr>
          <p:cNvPr id="7" name="TextBox 6">
            <a:extLst>
              <a:ext uri="{FF2B5EF4-FFF2-40B4-BE49-F238E27FC236}">
                <a16:creationId xmlns:a16="http://schemas.microsoft.com/office/drawing/2014/main" id="{30BC9AAE-9434-3612-FA29-EA8ACFF46888}"/>
              </a:ext>
            </a:extLst>
          </p:cNvPr>
          <p:cNvSpPr txBox="1"/>
          <p:nvPr userDrawn="1"/>
        </p:nvSpPr>
        <p:spPr>
          <a:xfrm>
            <a:off x="766064" y="13119795"/>
            <a:ext cx="758135" cy="365086"/>
          </a:xfrm>
          <a:prstGeom prst="rect">
            <a:avLst/>
          </a:prstGeom>
          <a:noFill/>
        </p:spPr>
        <p:txBody>
          <a:bodyPr wrap="square" lIns="0" tIns="0" rIns="0" bIns="0" rtlCol="0">
            <a:noAutofit/>
          </a:bodyPr>
          <a:lstStyle/>
          <a:p>
            <a:pPr algn="l">
              <a:lnSpc>
                <a:spcPct val="110000"/>
              </a:lnSpc>
              <a:spcBef>
                <a:spcPts val="3000"/>
              </a:spcBef>
            </a:pPr>
            <a:fld id="{5703191B-A4A8-4141-A229-4AAA1EA5695E}" type="slidenum">
              <a:rPr lang="en-US" sz="1800" b="0" i="0" smtClean="0">
                <a:solidFill>
                  <a:schemeClr val="tx1"/>
                </a:solidFill>
                <a:latin typeface="IBM Plex Sans Medm" panose="020B0503050203000203" pitchFamily="34" charset="0"/>
                <a:ea typeface="IBM Plex Sans" charset="0"/>
                <a:cs typeface="IBM Plex Sans" charset="0"/>
              </a:rPr>
              <a:pPr algn="l">
                <a:lnSpc>
                  <a:spcPct val="110000"/>
                </a:lnSpc>
                <a:spcBef>
                  <a:spcPts val="3000"/>
                </a:spcBef>
              </a:pPr>
              <a:t>‹#›</a:t>
            </a:fld>
            <a:endParaRPr lang="en-US" sz="1800" b="0" i="0">
              <a:solidFill>
                <a:schemeClr val="tx1"/>
              </a:solidFill>
              <a:latin typeface="IBM Plex Sans Medm" panose="020B0503050203000203" pitchFamily="34" charset="0"/>
              <a:ea typeface="IBM Plex Sans" charset="0"/>
              <a:cs typeface="IBM Plex Sans" charset="0"/>
            </a:endParaRPr>
          </a:p>
        </p:txBody>
      </p:sp>
      <p:sp>
        <p:nvSpPr>
          <p:cNvPr id="9" name="Footer Placeholder 3">
            <a:extLst>
              <a:ext uri="{FF2B5EF4-FFF2-40B4-BE49-F238E27FC236}">
                <a16:creationId xmlns:a16="http://schemas.microsoft.com/office/drawing/2014/main" id="{981E2FD6-B245-396B-DB6A-8A5473D95882}"/>
              </a:ext>
            </a:extLst>
          </p:cNvPr>
          <p:cNvSpPr txBox="1">
            <a:spLocks/>
          </p:cNvSpPr>
          <p:nvPr userDrawn="1"/>
        </p:nvSpPr>
        <p:spPr>
          <a:xfrm>
            <a:off x="1524198" y="13119795"/>
            <a:ext cx="3807856"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4" b="0" i="0">
                <a:solidFill>
                  <a:srgbClr val="525252"/>
                </a:solidFill>
                <a:latin typeface="IBM Plex Sans Light" panose="020B0403050203000203" pitchFamily="34" charset="0"/>
                <a:ea typeface="IBM Plex Sans" charset="0"/>
                <a:cs typeface="IBM Plex Sans" charset="0"/>
              </a:rPr>
              <a:t>IBM Consulting  |  </a:t>
            </a:r>
            <a:r>
              <a:rPr lang="en-US" sz="1334" b="0" i="0">
                <a:solidFill>
                  <a:srgbClr val="525252"/>
                </a:solidFill>
                <a:latin typeface="+mn-lt"/>
                <a:ea typeface="IBM Plex Sans" charset="0"/>
                <a:cs typeface="IBM Plex Sans" charset="0"/>
              </a:rPr>
              <a:t>©2025 IBM Corporation</a:t>
            </a:r>
            <a:r>
              <a:rPr lang="en-US" sz="1334" b="0" i="0">
                <a:solidFill>
                  <a:srgbClr val="525252"/>
                </a:solidFill>
                <a:latin typeface="IBM Plex Sans Light" panose="020B0403050203000203" pitchFamily="34" charset="0"/>
                <a:ea typeface="IBM Plex Sans" charset="0"/>
                <a:cs typeface="IBM Plex Sans" charset="0"/>
              </a:rPr>
              <a:t>  </a:t>
            </a:r>
          </a:p>
        </p:txBody>
      </p:sp>
      <p:pic>
        <p:nvPicPr>
          <p:cNvPr id="11" name="Picture 10">
            <a:extLst>
              <a:ext uri="{FF2B5EF4-FFF2-40B4-BE49-F238E27FC236}">
                <a16:creationId xmlns:a16="http://schemas.microsoft.com/office/drawing/2014/main" id="{D07FF1BC-32C9-4B25-5C99-FEAF456754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742572" y="13064352"/>
            <a:ext cx="943653" cy="381000"/>
          </a:xfrm>
          <a:prstGeom prst="rect">
            <a:avLst/>
          </a:prstGeom>
        </p:spPr>
      </p:pic>
      <p:sp>
        <p:nvSpPr>
          <p:cNvPr id="17" name="Text Placeholder">
            <a:extLst>
              <a:ext uri="{FF2B5EF4-FFF2-40B4-BE49-F238E27FC236}">
                <a16:creationId xmlns:a16="http://schemas.microsoft.com/office/drawing/2014/main" id="{9142E164-503C-63E2-750D-B2C5D74D0246}"/>
              </a:ext>
            </a:extLst>
          </p:cNvPr>
          <p:cNvSpPr>
            <a:spLocks noGrp="1"/>
          </p:cNvSpPr>
          <p:nvPr>
            <p:ph idx="1" hasCustomPrompt="1"/>
          </p:nvPr>
        </p:nvSpPr>
        <p:spPr>
          <a:xfrm>
            <a:off x="762094" y="2985817"/>
            <a:ext cx="22858550" cy="9892858"/>
          </a:xfrm>
          <a:prstGeom prst="rect">
            <a:avLst/>
          </a:prstGeom>
        </p:spPr>
        <p:txBody>
          <a:bodyPr vert="horz" lIns="0" tIns="0" rIns="0" bIns="0" rtlCol="0">
            <a:noAutofit/>
          </a:bodyPr>
          <a:lstStyle>
            <a:lvl1pPr>
              <a:defRPr sz="2800"/>
            </a:lvl1pPr>
          </a:lstStyle>
          <a:p>
            <a:pPr lvl="0"/>
            <a:r>
              <a:rPr lang="en-US"/>
              <a:t>Click to edit Master text styles</a:t>
            </a:r>
          </a:p>
        </p:txBody>
      </p:sp>
      <p:sp>
        <p:nvSpPr>
          <p:cNvPr id="23" name="Title">
            <a:extLst>
              <a:ext uri="{FF2B5EF4-FFF2-40B4-BE49-F238E27FC236}">
                <a16:creationId xmlns:a16="http://schemas.microsoft.com/office/drawing/2014/main" id="{0B4024D3-AC92-ACA9-EF36-2C7F89704566}"/>
              </a:ext>
            </a:extLst>
          </p:cNvPr>
          <p:cNvSpPr>
            <a:spLocks noGrp="1"/>
          </p:cNvSpPr>
          <p:nvPr>
            <p:ph type="title"/>
          </p:nvPr>
        </p:nvSpPr>
        <p:spPr>
          <a:xfrm>
            <a:off x="762097" y="867100"/>
            <a:ext cx="22859804" cy="1192924"/>
          </a:xfrm>
        </p:spPr>
        <p:txBody>
          <a:bodyPr/>
          <a:lstStyle>
            <a:lvl1pPr algn="l" rtl="0" eaLnBrk="1" fontAlgn="base" hangingPunct="1">
              <a:lnSpc>
                <a:spcPct val="100000"/>
              </a:lnSpc>
              <a:spcBef>
                <a:spcPct val="0"/>
              </a:spcBef>
              <a:spcAft>
                <a:spcPct val="0"/>
              </a:spcAft>
              <a:defRPr lang="en-US" sz="6798" b="1" i="0" dirty="0">
                <a:solidFill>
                  <a:srgbClr val="0043CE"/>
                </a:solidFill>
                <a:latin typeface="IBM Plex Sans" panose="020B0503050203000203" pitchFamily="34" charset="0"/>
                <a:ea typeface="IBM Plex Sans Light" panose="020B0403050203000203" pitchFamily="34" charset="0"/>
                <a:cs typeface="IBM Plex Sans Light" panose="020B0403050203000203" pitchFamily="34" charset="0"/>
              </a:defRPr>
            </a:lvl1pPr>
          </a:lstStyle>
          <a:p>
            <a:r>
              <a:rPr lang="en-US"/>
              <a:t>Click to edit</a:t>
            </a:r>
          </a:p>
        </p:txBody>
      </p:sp>
      <p:sp>
        <p:nvSpPr>
          <p:cNvPr id="24" name="Text Placeholder 15">
            <a:extLst>
              <a:ext uri="{FF2B5EF4-FFF2-40B4-BE49-F238E27FC236}">
                <a16:creationId xmlns:a16="http://schemas.microsoft.com/office/drawing/2014/main" id="{F00581E8-DD7B-3C1E-70E3-8AE5CBFD4F1F}"/>
              </a:ext>
            </a:extLst>
          </p:cNvPr>
          <p:cNvSpPr>
            <a:spLocks noGrp="1"/>
          </p:cNvSpPr>
          <p:nvPr>
            <p:ph type="body" sz="quarter" idx="10" hasCustomPrompt="1"/>
          </p:nvPr>
        </p:nvSpPr>
        <p:spPr>
          <a:xfrm>
            <a:off x="762100" y="2144995"/>
            <a:ext cx="22858550" cy="711298"/>
          </a:xfrm>
        </p:spPr>
        <p:txBody>
          <a:bodyPr/>
          <a:lstStyle>
            <a:lvl1pPr>
              <a:lnSpc>
                <a:spcPct val="100000"/>
              </a:lnSpc>
              <a:defRPr sz="3600" b="1"/>
            </a:lvl1pPr>
          </a:lstStyle>
          <a:p>
            <a:pPr lvl="0"/>
            <a:r>
              <a:rPr lang="en-GB"/>
              <a:t>Add Subtitle Here</a:t>
            </a:r>
          </a:p>
        </p:txBody>
      </p:sp>
      <p:sp>
        <p:nvSpPr>
          <p:cNvPr id="28" name="Text Placeholder 7">
            <a:extLst>
              <a:ext uri="{FF2B5EF4-FFF2-40B4-BE49-F238E27FC236}">
                <a16:creationId xmlns:a16="http://schemas.microsoft.com/office/drawing/2014/main" id="{B95380FE-2E92-5557-4CA2-259086052560}"/>
              </a:ext>
            </a:extLst>
          </p:cNvPr>
          <p:cNvSpPr>
            <a:spLocks noGrp="1"/>
          </p:cNvSpPr>
          <p:nvPr>
            <p:ph type="body" sz="quarter" idx="18" hasCustomPrompt="1"/>
          </p:nvPr>
        </p:nvSpPr>
        <p:spPr>
          <a:xfrm>
            <a:off x="762104" y="304805"/>
            <a:ext cx="4569953" cy="457198"/>
          </a:xfrm>
        </p:spPr>
        <p:txBody>
          <a:bodyPr lIns="0" tIns="0" rIns="0" bIns="0">
            <a:noAutofit/>
          </a:bodyPr>
          <a:lstStyle>
            <a:lvl1pPr marL="0" indent="0">
              <a:lnSpc>
                <a:spcPct val="100000"/>
              </a:lnSpc>
              <a:spcBef>
                <a:spcPts val="0"/>
              </a:spcBef>
              <a:spcAft>
                <a:spcPts val="2334"/>
              </a:spcAft>
              <a:buNone/>
              <a:defRPr sz="2100" b="0" i="0">
                <a:solidFill>
                  <a:srgbClr val="6F6F6F"/>
                </a:solidFill>
                <a:latin typeface="IBM Plex Sans Medm" panose="020B0503050203000203" pitchFamily="34" charset="0"/>
              </a:defRPr>
            </a:lvl1pPr>
            <a:lvl2pPr>
              <a:defRPr sz="1334" b="0" i="0">
                <a:latin typeface="IBM Plex Sans Medm" panose="020B0503050203000203" pitchFamily="34" charset="0"/>
              </a:defRPr>
            </a:lvl2pPr>
            <a:lvl3pPr>
              <a:defRPr sz="1334" b="0" i="0">
                <a:latin typeface="IBM Plex Sans Medm" panose="020B0503050203000203" pitchFamily="34" charset="0"/>
              </a:defRPr>
            </a:lvl3pPr>
            <a:lvl4pPr>
              <a:defRPr sz="1334" b="0" i="0">
                <a:latin typeface="IBM Plex Sans Medm" panose="020B0503050203000203" pitchFamily="34" charset="0"/>
              </a:defRPr>
            </a:lvl4pPr>
            <a:lvl5pPr>
              <a:defRPr sz="1334" b="0" i="0">
                <a:latin typeface="IBM Plex Sans Medm" panose="020B0503050203000203" pitchFamily="34" charset="0"/>
              </a:defRPr>
            </a:lvl5pPr>
          </a:lstStyle>
          <a:p>
            <a:pPr lvl="0"/>
            <a:r>
              <a:rPr lang="en-US"/>
              <a:t>Click to edit optional section header </a:t>
            </a:r>
          </a:p>
        </p:txBody>
      </p:sp>
      <p:pic>
        <p:nvPicPr>
          <p:cNvPr id="3" name="Picture 2">
            <a:extLst>
              <a:ext uri="{FF2B5EF4-FFF2-40B4-BE49-F238E27FC236}">
                <a16:creationId xmlns:a16="http://schemas.microsoft.com/office/drawing/2014/main" id="{1AC9E4F4-7B3E-E987-926F-B4E64CAC1C5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9458580" y="13008196"/>
            <a:ext cx="2902444" cy="472200"/>
          </a:xfrm>
          <a:prstGeom prst="rect">
            <a:avLst/>
          </a:prstGeom>
        </p:spPr>
      </p:pic>
    </p:spTree>
    <p:extLst>
      <p:ext uri="{BB962C8B-B14F-4D97-AF65-F5344CB8AC3E}">
        <p14:creationId xmlns:p14="http://schemas.microsoft.com/office/powerpoint/2010/main" val="2735938996"/>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userDrawn="1">
  <p:cSld name="1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054757"/>
      </p:ext>
    </p:extLst>
  </p:cSld>
  <p:clrMapOvr>
    <a:masterClrMapping/>
  </p:clrMapOvr>
  <p:transition spd="med"/>
</p:sldLayout>
</file>

<file path=ppt/slideLayouts/slideLayout316.xml><?xml version="1.0" encoding="utf-8"?>
<p:sldLayout xmlns:a="http://schemas.openxmlformats.org/drawingml/2006/main" xmlns:r="http://schemas.openxmlformats.org/officeDocument/2006/relationships" xmlns:p="http://schemas.openxmlformats.org/presentationml/2006/main" userDrawn="1">
  <p:cSld name="5_Content">
    <p:spTree>
      <p:nvGrpSpPr>
        <p:cNvPr id="1" name=""/>
        <p:cNvGrpSpPr/>
        <p:nvPr/>
      </p:nvGrpSpPr>
      <p:grpSpPr>
        <a:xfrm>
          <a:off x="0" y="0"/>
          <a:ext cx="0" cy="0"/>
          <a:chOff x="0" y="0"/>
          <a:chExt cx="0" cy="0"/>
        </a:xfrm>
      </p:grpSpPr>
      <p:sp>
        <p:nvSpPr>
          <p:cNvPr id="4" name="Black rectangle">
            <a:extLst>
              <a:ext uri="{FF2B5EF4-FFF2-40B4-BE49-F238E27FC236}">
                <a16:creationId xmlns:a16="http://schemas.microsoft.com/office/drawing/2014/main" id="{8805344B-1AC6-8BF2-B78C-47BF5B043073}"/>
              </a:ext>
              <a:ext uri="{C183D7F6-B498-43B3-948B-1728B52AA6E4}">
                <adec:decorative xmlns:adec="http://schemas.microsoft.com/office/drawing/2017/decorative" val="1"/>
              </a:ext>
            </a:extLst>
          </p:cNvPr>
          <p:cNvSpPr/>
          <p:nvPr userDrawn="1"/>
        </p:nvSpPr>
        <p:spPr>
          <a:xfrm>
            <a:off x="3" y="0"/>
            <a:ext cx="5797121" cy="13716000"/>
          </a:xfrm>
          <a:prstGeom prst="rect">
            <a:avLst/>
          </a:prstGeom>
          <a:solidFill>
            <a:srgbClr val="F4F4F4"/>
          </a:solidFill>
        </p:spPr>
        <p:txBody>
          <a:bodyPr wrap="square" lIns="0" tIns="0" rIns="0" bIns="0" rtlCol="0" anchor="ctr">
            <a:noAutofit/>
          </a:bodyPr>
          <a:lstStyle/>
          <a:p>
            <a:pPr marL="0" marR="0" lvl="0" indent="0" algn="ctr" defTabSz="1828434"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000000"/>
              </a:solidFill>
              <a:effectLst/>
              <a:uLnTx/>
              <a:uFillTx/>
              <a:cs typeface="IBM Plex Sans Light"/>
            </a:endParaRPr>
          </a:p>
        </p:txBody>
      </p:sp>
      <p:sp>
        <p:nvSpPr>
          <p:cNvPr id="12" name="Title">
            <a:extLst>
              <a:ext uri="{FF2B5EF4-FFF2-40B4-BE49-F238E27FC236}">
                <a16:creationId xmlns:a16="http://schemas.microsoft.com/office/drawing/2014/main" id="{C008C15D-C6EE-D94C-AED9-A77F48974D34}"/>
              </a:ext>
            </a:extLst>
          </p:cNvPr>
          <p:cNvSpPr>
            <a:spLocks noGrp="1"/>
          </p:cNvSpPr>
          <p:nvPr>
            <p:ph type="title"/>
          </p:nvPr>
        </p:nvSpPr>
        <p:spPr>
          <a:xfrm>
            <a:off x="762099" y="867099"/>
            <a:ext cx="4569955" cy="2190938"/>
          </a:xfrm>
        </p:spPr>
        <p:txBody>
          <a:bodyPr/>
          <a:lstStyle>
            <a:lvl1pPr algn="l" rtl="0" eaLnBrk="1" fontAlgn="base" hangingPunct="1">
              <a:lnSpc>
                <a:spcPct val="100000"/>
              </a:lnSpc>
              <a:spcBef>
                <a:spcPct val="0"/>
              </a:spcBef>
              <a:spcAft>
                <a:spcPct val="0"/>
              </a:spcAft>
              <a:defRPr lang="en-US" sz="6798" b="1" i="0" dirty="0">
                <a:solidFill>
                  <a:srgbClr val="0043CE"/>
                </a:solidFill>
                <a:latin typeface="IBM Plex Sans" panose="020B0503050203000203" pitchFamily="34" charset="0"/>
                <a:ea typeface="IBM Plex Sans Light" panose="020B0403050203000203" pitchFamily="34" charset="0"/>
                <a:cs typeface="IBM Plex Sans Light" panose="020B0403050203000203" pitchFamily="34" charset="0"/>
              </a:defRPr>
            </a:lvl1pPr>
          </a:lstStyle>
          <a:p>
            <a:r>
              <a:rPr lang="en-US"/>
              <a:t>Click to edit</a:t>
            </a:r>
          </a:p>
        </p:txBody>
      </p:sp>
      <p:sp>
        <p:nvSpPr>
          <p:cNvPr id="2" name="Rectangle 1">
            <a:extLst>
              <a:ext uri="{FF2B5EF4-FFF2-40B4-BE49-F238E27FC236}">
                <a16:creationId xmlns:a16="http://schemas.microsoft.com/office/drawing/2014/main" id="{250C6EE2-9939-13EE-9698-131DC1D57374}"/>
              </a:ext>
            </a:extLst>
          </p:cNvPr>
          <p:cNvSpPr/>
          <p:nvPr userDrawn="1"/>
        </p:nvSpPr>
        <p:spPr bwMode="auto">
          <a:xfrm>
            <a:off x="0" y="13614402"/>
            <a:ext cx="24397072" cy="101600"/>
          </a:xfrm>
          <a:prstGeom prst="rect">
            <a:avLst/>
          </a:prstGeom>
          <a:gradFill>
            <a:gsLst>
              <a:gs pos="0">
                <a:srgbClr val="FFC100"/>
              </a:gs>
              <a:gs pos="100000">
                <a:srgbClr val="FF585D"/>
              </a:gs>
            </a:gsLst>
            <a:lin ang="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7" name="TextBox 6">
            <a:extLst>
              <a:ext uri="{FF2B5EF4-FFF2-40B4-BE49-F238E27FC236}">
                <a16:creationId xmlns:a16="http://schemas.microsoft.com/office/drawing/2014/main" id="{30BC9AAE-9434-3612-FA29-EA8ACFF46888}"/>
              </a:ext>
            </a:extLst>
          </p:cNvPr>
          <p:cNvSpPr txBox="1"/>
          <p:nvPr userDrawn="1"/>
        </p:nvSpPr>
        <p:spPr>
          <a:xfrm>
            <a:off x="766064" y="13119795"/>
            <a:ext cx="758135" cy="365086"/>
          </a:xfrm>
          <a:prstGeom prst="rect">
            <a:avLst/>
          </a:prstGeom>
          <a:noFill/>
        </p:spPr>
        <p:txBody>
          <a:bodyPr wrap="square" lIns="0" tIns="0" rIns="0" bIns="0" rtlCol="0">
            <a:noAutofit/>
          </a:bodyPr>
          <a:lstStyle/>
          <a:p>
            <a:pPr algn="l">
              <a:lnSpc>
                <a:spcPct val="110000"/>
              </a:lnSpc>
              <a:spcBef>
                <a:spcPts val="3000"/>
              </a:spcBef>
            </a:pPr>
            <a:fld id="{5703191B-A4A8-4141-A229-4AAA1EA5695E}" type="slidenum">
              <a:rPr lang="en-US" sz="1800" b="0" i="0" smtClean="0">
                <a:solidFill>
                  <a:schemeClr val="tx1"/>
                </a:solidFill>
                <a:latin typeface="IBM Plex Sans Medm" panose="020B0503050203000203" pitchFamily="34" charset="0"/>
                <a:ea typeface="IBM Plex Sans" charset="0"/>
                <a:cs typeface="IBM Plex Sans" charset="0"/>
              </a:rPr>
              <a:pPr algn="l">
                <a:lnSpc>
                  <a:spcPct val="110000"/>
                </a:lnSpc>
                <a:spcBef>
                  <a:spcPts val="3000"/>
                </a:spcBef>
              </a:pPr>
              <a:t>‹#›</a:t>
            </a:fld>
            <a:endParaRPr lang="en-US" sz="1800" b="0" i="0">
              <a:solidFill>
                <a:schemeClr val="tx1"/>
              </a:solidFill>
              <a:latin typeface="IBM Plex Sans Medm" panose="020B0503050203000203" pitchFamily="34" charset="0"/>
              <a:ea typeface="IBM Plex Sans" charset="0"/>
              <a:cs typeface="IBM Plex Sans" charset="0"/>
            </a:endParaRPr>
          </a:p>
        </p:txBody>
      </p:sp>
      <p:sp>
        <p:nvSpPr>
          <p:cNvPr id="9" name="Footer Placeholder 3">
            <a:extLst>
              <a:ext uri="{FF2B5EF4-FFF2-40B4-BE49-F238E27FC236}">
                <a16:creationId xmlns:a16="http://schemas.microsoft.com/office/drawing/2014/main" id="{981E2FD6-B245-396B-DB6A-8A5473D95882}"/>
              </a:ext>
            </a:extLst>
          </p:cNvPr>
          <p:cNvSpPr txBox="1">
            <a:spLocks/>
          </p:cNvSpPr>
          <p:nvPr userDrawn="1"/>
        </p:nvSpPr>
        <p:spPr>
          <a:xfrm>
            <a:off x="1524198" y="13119795"/>
            <a:ext cx="3807856"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4" b="0" i="0">
                <a:solidFill>
                  <a:srgbClr val="525252"/>
                </a:solidFill>
                <a:latin typeface="IBM Plex Sans Light" panose="020B0403050203000203" pitchFamily="34" charset="0"/>
                <a:ea typeface="IBM Plex Sans" charset="0"/>
                <a:cs typeface="IBM Plex Sans" charset="0"/>
              </a:rPr>
              <a:t>IBM Consulting  |  </a:t>
            </a:r>
            <a:r>
              <a:rPr lang="en-US" sz="1334" b="0" i="0">
                <a:solidFill>
                  <a:srgbClr val="525252"/>
                </a:solidFill>
                <a:latin typeface="+mn-lt"/>
                <a:ea typeface="IBM Plex Sans" charset="0"/>
                <a:cs typeface="IBM Plex Sans" charset="0"/>
              </a:rPr>
              <a:t>©2025 IBM Corporation</a:t>
            </a:r>
            <a:r>
              <a:rPr lang="en-US" sz="1334" b="0" i="0">
                <a:solidFill>
                  <a:srgbClr val="525252"/>
                </a:solidFill>
                <a:latin typeface="IBM Plex Sans Light" panose="020B0403050203000203" pitchFamily="34" charset="0"/>
                <a:ea typeface="IBM Plex Sans" charset="0"/>
                <a:cs typeface="IBM Plex Sans" charset="0"/>
              </a:rPr>
              <a:t>  </a:t>
            </a:r>
          </a:p>
        </p:txBody>
      </p:sp>
      <p:sp>
        <p:nvSpPr>
          <p:cNvPr id="16" name="Text Placeholder 15">
            <a:extLst>
              <a:ext uri="{FF2B5EF4-FFF2-40B4-BE49-F238E27FC236}">
                <a16:creationId xmlns:a16="http://schemas.microsoft.com/office/drawing/2014/main" id="{795F4D14-56A3-CB27-62DE-A1C65846535A}"/>
              </a:ext>
            </a:extLst>
          </p:cNvPr>
          <p:cNvSpPr>
            <a:spLocks noGrp="1"/>
          </p:cNvSpPr>
          <p:nvPr>
            <p:ph type="body" sz="quarter" idx="10" hasCustomPrompt="1"/>
          </p:nvPr>
        </p:nvSpPr>
        <p:spPr>
          <a:xfrm>
            <a:off x="762101" y="3337299"/>
            <a:ext cx="4569955" cy="1390838"/>
          </a:xfrm>
        </p:spPr>
        <p:txBody>
          <a:bodyPr/>
          <a:lstStyle>
            <a:lvl1pPr>
              <a:lnSpc>
                <a:spcPct val="100000"/>
              </a:lnSpc>
              <a:defRPr sz="3200" b="1"/>
            </a:lvl1pPr>
          </a:lstStyle>
          <a:p>
            <a:pPr lvl="0"/>
            <a:r>
              <a:rPr lang="en-GB"/>
              <a:t>Add Subtitle Here</a:t>
            </a:r>
          </a:p>
        </p:txBody>
      </p:sp>
      <p:sp>
        <p:nvSpPr>
          <p:cNvPr id="5" name="Text Placeholder 7">
            <a:extLst>
              <a:ext uri="{FF2B5EF4-FFF2-40B4-BE49-F238E27FC236}">
                <a16:creationId xmlns:a16="http://schemas.microsoft.com/office/drawing/2014/main" id="{C94A2A6C-274C-FAE7-DBEF-093A594227BB}"/>
              </a:ext>
            </a:extLst>
          </p:cNvPr>
          <p:cNvSpPr>
            <a:spLocks noGrp="1"/>
          </p:cNvSpPr>
          <p:nvPr>
            <p:ph type="body" sz="quarter" idx="18" hasCustomPrompt="1"/>
          </p:nvPr>
        </p:nvSpPr>
        <p:spPr>
          <a:xfrm>
            <a:off x="762104" y="304805"/>
            <a:ext cx="4569953" cy="457198"/>
          </a:xfrm>
        </p:spPr>
        <p:txBody>
          <a:bodyPr lIns="0" tIns="0" rIns="0" bIns="0">
            <a:noAutofit/>
          </a:bodyPr>
          <a:lstStyle>
            <a:lvl1pPr marL="0" indent="0">
              <a:lnSpc>
                <a:spcPct val="100000"/>
              </a:lnSpc>
              <a:spcBef>
                <a:spcPts val="0"/>
              </a:spcBef>
              <a:spcAft>
                <a:spcPts val="2334"/>
              </a:spcAft>
              <a:buNone/>
              <a:defRPr sz="2100" b="0" i="0">
                <a:solidFill>
                  <a:srgbClr val="6F6F6F"/>
                </a:solidFill>
                <a:latin typeface="IBM Plex Sans Medm" panose="020B0503050203000203" pitchFamily="34" charset="0"/>
              </a:defRPr>
            </a:lvl1pPr>
            <a:lvl2pPr>
              <a:defRPr sz="1334" b="0" i="0">
                <a:latin typeface="IBM Plex Sans Medm" panose="020B0503050203000203" pitchFamily="34" charset="0"/>
              </a:defRPr>
            </a:lvl2pPr>
            <a:lvl3pPr>
              <a:defRPr sz="1334" b="0" i="0">
                <a:latin typeface="IBM Plex Sans Medm" panose="020B0503050203000203" pitchFamily="34" charset="0"/>
              </a:defRPr>
            </a:lvl3pPr>
            <a:lvl4pPr>
              <a:defRPr sz="1334" b="0" i="0">
                <a:latin typeface="IBM Plex Sans Medm" panose="020B0503050203000203" pitchFamily="34" charset="0"/>
              </a:defRPr>
            </a:lvl4pPr>
            <a:lvl5pPr>
              <a:defRPr sz="1334" b="0" i="0">
                <a:latin typeface="IBM Plex Sans Medm" panose="020B0503050203000203" pitchFamily="34" charset="0"/>
              </a:defRPr>
            </a:lvl5pPr>
          </a:lstStyle>
          <a:p>
            <a:pPr lvl="0"/>
            <a:r>
              <a:rPr lang="en-US"/>
              <a:t>Click to edit optional section header </a:t>
            </a:r>
          </a:p>
        </p:txBody>
      </p:sp>
      <p:pic>
        <p:nvPicPr>
          <p:cNvPr id="6" name="Picture 5">
            <a:extLst>
              <a:ext uri="{FF2B5EF4-FFF2-40B4-BE49-F238E27FC236}">
                <a16:creationId xmlns:a16="http://schemas.microsoft.com/office/drawing/2014/main" id="{A624D338-4CD0-B73D-2D65-3CC498DF60A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742572" y="13064352"/>
            <a:ext cx="943653" cy="381000"/>
          </a:xfrm>
          <a:prstGeom prst="rect">
            <a:avLst/>
          </a:prstGeom>
        </p:spPr>
      </p:pic>
      <p:sp>
        <p:nvSpPr>
          <p:cNvPr id="3" name="Content Placeholder 4">
            <a:extLst>
              <a:ext uri="{FF2B5EF4-FFF2-40B4-BE49-F238E27FC236}">
                <a16:creationId xmlns:a16="http://schemas.microsoft.com/office/drawing/2014/main" id="{AECED77E-0974-92F4-D1A0-D03C582BFEEF}"/>
              </a:ext>
            </a:extLst>
          </p:cNvPr>
          <p:cNvSpPr>
            <a:spLocks noGrp="1"/>
          </p:cNvSpPr>
          <p:nvPr>
            <p:ph sz="quarter" idx="21"/>
          </p:nvPr>
        </p:nvSpPr>
        <p:spPr>
          <a:xfrm>
            <a:off x="6302386" y="740550"/>
            <a:ext cx="17589428" cy="12133304"/>
          </a:xfrm>
          <a:noFill/>
        </p:spPr>
        <p:txBody>
          <a:bodyPr lIns="228600" tIns="457200" rIns="4572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A8B8E74D-7CC2-7893-CEB3-1EC642CAEB3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9458580" y="13008196"/>
            <a:ext cx="2902444" cy="472200"/>
          </a:xfrm>
          <a:prstGeom prst="rect">
            <a:avLst/>
          </a:prstGeom>
        </p:spPr>
      </p:pic>
    </p:spTree>
    <p:extLst>
      <p:ext uri="{BB962C8B-B14F-4D97-AF65-F5344CB8AC3E}">
        <p14:creationId xmlns:p14="http://schemas.microsoft.com/office/powerpoint/2010/main" val="496128107"/>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userDrawn="1">
  <p:cSld name="2_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1001383"/>
            <a:ext cx="23236427" cy="1125138"/>
          </a:xfrm>
        </p:spPr>
        <p:txBody>
          <a:bodyPr/>
          <a:lstStyle>
            <a:lvl1pPr>
              <a:lnSpc>
                <a:spcPct val="110000"/>
              </a:lnSpc>
              <a:defRPr sz="4400" b="1">
                <a:solidFill>
                  <a:schemeClr val="tx2"/>
                </a:solidFill>
              </a:defRPr>
            </a:lvl1pPr>
          </a:lstStyle>
          <a:p>
            <a:r>
              <a:rPr lang="de-DE"/>
              <a:t>Mastertitelformat bearbeiten</a:t>
            </a:r>
            <a:endParaRPr lang="en-US"/>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16948340" y="12804060"/>
            <a:ext cx="6321093" cy="381000"/>
          </a:xfrm>
        </p:spPr>
        <p:txBody>
          <a:bodyPr/>
          <a:lstStyle/>
          <a:p>
            <a:r>
              <a:rPr lang="en-US" b="1">
                <a:solidFill>
                  <a:srgbClr val="000000"/>
                </a:solidFill>
              </a:rPr>
              <a:t>IBM Consulting for Nestlé | IBM confidential</a:t>
            </a:r>
            <a:endParaRPr lang="en-US">
              <a:solidFill>
                <a:srgbClr val="000000"/>
              </a:solidFill>
            </a:endParaRP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411749" y="12938841"/>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5" name="Textplatzhalter 14">
            <a:extLst>
              <a:ext uri="{FF2B5EF4-FFF2-40B4-BE49-F238E27FC236}">
                <a16:creationId xmlns:a16="http://schemas.microsoft.com/office/drawing/2014/main" id="{15B3F004-AECF-BCF7-C084-CE4CA605BF8F}"/>
              </a:ext>
            </a:extLst>
          </p:cNvPr>
          <p:cNvSpPr>
            <a:spLocks noGrp="1"/>
          </p:cNvSpPr>
          <p:nvPr>
            <p:ph type="body" sz="quarter" idx="19"/>
          </p:nvPr>
        </p:nvSpPr>
        <p:spPr>
          <a:xfrm>
            <a:off x="568324" y="231776"/>
            <a:ext cx="20992657" cy="567100"/>
          </a:xfrm>
        </p:spPr>
        <p:txBody>
          <a:bodyPr/>
          <a:lstStyle>
            <a:lvl1pPr>
              <a:defRPr sz="3200">
                <a:solidFill>
                  <a:schemeClr val="accent1"/>
                </a:solidFill>
              </a:defRPr>
            </a:lvl1pPr>
          </a:lstStyle>
          <a:p>
            <a:pPr lvl="0"/>
            <a:r>
              <a:rPr lang="de-DE"/>
              <a:t>Mastertextformat</a:t>
            </a:r>
            <a:endParaRPr lang="en-DE"/>
          </a:p>
        </p:txBody>
      </p:sp>
      <p:grpSp>
        <p:nvGrpSpPr>
          <p:cNvPr id="23" name="Gruppieren 22">
            <a:extLst>
              <a:ext uri="{FF2B5EF4-FFF2-40B4-BE49-F238E27FC236}">
                <a16:creationId xmlns:a16="http://schemas.microsoft.com/office/drawing/2014/main" id="{3175A83E-EA5D-9214-BAAF-BFE606C46CC5}"/>
              </a:ext>
            </a:extLst>
          </p:cNvPr>
          <p:cNvGrpSpPr/>
          <p:nvPr userDrawn="1"/>
        </p:nvGrpSpPr>
        <p:grpSpPr>
          <a:xfrm>
            <a:off x="833227" y="12469362"/>
            <a:ext cx="2116390" cy="669392"/>
            <a:chOff x="416559" y="6234681"/>
            <a:chExt cx="1058057" cy="334696"/>
          </a:xfrm>
        </p:grpSpPr>
        <p:pic>
          <p:nvPicPr>
            <p:cNvPr id="16" name="Picture 12">
              <a:extLst>
                <a:ext uri="{FF2B5EF4-FFF2-40B4-BE49-F238E27FC236}">
                  <a16:creationId xmlns:a16="http://schemas.microsoft.com/office/drawing/2014/main" id="{97125832-CD5D-E838-5CB5-779D66A3A2DE}"/>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rcRect/>
            <a:stretch/>
          </p:blipFill>
          <p:spPr>
            <a:xfrm>
              <a:off x="416559" y="6300227"/>
              <a:ext cx="487371" cy="207132"/>
            </a:xfrm>
            <a:prstGeom prst="rect">
              <a:avLst/>
            </a:prstGeom>
          </p:spPr>
        </p:pic>
        <p:cxnSp>
          <p:nvCxnSpPr>
            <p:cNvPr id="17" name="Straight Connector 14">
              <a:extLst>
                <a:ext uri="{FF2B5EF4-FFF2-40B4-BE49-F238E27FC236}">
                  <a16:creationId xmlns:a16="http://schemas.microsoft.com/office/drawing/2014/main" id="{919863F7-8B53-0D6B-B148-01B524B8BAC6}"/>
                </a:ext>
              </a:extLst>
            </p:cNvPr>
            <p:cNvCxnSpPr>
              <a:cxnSpLocks/>
            </p:cNvCxnSpPr>
            <p:nvPr userDrawn="1"/>
          </p:nvCxnSpPr>
          <p:spPr bwMode="auto">
            <a:xfrm>
              <a:off x="1032924" y="6234681"/>
              <a:ext cx="0" cy="33469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026" name="Picture 2">
              <a:extLst>
                <a:ext uri="{FF2B5EF4-FFF2-40B4-BE49-F238E27FC236}">
                  <a16:creationId xmlns:a16="http://schemas.microsoft.com/office/drawing/2014/main" id="{09AAEAE2-D1E2-EE66-E6DF-904E5C677AE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93803" y="6261623"/>
              <a:ext cx="280813" cy="28081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64571515"/>
      </p:ext>
    </p:extLst>
  </p:cSld>
  <p:clrMapOvr>
    <a:masterClrMapping/>
  </p:clrMapOvr>
  <p:transition spd="med"/>
</p:sldLayout>
</file>

<file path=ppt/slideLayouts/slideLayout318.xml><?xml version="1.0" encoding="utf-8"?>
<p:sldLayout xmlns:a="http://schemas.openxmlformats.org/drawingml/2006/main" xmlns:r="http://schemas.openxmlformats.org/officeDocument/2006/relationships" xmlns:p="http://schemas.openxmlformats.org/presentationml/2006/main" userDrawn="1">
  <p:cSld name="7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6" y="818966"/>
            <a:ext cx="23236499" cy="701860"/>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6" y="12816005"/>
            <a:ext cx="4956175" cy="246222"/>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51" y="12951545"/>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6" y="261863"/>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630635157"/>
      </p:ext>
    </p:extLst>
  </p:cSld>
  <p:clrMapOvr>
    <a:masterClrMapping/>
  </p:clrMapOvr>
  <p:transition spd="med"/>
</p:sldLayout>
</file>

<file path=ppt/slideLayouts/slideLayout319.xml><?xml version="1.0" encoding="utf-8"?>
<p:sldLayout xmlns:a="http://schemas.openxmlformats.org/drawingml/2006/main" xmlns:r="http://schemas.openxmlformats.org/officeDocument/2006/relationships" xmlns:p="http://schemas.openxmlformats.org/presentationml/2006/main" userDrawn="1">
  <p:cSld name="L3, headline">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C809A6F-4602-B5BA-D8F1-F1C390C14B1E}"/>
              </a:ext>
            </a:extLst>
          </p:cNvPr>
          <p:cNvSpPr>
            <a:spLocks noGrp="1"/>
          </p:cNvSpPr>
          <p:nvPr>
            <p:ph type="ftr" sz="quarter" idx="34"/>
          </p:nvPr>
        </p:nvSpPr>
        <p:spPr/>
        <p:txBody>
          <a:bodyPr/>
          <a:lstStyle/>
          <a:p>
            <a:r>
              <a:rPr lang="en-US"/>
              <a:t>IBM Consulting for Nestlé | IBM confidential</a:t>
            </a:r>
          </a:p>
        </p:txBody>
      </p:sp>
      <p:sp>
        <p:nvSpPr>
          <p:cNvPr id="15" name="Slide Number Placeholder 14">
            <a:extLst>
              <a:ext uri="{FF2B5EF4-FFF2-40B4-BE49-F238E27FC236}">
                <a16:creationId xmlns:a16="http://schemas.microsoft.com/office/drawing/2014/main" id="{32E144E9-D5D8-E4E3-E886-6F328ABBC3C1}"/>
              </a:ext>
            </a:extLst>
          </p:cNvPr>
          <p:cNvSpPr>
            <a:spLocks noGrp="1"/>
          </p:cNvSpPr>
          <p:nvPr>
            <p:ph type="sldNum" sz="quarter" idx="35"/>
          </p:nvPr>
        </p:nvSpPr>
        <p:spPr/>
        <p:txBody>
          <a:bodyPr/>
          <a:lstStyle/>
          <a:p>
            <a:fld id="{86CB4B4D-7CA3-9044-876B-883B54F8677D}" type="slidenum">
              <a:rPr lang="en-US" smtClean="0"/>
              <a:pPr/>
              <a:t>‹#›</a:t>
            </a:fld>
            <a:endParaRPr lang="en-US"/>
          </a:p>
        </p:txBody>
      </p:sp>
      <p:sp>
        <p:nvSpPr>
          <p:cNvPr id="2" name="Title 1">
            <a:extLst>
              <a:ext uri="{FF2B5EF4-FFF2-40B4-BE49-F238E27FC236}">
                <a16:creationId xmlns:a16="http://schemas.microsoft.com/office/drawing/2014/main" id="{A282A9CC-AE00-AD4A-A7AA-B3729FBDE78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6124154"/>
      </p:ext>
    </p:extLst>
  </p:cSld>
  <p:clrMapOvr>
    <a:masterClrMapping/>
  </p:clrMapOvr>
  <p:transition spd="med"/>
</p:sldLayout>
</file>

<file path=ppt/slideLayouts/slideLayout320.xml><?xml version="1.0" encoding="utf-8"?>
<p:sldLayout xmlns:a="http://schemas.openxmlformats.org/drawingml/2006/main" xmlns:r="http://schemas.openxmlformats.org/officeDocument/2006/relationships" xmlns:p="http://schemas.openxmlformats.org/presentationml/2006/main" userDrawn="1">
  <p:cSld name="2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377835"/>
      </p:ext>
    </p:extLst>
  </p:cSld>
  <p:clrMapOvr>
    <a:masterClrMapping/>
  </p:clrMapOvr>
  <p:transition spd="med"/>
</p:sldLayout>
</file>

<file path=ppt/slideLayouts/slideLayout321.xml><?xml version="1.0" encoding="utf-8"?>
<p:sldLayout xmlns:a="http://schemas.openxmlformats.org/drawingml/2006/main" xmlns:r="http://schemas.openxmlformats.org/officeDocument/2006/relationships" xmlns:p="http://schemas.openxmlformats.org/presentationml/2006/main" userDrawn="1">
  <p:cSld name="18_Blank slid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4"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41"/>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pic>
        <p:nvPicPr>
          <p:cNvPr id="5" name="Picture 4">
            <a:extLst>
              <a:ext uri="{FF2B5EF4-FFF2-40B4-BE49-F238E27FC236}">
                <a16:creationId xmlns:a16="http://schemas.microsoft.com/office/drawing/2014/main" id="{6169AE6C-EA6C-2208-AE5C-002D6CA89C63}"/>
              </a:ext>
            </a:extLst>
          </p:cNvPr>
          <p:cNvPicPr>
            <a:picLocks noChangeAspect="1"/>
          </p:cNvPicPr>
          <p:nvPr userDrawn="1"/>
        </p:nvPicPr>
        <p:blipFill>
          <a:blip r:embed="rId2"/>
          <a:srcRect/>
          <a:stretch/>
        </p:blipFill>
        <p:spPr>
          <a:xfrm>
            <a:off x="3" y="1354"/>
            <a:ext cx="24389585" cy="13714644"/>
          </a:xfrm>
          <a:prstGeom prst="rect">
            <a:avLst/>
          </a:prstGeom>
        </p:spPr>
      </p:pic>
    </p:spTree>
    <p:extLst>
      <p:ext uri="{BB962C8B-B14F-4D97-AF65-F5344CB8AC3E}">
        <p14:creationId xmlns:p14="http://schemas.microsoft.com/office/powerpoint/2010/main" val="2214237786"/>
      </p:ext>
    </p:extLst>
  </p:cSld>
  <p:clrMapOvr>
    <a:masterClrMapping/>
  </p:clrMapOvr>
  <p:transition spd="med"/>
</p:sldLayout>
</file>

<file path=ppt/slideLayouts/slideLayout322.xml><?xml version="1.0" encoding="utf-8"?>
<p:sldLayout xmlns:a="http://schemas.openxmlformats.org/drawingml/2006/main" xmlns:r="http://schemas.openxmlformats.org/officeDocument/2006/relationships" xmlns:p="http://schemas.openxmlformats.org/presentationml/2006/main" userDrawn="1">
  <p:cSld name="6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012677"/>
      </p:ext>
    </p:extLst>
  </p:cSld>
  <p:clrMapOvr>
    <a:masterClrMapping/>
  </p:clrMapOvr>
  <p:transition spd="med"/>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5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482549"/>
      </p:ext>
    </p:extLst>
  </p:cSld>
  <p:clrMapOvr>
    <a:masterClrMapping/>
  </p:clrMapOvr>
  <p:transition spd="med"/>
</p:sldLayout>
</file>

<file path=ppt/slideLayouts/slideLayout324.xml><?xml version="1.0" encoding="utf-8"?>
<p:sldLayout xmlns:a="http://schemas.openxmlformats.org/drawingml/2006/main" xmlns:r="http://schemas.openxmlformats.org/officeDocument/2006/relationships" xmlns:p="http://schemas.openxmlformats.org/presentationml/2006/main" userDrawn="1">
  <p:cSld name="9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556207"/>
      </p:ext>
    </p:extLst>
  </p:cSld>
  <p:clrMapOvr>
    <a:masterClrMapping/>
  </p:clrMapOvr>
  <p:transition spd="med"/>
</p:sldLayout>
</file>

<file path=ppt/slideLayouts/slideLayout325.xml><?xml version="1.0" encoding="utf-8"?>
<p:sldLayout xmlns:a="http://schemas.openxmlformats.org/drawingml/2006/main" xmlns:r="http://schemas.openxmlformats.org/officeDocument/2006/relationships" xmlns:p="http://schemas.openxmlformats.org/presentationml/2006/main" userDrawn="1">
  <p:cSld name="8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10218"/>
      </p:ext>
    </p:extLst>
  </p:cSld>
  <p:clrMapOvr>
    <a:masterClrMapping/>
  </p:clrMapOvr>
  <p:transition spd="med"/>
</p:sldLayout>
</file>

<file path=ppt/slideLayouts/slideLayout326.xml><?xml version="1.0" encoding="utf-8"?>
<p:sldLayout xmlns:a="http://schemas.openxmlformats.org/drawingml/2006/main" xmlns:r="http://schemas.openxmlformats.org/officeDocument/2006/relationships" xmlns:p="http://schemas.openxmlformats.org/presentationml/2006/main" userDrawn="1">
  <p:cSld name="7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390306"/>
      </p:ext>
    </p:extLst>
  </p:cSld>
  <p:clrMapOvr>
    <a:masterClrMapping/>
  </p:clrMapOvr>
  <p:transition spd="med"/>
</p:sldLayout>
</file>

<file path=ppt/slideLayouts/slideLayout327.xml><?xml version="1.0" encoding="utf-8"?>
<p:sldLayout xmlns:a="http://schemas.openxmlformats.org/drawingml/2006/main" xmlns:r="http://schemas.openxmlformats.org/officeDocument/2006/relationships" xmlns:p="http://schemas.openxmlformats.org/presentationml/2006/main" userDrawn="1">
  <p:cSld name="4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08419"/>
      </p:ext>
    </p:extLst>
  </p:cSld>
  <p:clrMapOvr>
    <a:masterClrMapping/>
  </p:clrMapOvr>
  <p:transition spd="med"/>
</p:sldLayout>
</file>

<file path=ppt/slideLayouts/slideLayout328.xml><?xml version="1.0" encoding="utf-8"?>
<p:sldLayout xmlns:a="http://schemas.openxmlformats.org/drawingml/2006/main" xmlns:r="http://schemas.openxmlformats.org/officeDocument/2006/relationships" xmlns:p="http://schemas.openxmlformats.org/presentationml/2006/main" userDrawn="1">
  <p:cSld name="3_Table of Contents">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4C80D6BF-30B9-77A1-5534-ED9973EC96FE}"/>
              </a:ext>
            </a:extLst>
          </p:cNvPr>
          <p:cNvSpPr/>
          <p:nvPr userDrawn="1"/>
        </p:nvSpPr>
        <p:spPr bwMode="auto">
          <a:xfrm rot="16200000">
            <a:off x="12359860" y="681595"/>
            <a:ext cx="12708904" cy="11345719"/>
          </a:xfrm>
          <a:custGeom>
            <a:avLst/>
            <a:gdLst>
              <a:gd name="connsiteX0" fmla="*/ 6354452 w 6354452"/>
              <a:gd name="connsiteY0" fmla="*/ 0 h 5672860"/>
              <a:gd name="connsiteX1" fmla="*/ 6354451 w 6354452"/>
              <a:gd name="connsiteY1" fmla="*/ 5672860 h 5672860"/>
              <a:gd name="connsiteX2" fmla="*/ 0 w 6354452"/>
              <a:gd name="connsiteY2" fmla="*/ 5672859 h 5672860"/>
              <a:gd name="connsiteX3" fmla="*/ 6095 w 6354452"/>
              <a:gd name="connsiteY3" fmla="*/ 5635986 h 5672860"/>
              <a:gd name="connsiteX4" fmla="*/ 6069147 w 6354452"/>
              <a:gd name="connsiteY4" fmla="*/ 21519 h 5672860"/>
              <a:gd name="connsiteX5" fmla="*/ 6354452 w 6354452"/>
              <a:gd name="connsiteY5" fmla="*/ 0 h 56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4452" h="5672860">
                <a:moveTo>
                  <a:pt x="6354452" y="0"/>
                </a:moveTo>
                <a:lnTo>
                  <a:pt x="6354451" y="5672860"/>
                </a:lnTo>
                <a:lnTo>
                  <a:pt x="0" y="5672859"/>
                </a:lnTo>
                <a:lnTo>
                  <a:pt x="6095" y="5635986"/>
                </a:lnTo>
                <a:cubicBezTo>
                  <a:pt x="571185" y="2638565"/>
                  <a:pt x="3029699" y="324440"/>
                  <a:pt x="6069147" y="21519"/>
                </a:cubicBezTo>
                <a:lnTo>
                  <a:pt x="6354452" y="0"/>
                </a:lnTo>
                <a:close/>
              </a:path>
            </a:pathLst>
          </a:custGeom>
          <a:solidFill>
            <a:srgbClr val="F05357"/>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R="0" lvl="0" indent="0" defTabSz="1828252" fontAlgn="base">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endParaRPr>
          </a:p>
        </p:txBody>
      </p:sp>
      <p:sp>
        <p:nvSpPr>
          <p:cNvPr id="25" name="Freeform 24">
            <a:extLst>
              <a:ext uri="{FF2B5EF4-FFF2-40B4-BE49-F238E27FC236}">
                <a16:creationId xmlns:a16="http://schemas.microsoft.com/office/drawing/2014/main" id="{92E7DEE6-C300-900C-21C4-9F97E76CDBA1}"/>
              </a:ext>
            </a:extLst>
          </p:cNvPr>
          <p:cNvSpPr/>
          <p:nvPr userDrawn="1"/>
        </p:nvSpPr>
        <p:spPr bwMode="auto">
          <a:xfrm>
            <a:off x="13179721" y="20820"/>
            <a:ext cx="13740231" cy="13650276"/>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gradFill flip="none" rotWithShape="1">
            <a:gsLst>
              <a:gs pos="0">
                <a:srgbClr val="FD575B"/>
              </a:gs>
              <a:gs pos="100000">
                <a:srgbClr val="FFB30B"/>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3" name="Freeform 2">
            <a:extLst>
              <a:ext uri="{FF2B5EF4-FFF2-40B4-BE49-F238E27FC236}">
                <a16:creationId xmlns:a16="http://schemas.microsoft.com/office/drawing/2014/main" id="{3E4E17E9-8C97-D9F0-95CC-B38A9B242DF7}"/>
              </a:ext>
            </a:extLst>
          </p:cNvPr>
          <p:cNvSpPr/>
          <p:nvPr userDrawn="1"/>
        </p:nvSpPr>
        <p:spPr bwMode="auto">
          <a:xfrm flipH="1" flipV="1">
            <a:off x="1" y="0"/>
            <a:ext cx="21076710" cy="8831688"/>
          </a:xfrm>
          <a:custGeom>
            <a:avLst/>
            <a:gdLst>
              <a:gd name="connsiteX0" fmla="*/ 4998792 w 10538355"/>
              <a:gd name="connsiteY0" fmla="*/ 0 h 4446113"/>
              <a:gd name="connsiteX1" fmla="*/ 4998833 w 10538355"/>
              <a:gd name="connsiteY1" fmla="*/ 1 h 4446113"/>
              <a:gd name="connsiteX2" fmla="*/ 5081667 w 10538355"/>
              <a:gd name="connsiteY2" fmla="*/ 1 h 4446113"/>
              <a:gd name="connsiteX3" fmla="*/ 5081667 w 10538355"/>
              <a:gd name="connsiteY3" fmla="*/ 2092 h 4446113"/>
              <a:gd name="connsiteX4" fmla="*/ 5290238 w 10538355"/>
              <a:gd name="connsiteY4" fmla="*/ 7356 h 4446113"/>
              <a:gd name="connsiteX5" fmla="*/ 10514235 w 10538355"/>
              <a:gd name="connsiteY5" fmla="*/ 4335822 h 4446113"/>
              <a:gd name="connsiteX6" fmla="*/ 10538355 w 10538355"/>
              <a:gd name="connsiteY6" fmla="*/ 4446113 h 4446113"/>
              <a:gd name="connsiteX7" fmla="*/ 0 w 10538355"/>
              <a:gd name="connsiteY7" fmla="*/ 4446113 h 4446113"/>
              <a:gd name="connsiteX8" fmla="*/ 0 w 10538355"/>
              <a:gd name="connsiteY8" fmla="*/ 1 h 4446113"/>
              <a:gd name="connsiteX9" fmla="*/ 4998792 w 10538355"/>
              <a:gd name="connsiteY9" fmla="*/ 1 h 4446113"/>
              <a:gd name="connsiteX10" fmla="*/ 4998792 w 10538355"/>
              <a:gd name="connsiteY10" fmla="*/ 0 h 44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38355" h="4446113">
                <a:moveTo>
                  <a:pt x="4998792" y="0"/>
                </a:moveTo>
                <a:lnTo>
                  <a:pt x="4998833" y="1"/>
                </a:lnTo>
                <a:lnTo>
                  <a:pt x="5081667" y="1"/>
                </a:lnTo>
                <a:lnTo>
                  <a:pt x="5081667" y="2092"/>
                </a:lnTo>
                <a:lnTo>
                  <a:pt x="5290238" y="7356"/>
                </a:lnTo>
                <a:cubicBezTo>
                  <a:pt x="7832711" y="136006"/>
                  <a:pt x="9934537" y="1938351"/>
                  <a:pt x="10514235" y="4335822"/>
                </a:cubicBezTo>
                <a:lnTo>
                  <a:pt x="10538355" y="4446113"/>
                </a:lnTo>
                <a:lnTo>
                  <a:pt x="0" y="4446113"/>
                </a:lnTo>
                <a:lnTo>
                  <a:pt x="0" y="1"/>
                </a:lnTo>
                <a:lnTo>
                  <a:pt x="4998792" y="1"/>
                </a:lnTo>
                <a:lnTo>
                  <a:pt x="4998792" y="0"/>
                </a:lnTo>
                <a:close/>
              </a:path>
            </a:pathLst>
          </a:custGeom>
          <a:gradFill>
            <a:gsLst>
              <a:gs pos="0">
                <a:srgbClr val="FD575B">
                  <a:alpha val="10325"/>
                </a:srgbClr>
              </a:gs>
              <a:gs pos="100000">
                <a:srgbClr val="FD575B">
                  <a:alpha val="6908"/>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sp>
        <p:nvSpPr>
          <p:cNvPr id="12" name="Freeform 11">
            <a:extLst>
              <a:ext uri="{FF2B5EF4-FFF2-40B4-BE49-F238E27FC236}">
                <a16:creationId xmlns:a16="http://schemas.microsoft.com/office/drawing/2014/main" id="{77356AAB-55AC-D57A-2F10-8513581BF2DB}"/>
              </a:ext>
            </a:extLst>
          </p:cNvPr>
          <p:cNvSpPr/>
          <p:nvPr userDrawn="1"/>
        </p:nvSpPr>
        <p:spPr bwMode="auto">
          <a:xfrm rot="10800000" flipV="1">
            <a:off x="6456722" y="2568317"/>
            <a:ext cx="21076710" cy="11071142"/>
          </a:xfrm>
          <a:custGeom>
            <a:avLst/>
            <a:gdLst>
              <a:gd name="connsiteX0" fmla="*/ 4998792 w 10538355"/>
              <a:gd name="connsiteY0" fmla="*/ 0 h 5523043"/>
              <a:gd name="connsiteX1" fmla="*/ 4998792 w 10538355"/>
              <a:gd name="connsiteY1" fmla="*/ 1 h 5523043"/>
              <a:gd name="connsiteX2" fmla="*/ 1726734 w 10538355"/>
              <a:gd name="connsiteY2" fmla="*/ 1 h 5523043"/>
              <a:gd name="connsiteX3" fmla="*/ 1726734 w 10538355"/>
              <a:gd name="connsiteY3" fmla="*/ 5523040 h 5523043"/>
              <a:gd name="connsiteX4" fmla="*/ 0 w 10538355"/>
              <a:gd name="connsiteY4" fmla="*/ 5523040 h 5523043"/>
              <a:gd name="connsiteX5" fmla="*/ 0 w 10538355"/>
              <a:gd name="connsiteY5" fmla="*/ 5523043 h 5523043"/>
              <a:gd name="connsiteX6" fmla="*/ 10538355 w 10538355"/>
              <a:gd name="connsiteY6" fmla="*/ 5523043 h 5523043"/>
              <a:gd name="connsiteX7" fmla="*/ 10514235 w 10538355"/>
              <a:gd name="connsiteY7" fmla="*/ 5386038 h 5523043"/>
              <a:gd name="connsiteX8" fmla="*/ 5290238 w 10538355"/>
              <a:gd name="connsiteY8" fmla="*/ 9138 h 5523043"/>
              <a:gd name="connsiteX9" fmla="*/ 5081667 w 10538355"/>
              <a:gd name="connsiteY9" fmla="*/ 2599 h 5523043"/>
              <a:gd name="connsiteX10" fmla="*/ 5081667 w 10538355"/>
              <a:gd name="connsiteY10" fmla="*/ 1 h 5523043"/>
              <a:gd name="connsiteX11" fmla="*/ 4998833 w 10538355"/>
              <a:gd name="connsiteY11" fmla="*/ 1 h 5523043"/>
              <a:gd name="connsiteX12" fmla="*/ 4998792 w 10538355"/>
              <a:gd name="connsiteY12" fmla="*/ 0 h 55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8355" h="5523043">
                <a:moveTo>
                  <a:pt x="4998792" y="0"/>
                </a:moveTo>
                <a:lnTo>
                  <a:pt x="4998792" y="1"/>
                </a:lnTo>
                <a:lnTo>
                  <a:pt x="1726734" y="1"/>
                </a:lnTo>
                <a:lnTo>
                  <a:pt x="1726734" y="5523040"/>
                </a:lnTo>
                <a:lnTo>
                  <a:pt x="0" y="5523040"/>
                </a:lnTo>
                <a:lnTo>
                  <a:pt x="0" y="5523043"/>
                </a:lnTo>
                <a:lnTo>
                  <a:pt x="10538355" y="5523043"/>
                </a:lnTo>
                <a:lnTo>
                  <a:pt x="10514235" y="5386038"/>
                </a:lnTo>
                <a:cubicBezTo>
                  <a:pt x="9934537" y="2407855"/>
                  <a:pt x="7832711" y="168949"/>
                  <a:pt x="5290238" y="9138"/>
                </a:cubicBezTo>
                <a:lnTo>
                  <a:pt x="5081667" y="2599"/>
                </a:lnTo>
                <a:lnTo>
                  <a:pt x="5081667" y="1"/>
                </a:lnTo>
                <a:lnTo>
                  <a:pt x="4998833" y="1"/>
                </a:lnTo>
                <a:lnTo>
                  <a:pt x="4998792" y="0"/>
                </a:lnTo>
                <a:close/>
              </a:path>
            </a:pathLst>
          </a:custGeom>
          <a:gradFill>
            <a:gsLst>
              <a:gs pos="0">
                <a:srgbClr val="FD575B">
                  <a:alpha val="6910"/>
                </a:srgbClr>
              </a:gs>
              <a:gs pos="100000">
                <a:srgbClr val="FFB30B">
                  <a:alpha val="45743"/>
                </a:srgbClr>
              </a:gs>
            </a:gsLst>
            <a:lin ang="108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noAutofit/>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31" name="Picture 30">
            <a:extLst>
              <a:ext uri="{FF2B5EF4-FFF2-40B4-BE49-F238E27FC236}">
                <a16:creationId xmlns:a16="http://schemas.microsoft.com/office/drawing/2014/main" id="{9D960805-2291-18CE-B40A-5B26C3656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3848821" y="324368"/>
            <a:ext cx="12937212" cy="13361652"/>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p:spPr>
      </p:pic>
      <p:sp>
        <p:nvSpPr>
          <p:cNvPr id="129" name="Title 3">
            <a:extLst>
              <a:ext uri="{FF2B5EF4-FFF2-40B4-BE49-F238E27FC236}">
                <a16:creationId xmlns:a16="http://schemas.microsoft.com/office/drawing/2014/main" id="{65A9E453-8E2C-0310-2E86-0294F4904664}"/>
              </a:ext>
            </a:extLst>
          </p:cNvPr>
          <p:cNvSpPr>
            <a:spLocks noGrp="1"/>
          </p:cNvSpPr>
          <p:nvPr>
            <p:ph type="title" hasCustomPrompt="1"/>
          </p:nvPr>
        </p:nvSpPr>
        <p:spPr>
          <a:xfrm>
            <a:off x="719853" y="2029646"/>
            <a:ext cx="10625877" cy="1077328"/>
          </a:xfrm>
        </p:spPr>
        <p:txBody>
          <a:bodyPr anchor="t">
            <a:noAutofit/>
          </a:bodyPr>
          <a:lstStyle>
            <a:lvl1pPr>
              <a:defRPr sz="6398" b="1" i="0">
                <a:solidFill>
                  <a:schemeClr val="tx1"/>
                </a:solidFill>
                <a:latin typeface="+mj-lt"/>
              </a:defRPr>
            </a:lvl1pPr>
          </a:lstStyle>
          <a:p>
            <a:r>
              <a:rPr lang="en-US"/>
              <a:t>Contents</a:t>
            </a:r>
          </a:p>
        </p:txBody>
      </p:sp>
      <p:sp>
        <p:nvSpPr>
          <p:cNvPr id="8" name="Slide Number">
            <a:extLst>
              <a:ext uri="{FF2B5EF4-FFF2-40B4-BE49-F238E27FC236}">
                <a16:creationId xmlns:a16="http://schemas.microsoft.com/office/drawing/2014/main" id="{BD4BAD72-9435-20BC-82FC-9D909A11BD23}"/>
              </a:ext>
            </a:extLst>
          </p:cNvPr>
          <p:cNvSpPr txBox="1">
            <a:spLocks noGrp="1"/>
          </p:cNvSpPr>
          <p:nvPr>
            <p:ph type="sldNum" sz="quarter" idx="2"/>
          </p:nvPr>
        </p:nvSpPr>
        <p:spPr>
          <a:xfrm>
            <a:off x="719853" y="12791863"/>
            <a:ext cx="425133" cy="615554"/>
          </a:xfrm>
          <a:prstGeom prst="rect">
            <a:avLst/>
          </a:prstGeom>
          <a:ln w="12700">
            <a:miter lim="400000"/>
          </a:ln>
        </p:spPr>
        <p:txBody>
          <a:bodyPr wrap="square" lIns="0" tIns="0" rIns="0" bIns="0" anchor="b" anchorCtr="0">
            <a:spAutoFit/>
          </a:bodyPr>
          <a:lstStyle>
            <a:lvl1pPr algn="l">
              <a:defRPr sz="2000" b="1" i="0">
                <a:solidFill>
                  <a:schemeClr val="tx2">
                    <a:lumMod val="85000"/>
                    <a:lumOff val="15000"/>
                  </a:schemeClr>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Footer Placeholder 1">
            <a:extLst>
              <a:ext uri="{FF2B5EF4-FFF2-40B4-BE49-F238E27FC236}">
                <a16:creationId xmlns:a16="http://schemas.microsoft.com/office/drawing/2014/main" id="{22315FAF-BB5A-9F6E-B4DE-9A0423707759}"/>
              </a:ext>
            </a:extLst>
          </p:cNvPr>
          <p:cNvSpPr>
            <a:spLocks noGrp="1"/>
          </p:cNvSpPr>
          <p:nvPr>
            <p:ph type="ftr" sz="quarter" idx="3"/>
          </p:nvPr>
        </p:nvSpPr>
        <p:spPr>
          <a:xfrm>
            <a:off x="1376086" y="13113646"/>
            <a:ext cx="3448183" cy="279764"/>
          </a:xfrm>
          <a:prstGeom prst="rect">
            <a:avLst/>
          </a:prstGeom>
        </p:spPr>
        <p:txBody>
          <a:bodyPr vert="horz" lIns="0" tIns="0" rIns="0" bIns="0" rtlCol="0" anchor="b"/>
          <a:lstStyle>
            <a:lvl1pPr algn="l">
              <a:defRPr sz="1400" b="0" i="0">
                <a:solidFill>
                  <a:schemeClr val="tx2">
                    <a:lumMod val="85000"/>
                    <a:lumOff val="15000"/>
                  </a:schemeClr>
                </a:solidFill>
                <a:latin typeface="+mj-lt"/>
              </a:defRPr>
            </a:lvl1pPr>
          </a:lstStyle>
          <a:p>
            <a:r>
              <a:rPr lang="en-US">
                <a:solidFill>
                  <a:srgbClr val="525252"/>
                </a:solidFill>
                <a:ea typeface="IBM Plex Sans" charset="0"/>
                <a:cs typeface="IBM Plex Sans" charset="0"/>
              </a:rPr>
              <a:t>IBM Consulting for Nestlé | IBM confidential</a:t>
            </a:r>
          </a:p>
        </p:txBody>
      </p:sp>
      <p:sp>
        <p:nvSpPr>
          <p:cNvPr id="135" name="Body Level One…">
            <a:extLst>
              <a:ext uri="{FF2B5EF4-FFF2-40B4-BE49-F238E27FC236}">
                <a16:creationId xmlns:a16="http://schemas.microsoft.com/office/drawing/2014/main" id="{D0CFF561-FBD9-3ADB-2CBC-847B0855864C}"/>
              </a:ext>
            </a:extLst>
          </p:cNvPr>
          <p:cNvSpPr txBox="1">
            <a:spLocks noGrp="1"/>
          </p:cNvSpPr>
          <p:nvPr>
            <p:ph idx="10"/>
          </p:nvPr>
        </p:nvSpPr>
        <p:spPr>
          <a:xfrm>
            <a:off x="4962533" y="4050794"/>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7" name="Rectangle 6">
            <a:extLst>
              <a:ext uri="{FF2B5EF4-FFF2-40B4-BE49-F238E27FC236}">
                <a16:creationId xmlns:a16="http://schemas.microsoft.com/office/drawing/2014/main" id="{A8518078-2D3F-90EA-C111-20F2F7690601}"/>
              </a:ext>
            </a:extLst>
          </p:cNvPr>
          <p:cNvSpPr/>
          <p:nvPr userDrawn="1"/>
        </p:nvSpPr>
        <p:spPr bwMode="auto">
          <a:xfrm>
            <a:off x="0" y="13639454"/>
            <a:ext cx="24393896" cy="101600"/>
          </a:xfrm>
          <a:prstGeom prst="rect">
            <a:avLst/>
          </a:prstGeom>
          <a:gradFill flip="none" rotWithShape="1">
            <a:gsLst>
              <a:gs pos="0">
                <a:srgbClr val="FFC100"/>
              </a:gs>
              <a:gs pos="100000">
                <a:srgbClr val="FF585D"/>
              </a:gs>
            </a:gsLst>
            <a:lin ang="10800000" scaled="1"/>
            <a:tileRect/>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endParaRPr>
          </a:p>
        </p:txBody>
      </p:sp>
      <p:sp>
        <p:nvSpPr>
          <p:cNvPr id="16" name="Body Level One…">
            <a:extLst>
              <a:ext uri="{FF2B5EF4-FFF2-40B4-BE49-F238E27FC236}">
                <a16:creationId xmlns:a16="http://schemas.microsoft.com/office/drawing/2014/main" id="{5543EEB5-31FA-4AAA-9BA3-F77C67368FF7}"/>
              </a:ext>
            </a:extLst>
          </p:cNvPr>
          <p:cNvSpPr txBox="1">
            <a:spLocks noGrp="1"/>
          </p:cNvSpPr>
          <p:nvPr>
            <p:ph idx="12"/>
          </p:nvPr>
        </p:nvSpPr>
        <p:spPr>
          <a:xfrm>
            <a:off x="4952640" y="5420028"/>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sp>
        <p:nvSpPr>
          <p:cNvPr id="22" name="Body Level One…">
            <a:extLst>
              <a:ext uri="{FF2B5EF4-FFF2-40B4-BE49-F238E27FC236}">
                <a16:creationId xmlns:a16="http://schemas.microsoft.com/office/drawing/2014/main" id="{0E5D1B99-99C2-D862-5413-54D65D90D79D}"/>
              </a:ext>
            </a:extLst>
          </p:cNvPr>
          <p:cNvSpPr txBox="1">
            <a:spLocks noGrp="1"/>
          </p:cNvSpPr>
          <p:nvPr>
            <p:ph idx="14"/>
          </p:nvPr>
        </p:nvSpPr>
        <p:spPr>
          <a:xfrm>
            <a:off x="4864508" y="6782266"/>
            <a:ext cx="6383189" cy="6891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a:lnSpc>
                <a:spcPct val="100000"/>
              </a:lnSpc>
              <a:spcAft>
                <a:spcPts val="600"/>
              </a:spcAft>
              <a:defRPr sz="2800">
                <a:solidFill>
                  <a:schemeClr val="tx2"/>
                </a:solidFill>
                <a:latin typeface="+mj-lt"/>
              </a:defRPr>
            </a:lvl1pPr>
            <a:lvl2pPr marL="0" indent="0">
              <a:lnSpc>
                <a:spcPct val="100000"/>
              </a:lnSpc>
              <a:spcAft>
                <a:spcPts val="600"/>
              </a:spcAft>
              <a:buNone/>
              <a:defRPr sz="2800">
                <a:solidFill>
                  <a:schemeClr val="tx2"/>
                </a:solidFill>
                <a:latin typeface="+mj-lt"/>
              </a:defRPr>
            </a:lvl2pPr>
            <a:lvl3pPr>
              <a:lnSpc>
                <a:spcPct val="100000"/>
              </a:lnSpc>
              <a:spcAft>
                <a:spcPts val="600"/>
              </a:spcAft>
              <a:defRPr sz="2200">
                <a:solidFill>
                  <a:schemeClr val="tx2"/>
                </a:solidFill>
                <a:latin typeface="+mj-lt"/>
              </a:defRPr>
            </a:lvl3pPr>
            <a:lvl4pPr>
              <a:lnSpc>
                <a:spcPct val="100000"/>
              </a:lnSpc>
              <a:spcAft>
                <a:spcPts val="600"/>
              </a:spcAft>
              <a:defRPr sz="2200">
                <a:solidFill>
                  <a:schemeClr val="tx2"/>
                </a:solidFill>
                <a:latin typeface="+mj-lt"/>
              </a:defRPr>
            </a:lvl4pPr>
            <a:lvl5pPr marL="1430570">
              <a:lnSpc>
                <a:spcPct val="100000"/>
              </a:lnSpc>
              <a:spcAft>
                <a:spcPts val="600"/>
              </a:spcAft>
              <a:defRPr sz="2200">
                <a:solidFill>
                  <a:schemeClr val="tx2"/>
                </a:solidFill>
                <a:latin typeface="+mj-lt"/>
              </a:defRPr>
            </a:lvl5pPr>
          </a:lstStyle>
          <a:p>
            <a:pPr lvl="0"/>
            <a:r>
              <a:rPr lang="en-GB"/>
              <a:t>Click to edit Master text styles</a:t>
            </a:r>
          </a:p>
        </p:txBody>
      </p:sp>
      <p:pic>
        <p:nvPicPr>
          <p:cNvPr id="2" name="Picture Placeholder 16">
            <a:extLst>
              <a:ext uri="{FF2B5EF4-FFF2-40B4-BE49-F238E27FC236}">
                <a16:creationId xmlns:a16="http://schemas.microsoft.com/office/drawing/2014/main" id="{0861BB6B-8250-ACBB-5306-CF961EA4DFD4}"/>
              </a:ext>
            </a:extLst>
          </p:cNvPr>
          <p:cNvPicPr preferRelativeResize="0">
            <a:picLocks/>
          </p:cNvPicPr>
          <p:nvPr userDrawn="1"/>
        </p:nvPicPr>
        <p:blipFill>
          <a:blip r:embed="rId3" cstate="screen">
            <a:extLst>
              <a:ext uri="{28A0092B-C50C-407E-A947-70E740481C1C}">
                <a14:useLocalDpi xmlns:a14="http://schemas.microsoft.com/office/drawing/2010/main"/>
              </a:ext>
            </a:extLst>
          </a:blip>
          <a:srcRect r="10588"/>
          <a:stretch>
            <a:fillRect/>
          </a:stretch>
        </p:blipFill>
        <p:spPr>
          <a:xfrm>
            <a:off x="13850181" y="197804"/>
            <a:ext cx="12940085" cy="13428000"/>
          </a:xfrm>
          <a:custGeom>
            <a:avLst/>
            <a:gdLst>
              <a:gd name="connsiteX0" fmla="*/ 5291292 w 6468606"/>
              <a:gd name="connsiteY0" fmla="*/ 0 h 6680826"/>
              <a:gd name="connsiteX1" fmla="*/ 5291292 w 6468606"/>
              <a:gd name="connsiteY1" fmla="*/ 6680822 h 6680826"/>
              <a:gd name="connsiteX2" fmla="*/ 6468606 w 6468606"/>
              <a:gd name="connsiteY2" fmla="*/ 6680822 h 6680826"/>
              <a:gd name="connsiteX3" fmla="*/ 6468606 w 6468606"/>
              <a:gd name="connsiteY3" fmla="*/ 6680826 h 6680826"/>
              <a:gd name="connsiteX4" fmla="*/ 0 w 6468606"/>
              <a:gd name="connsiteY4" fmla="*/ 6680826 h 6680826"/>
              <a:gd name="connsiteX5" fmla="*/ 7118 w 6468606"/>
              <a:gd name="connsiteY5" fmla="*/ 6414865 h 6680826"/>
              <a:gd name="connsiteX6" fmla="*/ 5260128 w 6468606"/>
              <a:gd name="connsiteY6" fmla="*/ 6805 h 6680826"/>
              <a:gd name="connsiteX7" fmla="*/ 5291292 w 6468606"/>
              <a:gd name="connsiteY7" fmla="*/ 0 h 668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606" h="6680826">
                <a:moveTo>
                  <a:pt x="5291292" y="0"/>
                </a:moveTo>
                <a:lnTo>
                  <a:pt x="5291292" y="6680822"/>
                </a:lnTo>
                <a:lnTo>
                  <a:pt x="6468606" y="6680822"/>
                </a:lnTo>
                <a:lnTo>
                  <a:pt x="6468606" y="6680826"/>
                </a:lnTo>
                <a:lnTo>
                  <a:pt x="0" y="6680826"/>
                </a:lnTo>
                <a:lnTo>
                  <a:pt x="7118" y="6414865"/>
                </a:lnTo>
                <a:cubicBezTo>
                  <a:pt x="166419" y="3290284"/>
                  <a:pt x="2354919" y="711627"/>
                  <a:pt x="5260128" y="6805"/>
                </a:cubicBezTo>
                <a:lnTo>
                  <a:pt x="5291292" y="0"/>
                </a:lnTo>
                <a:close/>
              </a:path>
            </a:pathLst>
          </a:cu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14" name="Graphic 13">
            <a:extLst>
              <a:ext uri="{FF2B5EF4-FFF2-40B4-BE49-F238E27FC236}">
                <a16:creationId xmlns:a16="http://schemas.microsoft.com/office/drawing/2014/main" id="{D3E32400-477B-AFE4-D459-575DB8E5A387}"/>
              </a:ext>
            </a:extLst>
          </p:cNvPr>
          <p:cNvPicPr>
            <a:picLocks noChangeAspect="1"/>
          </p:cNvPicPr>
          <p:nvPr userDrawn="1"/>
        </p:nvPicPr>
        <p:blipFill>
          <a:blip cstate="screen">
            <a:lum bright="100000"/>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087540" y="13020168"/>
            <a:ext cx="822547" cy="387248"/>
          </a:xfrm>
          <a:prstGeom prst="rect">
            <a:avLst/>
          </a:prstGeom>
        </p:spPr>
      </p:pic>
      <p:sp>
        <p:nvSpPr>
          <p:cNvPr id="20" name="Plus 19">
            <a:extLst>
              <a:ext uri="{FF2B5EF4-FFF2-40B4-BE49-F238E27FC236}">
                <a16:creationId xmlns:a16="http://schemas.microsoft.com/office/drawing/2014/main" id="{6BD60BA2-861F-23DD-D839-065C5273D7F8}"/>
              </a:ext>
            </a:extLst>
          </p:cNvPr>
          <p:cNvSpPr/>
          <p:nvPr userDrawn="1"/>
        </p:nvSpPr>
        <p:spPr bwMode="auto">
          <a:xfrm>
            <a:off x="22742324" y="13144501"/>
            <a:ext cx="244450" cy="244450"/>
          </a:xfrm>
          <a:prstGeom prst="mathPlus">
            <a:avLst>
              <a:gd name="adj1" fmla="val 13129"/>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32" tIns="182832" rIns="182832" bIns="182832" numCol="1" rtlCol="0" anchor="t" anchorCtr="0" compatLnSpc="1">
            <a:prstTxWarp prst="textNoShape">
              <a:avLst/>
            </a:prstTxWarp>
          </a:bodyPr>
          <a:lstStyle/>
          <a:p>
            <a:pPr marL="0" marR="0" indent="0" algn="l" defTabSz="1828252"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mn-lt"/>
            </a:endParaRPr>
          </a:p>
        </p:txBody>
      </p:sp>
      <p:pic>
        <p:nvPicPr>
          <p:cNvPr id="21" name="Picture 2" descr="Novartis Logo PNG Transparent &amp; SVG Vector - Freebie Supply">
            <a:extLst>
              <a:ext uri="{FF2B5EF4-FFF2-40B4-BE49-F238E27FC236}">
                <a16:creationId xmlns:a16="http://schemas.microsoft.com/office/drawing/2014/main" id="{6078B0F8-AEEF-AD15-E8C4-05637652FE92}"/>
              </a:ext>
            </a:extLst>
          </p:cNvPr>
          <p:cNvPicPr>
            <a:picLocks noChangeAspect="1" noChangeArrowheads="1"/>
          </p:cNvPicPr>
          <p:nvPr userDrawn="1"/>
        </p:nvPicPr>
        <p:blipFill rotWithShape="1">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20461982" y="13038638"/>
            <a:ext cx="2179568" cy="35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652640"/>
      </p:ext>
    </p:extLst>
  </p:cSld>
  <p:clrMapOvr>
    <a:masterClrMapping/>
  </p:clrMapOvr>
  <p:transition spd="med"/>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469499"/>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68325" y="12804236"/>
            <a:ext cx="4956175" cy="381000"/>
          </a:xfrm>
          <a:prstGeom prst="rect">
            <a:avLst/>
          </a:prstGeom>
        </p:spPr>
        <p:txBody>
          <a:bodyPr/>
          <a:lstStyle/>
          <a:p>
            <a:r>
              <a:rPr lang="en-US"/>
              <a:t>Confidential IBM Consulting 202</a:t>
            </a:r>
            <a:r>
              <a:rPr lang="en-US" altLang="zh-CN"/>
              <a:t>5</a:t>
            </a:r>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3" y="12938839"/>
            <a:ext cx="270907" cy="246222"/>
          </a:xfrm>
          <a:prstGeom prst="rect">
            <a:avLst/>
          </a:prstGeom>
          <a:ln w="12700">
            <a:miter lim="400000"/>
          </a:ln>
        </p:spPr>
        <p:txBody>
          <a:bodyPr wrap="squar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56787981"/>
      </p:ext>
    </p:extLst>
  </p:cSld>
  <p:clrMapOvr>
    <a:masterClrMapping/>
  </p:clrMapOvr>
  <p:transition spd="med"/>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2"/>
            <a:ext cx="24387175" cy="12195176"/>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1" y="12166601"/>
            <a:ext cx="4942455" cy="107429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1"/>
            <a:ext cx="4947412" cy="107701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3" y="12577764"/>
            <a:ext cx="1538324"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1" y="311153"/>
            <a:ext cx="10101071" cy="7308850"/>
          </a:xfrm>
        </p:spPr>
        <p:txBody>
          <a:bodyPr/>
          <a:lstStyle>
            <a:lvl1pPr>
              <a:lnSpc>
                <a:spcPct val="100000"/>
              </a:lnSpc>
              <a:defRPr sz="8398">
                <a:solidFill>
                  <a:schemeClr val="tx2"/>
                </a:solidFill>
              </a:defRPr>
            </a:lvl1pPr>
          </a:lstStyle>
          <a:p>
            <a:r>
              <a:rPr lang="de-DE"/>
              <a:t>Mastertitelformat bearbeiten</a:t>
            </a:r>
            <a:endParaRPr lang="en-US"/>
          </a:p>
        </p:txBody>
      </p:sp>
    </p:spTree>
    <p:extLst>
      <p:ext uri="{BB962C8B-B14F-4D97-AF65-F5344CB8AC3E}">
        <p14:creationId xmlns:p14="http://schemas.microsoft.com/office/powerpoint/2010/main" val="133253869"/>
      </p:ext>
    </p:extLst>
  </p:cSld>
  <p:clrMapOvr>
    <a:masterClrMapping/>
  </p:clrMapOvr>
  <p:transition spd="med"/>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2"/>
            <a:ext cx="24387175" cy="12195176"/>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3" y="12577764"/>
            <a:ext cx="1538324"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1" y="12166601"/>
            <a:ext cx="4942455" cy="107429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1"/>
            <a:ext cx="4947412" cy="107701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1" y="311153"/>
            <a:ext cx="10101071" cy="7308850"/>
          </a:xfrm>
        </p:spPr>
        <p:txBody>
          <a:bodyPr/>
          <a:lstStyle>
            <a:lvl1pPr>
              <a:lnSpc>
                <a:spcPct val="100000"/>
              </a:lnSpc>
              <a:defRPr sz="8398">
                <a:solidFill>
                  <a:schemeClr val="tx2"/>
                </a:solidFill>
              </a:defRPr>
            </a:lvl1pPr>
          </a:lstStyle>
          <a:p>
            <a:r>
              <a:rPr lang="de-DE"/>
              <a:t>Mastertitelformat bearbeiten</a:t>
            </a:r>
            <a:endParaRPr lang="en-US"/>
          </a:p>
        </p:txBody>
      </p:sp>
    </p:spTree>
    <p:extLst>
      <p:ext uri="{BB962C8B-B14F-4D97-AF65-F5344CB8AC3E}">
        <p14:creationId xmlns:p14="http://schemas.microsoft.com/office/powerpoint/2010/main" val="2893271210"/>
      </p:ext>
    </p:extLst>
  </p:cSld>
  <p:clrMapOvr>
    <a:masterClrMapping/>
  </p:clrMapOvr>
  <p:transition spd="med"/>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1" y="311151"/>
            <a:ext cx="10101071" cy="10356850"/>
          </a:xfrm>
        </p:spPr>
        <p:txBody>
          <a:bodyPr/>
          <a:lstStyle>
            <a:lvl1pPr>
              <a:lnSpc>
                <a:spcPct val="100000"/>
              </a:lnSpc>
              <a:defRPr sz="8398">
                <a:solidFill>
                  <a:schemeClr val="tx2"/>
                </a:solidFill>
              </a:defRPr>
            </a:lvl1pPr>
          </a:lstStyle>
          <a:p>
            <a:r>
              <a:rPr lang="de-DE"/>
              <a:t>Mastertitelformat bearbeiten</a:t>
            </a:r>
            <a:endParaRPr lang="en-US"/>
          </a:p>
        </p:txBody>
      </p:sp>
    </p:spTree>
    <p:extLst>
      <p:ext uri="{BB962C8B-B14F-4D97-AF65-F5344CB8AC3E}">
        <p14:creationId xmlns:p14="http://schemas.microsoft.com/office/powerpoint/2010/main" val="2719901650"/>
      </p:ext>
    </p:extLst>
  </p:cSld>
  <p:clrMapOvr>
    <a:masterClrMapping/>
  </p:clrMapOvr>
  <p:transition spd="med"/>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1" y="12479148"/>
            <a:ext cx="11038445" cy="762000"/>
          </a:xfrm>
        </p:spPr>
        <p:txBody>
          <a:bodyPr anchor="b"/>
          <a:lstStyle>
            <a:lvl1pPr>
              <a:lnSpc>
                <a:spcPct val="110000"/>
              </a:lnSpc>
              <a:spcBef>
                <a:spcPts val="0"/>
              </a:spcBef>
              <a:defRPr sz="2800">
                <a:solidFill>
                  <a:schemeClr val="tx1"/>
                </a:solidFill>
              </a:defRPr>
            </a:lvl1pPr>
          </a:lstStyle>
          <a:p>
            <a:pPr lvl="0"/>
            <a:r>
              <a:rPr lang="de-DE"/>
              <a:t>Mastertextformat bearbeiten</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3" y="12577764"/>
            <a:ext cx="1538324"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1" y="311151"/>
            <a:ext cx="10101071" cy="10356850"/>
          </a:xfrm>
        </p:spPr>
        <p:txBody>
          <a:bodyPr/>
          <a:lstStyle>
            <a:lvl1pPr>
              <a:lnSpc>
                <a:spcPct val="100000"/>
              </a:lnSpc>
              <a:defRPr sz="8398">
                <a:solidFill>
                  <a:schemeClr val="tx2"/>
                </a:solidFill>
              </a:defRPr>
            </a:lvl1pPr>
          </a:lstStyle>
          <a:p>
            <a:r>
              <a:rPr lang="de-DE"/>
              <a:t>Mastertitelformat bearbeiten</a:t>
            </a:r>
            <a:endParaRPr lang="en-US"/>
          </a:p>
        </p:txBody>
      </p:sp>
    </p:spTree>
    <p:extLst>
      <p:ext uri="{BB962C8B-B14F-4D97-AF65-F5344CB8AC3E}">
        <p14:creationId xmlns:p14="http://schemas.microsoft.com/office/powerpoint/2010/main" val="1107645680"/>
      </p:ext>
    </p:extLst>
  </p:cSld>
  <p:clrMapOvr>
    <a:masterClrMapping/>
  </p:clrMapOvr>
  <p:transition spd="med"/>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71500"/>
            <a:ext cx="11043132" cy="12578664"/>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8" y="12577764"/>
            <a:ext cx="1538324"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1" y="311151"/>
            <a:ext cx="10101071" cy="10356850"/>
          </a:xfrm>
        </p:spPr>
        <p:txBody>
          <a:bodyPr/>
          <a:lstStyle>
            <a:lvl1pPr>
              <a:lnSpc>
                <a:spcPct val="100000"/>
              </a:lnSpc>
              <a:defRPr sz="8398">
                <a:solidFill>
                  <a:schemeClr val="tx2"/>
                </a:solidFill>
              </a:defRPr>
            </a:lvl1pPr>
          </a:lstStyle>
          <a:p>
            <a:r>
              <a:rPr lang="de-DE"/>
              <a:t>Mastertitelformat bearbeiten</a:t>
            </a:r>
            <a:endParaRPr lang="en-US"/>
          </a:p>
        </p:txBody>
      </p:sp>
    </p:spTree>
    <p:extLst>
      <p:ext uri="{BB962C8B-B14F-4D97-AF65-F5344CB8AC3E}">
        <p14:creationId xmlns:p14="http://schemas.microsoft.com/office/powerpoint/2010/main" val="3015449954"/>
      </p:ext>
    </p:extLst>
  </p:cSld>
  <p:clrMapOvr>
    <a:masterClrMapping/>
  </p:clrMapOvr>
  <p:transition spd="med"/>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1"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de-DE"/>
              <a:t>Mastertextformat bearbeiten</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1" y="1512000"/>
            <a:ext cx="10099675" cy="9147176"/>
          </a:xfrm>
        </p:spPr>
        <p:txBody>
          <a:bodyPr/>
          <a:lstStyle>
            <a:lvl1pPr>
              <a:lnSpc>
                <a:spcPct val="100000"/>
              </a:lnSpc>
              <a:defRPr sz="8398">
                <a:solidFill>
                  <a:schemeClr val="tx2"/>
                </a:solidFill>
              </a:defRPr>
            </a:lvl1pPr>
          </a:lstStyle>
          <a:p>
            <a:r>
              <a:rPr lang="de-DE"/>
              <a:t>Mastertitelformat bearbeiten</a:t>
            </a:r>
            <a:endParaRPr lang="en-US"/>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8" y="12577764"/>
            <a:ext cx="1538324"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501" y="569915"/>
            <a:ext cx="11043132" cy="125802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398124242"/>
      </p:ext>
    </p:extLst>
  </p:cSld>
  <p:clrMapOvr>
    <a:masterClrMapping/>
  </p:clrMapOvr>
  <p:transition spd="med"/>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2" y="384049"/>
            <a:ext cx="4942077" cy="4210050"/>
          </a:xfrm>
        </p:spPr>
        <p:txBody>
          <a:bodyPr/>
          <a:lstStyle>
            <a:lvl1pPr>
              <a:lnSpc>
                <a:spcPct val="100000"/>
              </a:lnSpc>
              <a:defRPr sz="6798">
                <a:solidFill>
                  <a:schemeClr val="tx2"/>
                </a:solidFill>
              </a:defRPr>
            </a:lvl1pPr>
          </a:lstStyle>
          <a:p>
            <a:r>
              <a:rPr lang="de-DE"/>
              <a:t>Mastertitelformat bearbeiten</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4" y="574677"/>
            <a:ext cx="4953001" cy="1161731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6"/>
            <a:ext cx="4941887" cy="11620500"/>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31921072"/>
      </p:ext>
    </p:extLst>
  </p:cSld>
  <p:clrMapOvr>
    <a:masterClrMapping/>
  </p:clrMapOvr>
  <p:transition spd="med"/>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2" y="384049"/>
            <a:ext cx="11036491" cy="2663826"/>
          </a:xfrm>
        </p:spPr>
        <p:txBody>
          <a:bodyPr rIns="457200"/>
          <a:lstStyle>
            <a:lvl1pPr>
              <a:lnSpc>
                <a:spcPct val="100000"/>
              </a:lnSpc>
              <a:defRPr sz="6798">
                <a:solidFill>
                  <a:schemeClr val="tx2"/>
                </a:solidFill>
              </a:defRPr>
            </a:lvl1pPr>
          </a:lstStyle>
          <a:p>
            <a:r>
              <a:rPr lang="de-DE"/>
              <a:t>Mastertitelformat bearbeiten</a:t>
            </a:r>
            <a:endParaRPr lang="en-US"/>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92836075"/>
      </p:ext>
    </p:extLst>
  </p:cSld>
  <p:clrMapOvr>
    <a:masterClrMapping/>
  </p:clrMapOvr>
  <p:transition spd="med"/>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2" y="309601"/>
            <a:ext cx="17141826" cy="8832850"/>
          </a:xfrm>
        </p:spPr>
        <p:txBody>
          <a:bodyPr/>
          <a:lstStyle>
            <a:lvl1pPr>
              <a:defRPr sz="16796" b="0" i="0">
                <a:solidFill>
                  <a:schemeClr val="tx2"/>
                </a:solidFill>
                <a:latin typeface="IBM Plex Sans ExtLt" panose="020B0303050203000203" pitchFamily="34" charset="0"/>
              </a:defRPr>
            </a:lvl1pPr>
          </a:lstStyle>
          <a:p>
            <a:r>
              <a:rPr lang="de-DE"/>
              <a:t>Mastertitelformat bearbeiten</a:t>
            </a:r>
            <a:endParaRPr lang="en-US"/>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56816502"/>
      </p:ext>
    </p:extLst>
  </p:cSld>
  <p:clrMapOvr>
    <a:masterClrMapping/>
  </p:clrMapOvr>
  <p:transition spd="med"/>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1" y="384049"/>
            <a:ext cx="9909174" cy="4209670"/>
          </a:xfrm>
        </p:spPr>
        <p:txBody>
          <a:bodyPr/>
          <a:lstStyle>
            <a:lvl1pPr>
              <a:lnSpc>
                <a:spcPct val="100000"/>
              </a:lnSpc>
              <a:defRPr sz="6798">
                <a:solidFill>
                  <a:schemeClr val="tx2"/>
                </a:solidFill>
              </a:defRPr>
            </a:lvl1pPr>
          </a:lstStyle>
          <a:p>
            <a:r>
              <a:rPr lang="de-DE"/>
              <a:t>Mastertitelformat bearbeiten</a:t>
            </a:r>
            <a:endParaRPr lang="en-US"/>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9"/>
            <a:ext cx="11042074" cy="8778494"/>
          </a:xfrm>
        </p:spPr>
        <p:txBody>
          <a:bodyPr/>
          <a:lstStyle>
            <a:lvl1pPr>
              <a:lnSpc>
                <a:spcPct val="100000"/>
              </a:lnSpc>
              <a:spcBef>
                <a:spcPts val="0"/>
              </a:spcBef>
              <a:defRPr sz="6798">
                <a:solidFill>
                  <a:schemeClr val="tx2"/>
                </a:solidFill>
              </a:defRPr>
            </a:lvl1pPr>
            <a:lvl2pPr marL="585098" indent="-585098">
              <a:lnSpc>
                <a:spcPct val="100000"/>
              </a:lnSpc>
              <a:spcBef>
                <a:spcPts val="0"/>
              </a:spcBef>
              <a:defRPr sz="6798">
                <a:solidFill>
                  <a:schemeClr val="tx2"/>
                </a:solidFill>
              </a:defRPr>
            </a:lvl2pPr>
            <a:lvl3pPr marL="1097060" indent="-585098">
              <a:lnSpc>
                <a:spcPct val="100000"/>
              </a:lnSpc>
              <a:spcBef>
                <a:spcPts val="0"/>
              </a:spcBef>
              <a:defRPr sz="6798">
                <a:solidFill>
                  <a:schemeClr val="tx2"/>
                </a:solidFill>
              </a:defRPr>
            </a:lvl3pPr>
            <a:lvl4pPr marL="1755296">
              <a:lnSpc>
                <a:spcPct val="100000"/>
              </a:lnSpc>
              <a:spcBef>
                <a:spcPts val="0"/>
              </a:spcBef>
              <a:defRPr sz="6798">
                <a:solidFill>
                  <a:schemeClr val="tx2"/>
                </a:solidFill>
              </a:defRPr>
            </a:lvl4pPr>
            <a:lvl5pPr>
              <a:lnSpc>
                <a:spcPct val="100000"/>
              </a:lnSpc>
              <a:spcBef>
                <a:spcPts val="0"/>
              </a:spcBef>
              <a:defRPr sz="6398"/>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33908181"/>
      </p:ext>
    </p:extLst>
  </p:cSld>
  <p:clrMapOvr>
    <a:masterClrMapping/>
  </p:clrMapOvr>
  <p:transition spd="med"/>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1" y="12816000"/>
            <a:ext cx="4943476"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2" y="309601"/>
            <a:ext cx="14649449" cy="10356266"/>
          </a:xfrm>
        </p:spPr>
        <p:txBody>
          <a:bodyPr/>
          <a:lstStyle>
            <a:lvl1pPr>
              <a:lnSpc>
                <a:spcPct val="100000"/>
              </a:lnSpc>
              <a:defRPr sz="8398"/>
            </a:lvl1pPr>
          </a:lstStyle>
          <a:p>
            <a:pPr lvl="0"/>
            <a:r>
              <a:rPr lang="de-DE"/>
              <a:t>Mastertextformat bearbeiten</a:t>
            </a:r>
          </a:p>
        </p:txBody>
      </p:sp>
    </p:spTree>
    <p:extLst>
      <p:ext uri="{BB962C8B-B14F-4D97-AF65-F5344CB8AC3E}">
        <p14:creationId xmlns:p14="http://schemas.microsoft.com/office/powerpoint/2010/main" val="2390780649"/>
      </p:ext>
    </p:extLst>
  </p:cSld>
  <p:clrMapOvr>
    <a:masterClrMapping/>
  </p:clrMapOvr>
  <p:transition spd="med"/>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2" y="576072"/>
            <a:ext cx="7623174" cy="7043928"/>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3"/>
            <a:ext cx="11050589" cy="3353066"/>
          </a:xfrm>
        </p:spPr>
        <p:txBody>
          <a:bodyPr anchor="b"/>
          <a:lstStyle>
            <a:lvl1pPr>
              <a:lnSpc>
                <a:spcPct val="90000"/>
              </a:lnSpc>
              <a:spcBef>
                <a:spcPts val="0"/>
              </a:spcBef>
              <a:defRPr sz="25194"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8" y="569915"/>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1" y="9628223"/>
            <a:ext cx="11049000" cy="3354294"/>
          </a:xfrm>
        </p:spPr>
        <p:txBody>
          <a:bodyPr anchor="b"/>
          <a:lstStyle>
            <a:lvl1pPr>
              <a:lnSpc>
                <a:spcPct val="90000"/>
              </a:lnSpc>
              <a:spcBef>
                <a:spcPts val="0"/>
              </a:spcBef>
              <a:defRPr sz="25194"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411750"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99937387"/>
      </p:ext>
    </p:extLst>
  </p:cSld>
  <p:clrMapOvr>
    <a:masterClrMapping/>
  </p:clrMapOvr>
  <p:transition spd="med"/>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3284728"/>
          </a:xfrm>
        </p:spPr>
        <p:txBody>
          <a:bodyPr/>
          <a:lstStyle>
            <a:lvl1pPr>
              <a:lnSpc>
                <a:spcPct val="110000"/>
              </a:lnSpc>
              <a:defRPr sz="3600">
                <a:solidFill>
                  <a:schemeClr val="tx2"/>
                </a:solidFill>
              </a:defRPr>
            </a:lvl1pPr>
          </a:lstStyle>
          <a:p>
            <a:r>
              <a:rPr lang="de-DE"/>
              <a:t>Mastertitelformat bearbeiten</a:t>
            </a:r>
            <a:endParaRPr lang="en-US"/>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198">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6"/>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4" cy="1906588"/>
          </a:xfrm>
        </p:spPr>
        <p:txBody>
          <a:bodyPr/>
          <a:lstStyle>
            <a:lvl1pPr>
              <a:lnSpc>
                <a:spcPct val="90000"/>
              </a:lnSpc>
              <a:defRPr sz="13198">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1"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385201"/>
            <a:ext cx="4949824" cy="1903414"/>
          </a:xfrm>
        </p:spPr>
        <p:txBody>
          <a:bodyPr/>
          <a:lstStyle>
            <a:lvl1pPr>
              <a:lnSpc>
                <a:spcPct val="90000"/>
              </a:lnSpc>
              <a:defRPr sz="13198">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9" y="2333066"/>
            <a:ext cx="4953001"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6"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99151650"/>
      </p:ext>
    </p:extLst>
  </p:cSld>
  <p:clrMapOvr>
    <a:masterClrMapping/>
  </p:clrMapOvr>
  <p:transition spd="med"/>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594476"/>
            <a:ext cx="11045952" cy="5340096"/>
          </a:xfrm>
        </p:spPr>
        <p:txBody>
          <a:bodyPr/>
          <a:lstStyle>
            <a:lvl1pPr>
              <a:lnSpc>
                <a:spcPct val="100000"/>
              </a:lnSpc>
              <a:spcBef>
                <a:spcPts val="0"/>
              </a:spcBef>
              <a:defRPr sz="8398">
                <a:solidFill>
                  <a:schemeClr val="tx1"/>
                </a:solidFill>
              </a:defRPr>
            </a:lvl1pPr>
            <a:lvl2pPr marL="786226" indent="-786226">
              <a:lnSpc>
                <a:spcPct val="100000"/>
              </a:lnSpc>
              <a:spcBef>
                <a:spcPts val="0"/>
              </a:spcBef>
              <a:defRPr sz="8398">
                <a:solidFill>
                  <a:schemeClr val="tx1"/>
                </a:solidFill>
              </a:defRPr>
            </a:lvl2pPr>
            <a:lvl3pPr marL="1499316" indent="-786226">
              <a:lnSpc>
                <a:spcPct val="100000"/>
              </a:lnSpc>
              <a:spcBef>
                <a:spcPts val="0"/>
              </a:spcBef>
              <a:defRPr sz="8398">
                <a:solidFill>
                  <a:schemeClr val="tx1"/>
                </a:solidFill>
              </a:defRPr>
            </a:lvl3pPr>
            <a:lvl4pPr marL="2285542" indent="-786226">
              <a:lnSpc>
                <a:spcPct val="100000"/>
              </a:lnSpc>
              <a:spcBef>
                <a:spcPts val="0"/>
              </a:spcBef>
              <a:defRPr sz="8398">
                <a:solidFill>
                  <a:schemeClr val="tx1"/>
                </a:solidFill>
              </a:defRPr>
            </a:lvl4pPr>
            <a:lvl5pPr>
              <a:lnSpc>
                <a:spcPct val="100000"/>
              </a:lnSpc>
              <a:spcBef>
                <a:spcPts val="0"/>
              </a:spcBef>
              <a:defRPr sz="8598">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1" y="309601"/>
            <a:ext cx="4949824" cy="5335586"/>
          </a:xfrm>
        </p:spPr>
        <p:txBody>
          <a:bodyPr/>
          <a:lstStyle>
            <a:lvl1pPr>
              <a:lnSpc>
                <a:spcPct val="100000"/>
              </a:lnSpc>
              <a:defRPr sz="8398">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309600"/>
            <a:ext cx="11049000" cy="5335588"/>
          </a:xfrm>
        </p:spPr>
        <p:txBody>
          <a:bodyPr/>
          <a:lstStyle>
            <a:lvl1pPr>
              <a:lnSpc>
                <a:spcPct val="100000"/>
              </a:lnSpc>
              <a:spcBef>
                <a:spcPts val="0"/>
              </a:spcBef>
              <a:defRPr sz="8398">
                <a:solidFill>
                  <a:schemeClr val="tx1"/>
                </a:solidFill>
              </a:defRPr>
            </a:lvl1pPr>
            <a:lvl2pPr marL="786226" indent="-786226">
              <a:lnSpc>
                <a:spcPct val="100000"/>
              </a:lnSpc>
              <a:spcBef>
                <a:spcPts val="0"/>
              </a:spcBef>
              <a:defRPr sz="8398">
                <a:solidFill>
                  <a:schemeClr val="tx1"/>
                </a:solidFill>
              </a:defRPr>
            </a:lvl2pPr>
            <a:lvl3pPr marL="1499316" indent="-786226">
              <a:lnSpc>
                <a:spcPct val="100000"/>
              </a:lnSpc>
              <a:spcBef>
                <a:spcPts val="0"/>
              </a:spcBef>
              <a:defRPr sz="8398">
                <a:solidFill>
                  <a:schemeClr val="tx1"/>
                </a:solidFill>
              </a:defRPr>
            </a:lvl3pPr>
            <a:lvl4pPr marL="2285542" indent="-786226">
              <a:lnSpc>
                <a:spcPct val="100000"/>
              </a:lnSpc>
              <a:spcBef>
                <a:spcPts val="0"/>
              </a:spcBef>
              <a:defRPr sz="8398">
                <a:solidFill>
                  <a:schemeClr val="tx1"/>
                </a:solidFill>
              </a:defRPr>
            </a:lvl4pPr>
            <a:lvl5pPr>
              <a:lnSpc>
                <a:spcPct val="100000"/>
              </a:lnSpc>
              <a:spcBef>
                <a:spcPts val="0"/>
              </a:spcBef>
              <a:defRPr sz="8598">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5999" y="6594476"/>
            <a:ext cx="4946904" cy="5340096"/>
          </a:xfrm>
        </p:spPr>
        <p:txBody>
          <a:bodyPr/>
          <a:lstStyle>
            <a:lvl1pPr>
              <a:lnSpc>
                <a:spcPct val="100000"/>
              </a:lnSpc>
              <a:defRPr sz="83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53373608"/>
      </p:ext>
    </p:extLst>
  </p:cSld>
  <p:clrMapOvr>
    <a:masterClrMapping/>
  </p:clrMapOvr>
  <p:transition spd="med"/>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3284728"/>
          </a:xfrm>
        </p:spPr>
        <p:txBody>
          <a:bodyPr/>
          <a:lstStyle>
            <a:lvl1pPr>
              <a:lnSpc>
                <a:spcPct val="110000"/>
              </a:lnSpc>
              <a:defRPr sz="3600">
                <a:solidFill>
                  <a:schemeClr val="tx2"/>
                </a:solidFill>
              </a:defRPr>
            </a:lvl1pPr>
          </a:lstStyle>
          <a:p>
            <a:r>
              <a:rPr lang="de-DE"/>
              <a:t>Mastertitelformat bearbeiten</a:t>
            </a:r>
            <a:endParaRPr lang="en-US"/>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8"/>
          </a:xfrm>
        </p:spPr>
        <p:txBody>
          <a:bodyPr/>
          <a:lstStyle>
            <a:lvl1pPr>
              <a:lnSpc>
                <a:spcPct val="90000"/>
              </a:lnSpc>
              <a:defRPr sz="13198">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8"/>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6"/>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3"/>
            <a:ext cx="4951413" cy="2857506"/>
          </a:xfrm>
        </p:spPr>
        <p:txBody>
          <a:bodyPr/>
          <a:lstStyle>
            <a:lvl1pPr>
              <a:lnSpc>
                <a:spcPct val="90000"/>
              </a:lnSpc>
              <a:defRPr sz="13198">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7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6"/>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9526647"/>
            <a:ext cx="4951411" cy="2668530"/>
          </a:xfrm>
        </p:spPr>
        <p:txBody>
          <a:bodyPr/>
          <a:lstStyle>
            <a:lvl1pPr>
              <a:lnSpc>
                <a:spcPct val="90000"/>
              </a:lnSpc>
              <a:defRPr sz="13198">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11"/>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79041337"/>
      </p:ext>
    </p:extLst>
  </p:cSld>
  <p:clrMapOvr>
    <a:masterClrMapping/>
  </p:clrMapOvr>
  <p:transition spd="med"/>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2" y="576072"/>
            <a:ext cx="4942077" cy="1525588"/>
          </a:xfrm>
        </p:spPr>
        <p:txBody>
          <a:bodyPr/>
          <a:lstStyle>
            <a:lvl1pPr>
              <a:lnSpc>
                <a:spcPct val="110000"/>
              </a:lnSpc>
              <a:defRPr sz="2800">
                <a:solidFill>
                  <a:schemeClr val="tx2"/>
                </a:solidFill>
              </a:defRPr>
            </a:lvl1pPr>
          </a:lstStyle>
          <a:p>
            <a:r>
              <a:rPr lang="de-DE"/>
              <a:t>Mastertitelformat bearbeiten</a:t>
            </a:r>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2" y="3048001"/>
            <a:ext cx="4956175"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6" y="3048001"/>
            <a:ext cx="4951413"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1"/>
            <a:ext cx="4953001"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6" y="3048001"/>
            <a:ext cx="4959350"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64707186"/>
      </p:ext>
    </p:extLst>
  </p:cSld>
  <p:clrMapOvr>
    <a:masterClrMapping/>
  </p:clrMapOvr>
  <p:transition spd="med"/>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de-DE"/>
              <a:t>Mastertitelformat bearbeiten</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6" y="576072"/>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6"/>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3" y="3044827"/>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1" y="3044827"/>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3" y="3048001"/>
            <a:ext cx="4956175"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6" y="3048001"/>
            <a:ext cx="4951413"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8001"/>
            <a:ext cx="4953001"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6" y="3048001"/>
            <a:ext cx="4959350"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3125788470"/>
      </p:ext>
    </p:extLst>
  </p:cSld>
  <p:clrMapOvr>
    <a:masterClrMapping/>
  </p:clrMapOvr>
  <p:transition spd="med"/>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576073"/>
            <a:ext cx="4949824" cy="2468754"/>
          </a:xfrm>
        </p:spPr>
        <p:txBody>
          <a:bodyPr/>
          <a:lstStyle>
            <a:lvl1pPr>
              <a:lnSpc>
                <a:spcPct val="110000"/>
              </a:lnSpc>
              <a:defRPr sz="2800">
                <a:solidFill>
                  <a:schemeClr val="tx2"/>
                </a:solidFill>
              </a:defRPr>
            </a:lvl1pPr>
          </a:lstStyle>
          <a:p>
            <a:r>
              <a:rPr lang="de-DE"/>
              <a:t>Mastertitelformat bearbeiten</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3"/>
            <a:ext cx="4956175" cy="184303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2"/>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1" cy="184303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1" cy="91567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4"/>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3"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1" y="570104"/>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499" y="576073"/>
            <a:ext cx="4959350" cy="184303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499"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48559363"/>
      </p:ext>
    </p:extLst>
  </p:cSld>
  <p:clrMapOvr>
    <a:masterClrMapping/>
  </p:clrMapOvr>
  <p:transition spd="med"/>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3" y="576072"/>
            <a:ext cx="4949824" cy="2097088"/>
          </a:xfrm>
        </p:spPr>
        <p:txBody>
          <a:bodyPr/>
          <a:lstStyle>
            <a:lvl1pPr>
              <a:lnSpc>
                <a:spcPct val="110000"/>
              </a:lnSpc>
              <a:defRPr sz="2400">
                <a:solidFill>
                  <a:schemeClr val="tx2"/>
                </a:solidFill>
              </a:defRPr>
            </a:lvl1pPr>
          </a:lstStyle>
          <a:p>
            <a:r>
              <a:rPr lang="de-DE"/>
              <a:t>Mastertitelformat bearbeiten</a:t>
            </a:r>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2" y="3048001"/>
            <a:ext cx="4942077" cy="4578350"/>
          </a:xfrm>
        </p:spPr>
        <p:txBody>
          <a:bodyPr/>
          <a:lstStyle>
            <a:lvl1pPr>
              <a:lnSpc>
                <a:spcPct val="100000"/>
              </a:lnSpc>
              <a:spcBef>
                <a:spcPts val="0"/>
              </a:spcBef>
              <a:defRPr sz="3600">
                <a:solidFill>
                  <a:schemeClr val="tx1"/>
                </a:solidFill>
              </a:defRPr>
            </a:lvl1pPr>
          </a:lstStyle>
          <a:p>
            <a:pPr lvl="0"/>
            <a:r>
              <a:rPr lang="de-DE"/>
              <a:t>Mastertextformat bearbeiten</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1"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6" y="3048001"/>
            <a:ext cx="4951413" cy="9153526"/>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1"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8000"/>
            <a:ext cx="4942119" cy="9153524"/>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1"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9" y="3048001"/>
            <a:ext cx="4941885" cy="9153526"/>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4"/>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1" y="570104"/>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78715054"/>
      </p:ext>
    </p:extLst>
  </p:cSld>
  <p:clrMapOvr>
    <a:masterClrMapping/>
  </p:clrMapOvr>
  <p:transition spd="med"/>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2" y="384049"/>
            <a:ext cx="4942077" cy="3117978"/>
          </a:xfrm>
        </p:spPr>
        <p:txBody>
          <a:bodyPr/>
          <a:lstStyle>
            <a:lvl1pPr>
              <a:lnSpc>
                <a:spcPct val="100000"/>
              </a:lnSpc>
              <a:defRPr sz="6798">
                <a:solidFill>
                  <a:schemeClr val="tx2"/>
                </a:solidFill>
              </a:defRPr>
            </a:lvl1pPr>
          </a:lstStyle>
          <a:p>
            <a:r>
              <a:rPr lang="de-DE"/>
              <a:t>Mastertitelformat bearbeiten</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9"/>
            <a:ext cx="4951415" cy="2201270"/>
          </a:xfrm>
        </p:spPr>
        <p:txBody>
          <a:bodyPr/>
          <a:lstStyle>
            <a:lvl1pPr>
              <a:lnSpc>
                <a:spcPct val="100000"/>
              </a:lnSpc>
              <a:spcBef>
                <a:spcPts val="0"/>
              </a:spcBef>
              <a:defRPr sz="67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de-DE"/>
              <a:t>Mastertextformat bearbeiten</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4" y="3048001"/>
            <a:ext cx="4951413" cy="9153526"/>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8001"/>
            <a:ext cx="10096500" cy="9153526"/>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411750"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82162198"/>
      </p:ext>
    </p:extLst>
  </p:cSld>
  <p:clrMapOvr>
    <a:masterClrMapping/>
  </p:clrMapOvr>
  <p:transition spd="med"/>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1" y="576072"/>
            <a:ext cx="7424927" cy="1906588"/>
          </a:xfrm>
        </p:spPr>
        <p:txBody>
          <a:bodyPr/>
          <a:lstStyle>
            <a:lvl1pPr>
              <a:lnSpc>
                <a:spcPct val="110000"/>
              </a:lnSpc>
              <a:defRPr sz="3600">
                <a:solidFill>
                  <a:schemeClr val="tx2"/>
                </a:solidFill>
              </a:defRPr>
            </a:lvl1pPr>
          </a:lstStyle>
          <a:p>
            <a:r>
              <a:rPr lang="de-DE"/>
              <a:t>Mastertitelformat bearbeiten</a:t>
            </a:r>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1" y="3048000"/>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1" y="3048001"/>
            <a:ext cx="10096500" cy="915352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98415864"/>
      </p:ext>
    </p:extLst>
  </p:cSld>
  <p:clrMapOvr>
    <a:masterClrMapping/>
  </p:clrMapOvr>
  <p:transition spd="med"/>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2" y="384049"/>
            <a:ext cx="11036491" cy="4210178"/>
          </a:xfrm>
        </p:spPr>
        <p:txBody>
          <a:bodyPr rIns="457200"/>
          <a:lstStyle>
            <a:lvl1pPr>
              <a:lnSpc>
                <a:spcPct val="100000"/>
              </a:lnSpc>
              <a:defRPr sz="6798">
                <a:solidFill>
                  <a:schemeClr val="tx2"/>
                </a:solidFill>
              </a:defRPr>
            </a:lvl1pPr>
          </a:lstStyle>
          <a:p>
            <a:r>
              <a:rPr lang="de-DE"/>
              <a:t>Mastertitelformat bearbeiten</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6" y="576072"/>
            <a:ext cx="4949824" cy="1161910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6" y="576072"/>
            <a:ext cx="4941887" cy="1161910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51053439"/>
      </p:ext>
    </p:extLst>
  </p:cSld>
  <p:clrMapOvr>
    <a:masterClrMapping/>
  </p:clrMapOvr>
  <p:transition spd="med"/>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2" y="576072"/>
            <a:ext cx="4942077" cy="3995928"/>
          </a:xfrm>
        </p:spPr>
        <p:txBody>
          <a:bodyPr/>
          <a:lstStyle>
            <a:lvl1pPr>
              <a:lnSpc>
                <a:spcPct val="110000"/>
              </a:lnSpc>
              <a:defRPr sz="3600">
                <a:solidFill>
                  <a:schemeClr val="tx2"/>
                </a:solidFill>
              </a:defRPr>
            </a:lvl1pPr>
          </a:lstStyle>
          <a:p>
            <a:r>
              <a:rPr lang="de-DE"/>
              <a:t>Mastertitelformat bearbeiten</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1" cy="116220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6" y="576000"/>
            <a:ext cx="4941887" cy="116220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51496690"/>
      </p:ext>
    </p:extLst>
  </p:cSld>
  <p:clrMapOvr>
    <a:masterClrMapping/>
  </p:clrMapOvr>
  <p:transition spd="med"/>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2" y="384048"/>
            <a:ext cx="11039475" cy="4210176"/>
          </a:xfrm>
        </p:spPr>
        <p:txBody>
          <a:bodyPr rIns="457200"/>
          <a:lstStyle>
            <a:lvl1pPr>
              <a:lnSpc>
                <a:spcPct val="100000"/>
              </a:lnSpc>
              <a:defRPr sz="6798">
                <a:solidFill>
                  <a:schemeClr val="tx2"/>
                </a:solidFill>
              </a:defRPr>
            </a:lvl1pPr>
          </a:lstStyle>
          <a:p>
            <a:r>
              <a:rPr lang="de-DE"/>
              <a:t>Mastertitelformat bearbeiten</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3"/>
            <a:ext cx="4953001"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8001"/>
            <a:ext cx="4953001" cy="915352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3"/>
            <a:ext cx="4959350"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048000"/>
            <a:ext cx="4953001"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5858589"/>
      </p:ext>
    </p:extLst>
  </p:cSld>
  <p:clrMapOvr>
    <a:masterClrMapping/>
  </p:clrMapOvr>
  <p:transition spd="med"/>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8"/>
          </a:xfrm>
        </p:spPr>
        <p:txBody>
          <a:bodyPr rIns="0"/>
          <a:lstStyle>
            <a:lvl1pPr>
              <a:lnSpc>
                <a:spcPct val="110000"/>
              </a:lnSpc>
              <a:defRPr sz="2800">
                <a:solidFill>
                  <a:schemeClr val="tx2"/>
                </a:solidFill>
              </a:defRPr>
            </a:lvl1pPr>
          </a:lstStyle>
          <a:p>
            <a:r>
              <a:rPr lang="de-DE"/>
              <a:t>Mastertitelformat bearbeiten</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3"/>
            <a:ext cx="4953001"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8001"/>
            <a:ext cx="4953001" cy="915352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7" y="576073"/>
            <a:ext cx="4942077"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048001"/>
            <a:ext cx="4953001" cy="915352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11452244"/>
      </p:ext>
    </p:extLst>
  </p:cSld>
  <p:clrMapOvr>
    <a:masterClrMapping/>
  </p:clrMapOvr>
  <p:transition spd="med"/>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384049"/>
            <a:ext cx="4949824" cy="4210178"/>
          </a:xfrm>
        </p:spPr>
        <p:txBody>
          <a:bodyPr/>
          <a:lstStyle>
            <a:lvl1pPr>
              <a:lnSpc>
                <a:spcPct val="100000"/>
              </a:lnSpc>
              <a:defRPr sz="6798">
                <a:solidFill>
                  <a:schemeClr val="tx2"/>
                </a:solidFill>
              </a:defRPr>
            </a:lvl1pPr>
          </a:lstStyle>
          <a:p>
            <a:r>
              <a:rPr lang="de-DE"/>
              <a:t>Mastertitelformat bearbeiten</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8"/>
            <a:ext cx="4956175" cy="3110584"/>
          </a:xfrm>
        </p:spPr>
        <p:txBody>
          <a:bodyPr/>
          <a:lstStyle>
            <a:lvl1pPr>
              <a:lnSpc>
                <a:spcPct val="100000"/>
              </a:lnSpc>
              <a:spcBef>
                <a:spcPts val="0"/>
              </a:spcBef>
              <a:defRPr sz="67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de-DE"/>
              <a:t>Mastertextformat bearbeiten</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6"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1" y="576073"/>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1"/>
            <a:ext cx="4953001"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5"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048001"/>
            <a:ext cx="4959350"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5" y="12823286"/>
            <a:ext cx="4956175" cy="381000"/>
          </a:xfrm>
          <a:prstGeom prst="rect">
            <a:avLst/>
          </a:prstGeom>
        </p:spPr>
        <p:txBody>
          <a:bodyPr/>
          <a:lstStyle/>
          <a:p>
            <a:r>
              <a:rPr lang="en-US"/>
              <a:t>IBM Consulting for Nestlé | IBM confidential</a:t>
            </a:r>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1"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65763228"/>
      </p:ext>
    </p:extLst>
  </p:cSld>
  <p:clrMapOvr>
    <a:masterClrMapping/>
  </p:clrMapOvr>
  <p:transition spd="med"/>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4" y="2478024"/>
            <a:ext cx="6670674"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1"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1" y="2476500"/>
            <a:ext cx="6675119"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4" y="6096000"/>
            <a:ext cx="23236427"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2"/>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1" y="8385048"/>
            <a:ext cx="6670676"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1"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1" y="8382000"/>
            <a:ext cx="6675119"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2" y="12816000"/>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2695834"/>
      </p:ext>
    </p:extLst>
  </p:cSld>
  <p:clrMapOvr>
    <a:masterClrMapping/>
  </p:clrMapOvr>
  <p:transition spd="med"/>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2" y="576073"/>
            <a:ext cx="4961128" cy="462154"/>
          </a:xfrm>
        </p:spPr>
        <p:txBody>
          <a:bodyPr/>
          <a:lstStyle>
            <a:lvl1pPr>
              <a:defRPr sz="2800">
                <a:solidFill>
                  <a:schemeClr val="tx2"/>
                </a:solidFill>
              </a:defRPr>
            </a:lvl1pPr>
          </a:lstStyle>
          <a:p>
            <a:pPr lvl="0"/>
            <a:r>
              <a:rPr lang="de-DE"/>
              <a:t>Mastertextformat bearbeiten</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5999" y="1524000"/>
            <a:ext cx="4948428" cy="3048000"/>
          </a:xfrm>
        </p:spPr>
        <p:txBody>
          <a:bodyPr/>
          <a:lstStyle>
            <a:lvl1pPr>
              <a:lnSpc>
                <a:spcPct val="110000"/>
              </a:lnSpc>
              <a:defRPr sz="3600">
                <a:solidFill>
                  <a:schemeClr val="tx2"/>
                </a:solidFill>
              </a:defRPr>
            </a:lvl1pPr>
          </a:lstStyle>
          <a:p>
            <a:r>
              <a:rPr lang="de-DE"/>
              <a:t>Mastertitelformat bearbeiten</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4"/>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6" y="576072"/>
            <a:ext cx="495935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4"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411750"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17317818"/>
      </p:ext>
    </p:extLst>
  </p:cSld>
  <p:clrMapOvr>
    <a:masterClrMapping/>
  </p:clrMapOvr>
  <p:transition spd="med"/>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2" y="576073"/>
            <a:ext cx="4961128" cy="462154"/>
          </a:xfrm>
        </p:spPr>
        <p:txBody>
          <a:bodyPr/>
          <a:lstStyle>
            <a:lvl1pPr>
              <a:defRPr sz="2800">
                <a:solidFill>
                  <a:schemeClr val="tx2"/>
                </a:solidFill>
              </a:defRPr>
            </a:lvl1pPr>
          </a:lstStyle>
          <a:p>
            <a:pPr lvl="0"/>
            <a:r>
              <a:rPr lang="de-DE"/>
              <a:t>Mastertextformat bearbeiten</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4"/>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6" y="576072"/>
            <a:ext cx="495935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4"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2" y="1523872"/>
            <a:ext cx="11044240" cy="4572128"/>
          </a:xfrm>
        </p:spPr>
        <p:txBody>
          <a:bodyPr rIns="457200"/>
          <a:lstStyle>
            <a:lvl1pPr>
              <a:lnSpc>
                <a:spcPct val="110000"/>
              </a:lnSpc>
              <a:defRPr sz="6798">
                <a:solidFill>
                  <a:schemeClr val="tx2"/>
                </a:solidFill>
              </a:defRPr>
            </a:lvl1pPr>
          </a:lstStyle>
          <a:p>
            <a:r>
              <a:rPr lang="de-DE"/>
              <a:t>Mastertitelformat bearbeiten</a:t>
            </a:r>
            <a:endParaRPr lang="en-US"/>
          </a:p>
        </p:txBody>
      </p:sp>
    </p:spTree>
    <p:extLst>
      <p:ext uri="{BB962C8B-B14F-4D97-AF65-F5344CB8AC3E}">
        <p14:creationId xmlns:p14="http://schemas.microsoft.com/office/powerpoint/2010/main" val="3950010778"/>
      </p:ext>
    </p:extLst>
  </p:cSld>
  <p:clrMapOvr>
    <a:masterClrMapping/>
  </p:clrMapOvr>
  <p:transition spd="med"/>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2" y="576072"/>
            <a:ext cx="4942077" cy="3995928"/>
          </a:xfrm>
        </p:spPr>
        <p:txBody>
          <a:bodyPr/>
          <a:lstStyle>
            <a:lvl1pPr>
              <a:defRPr sz="2800">
                <a:solidFill>
                  <a:schemeClr val="tx2"/>
                </a:solidFill>
              </a:defRPr>
            </a:lvl1pPr>
          </a:lstStyle>
          <a:p>
            <a:pPr lvl="0"/>
            <a:r>
              <a:rPr lang="de-DE"/>
              <a:t>Mastertextformat bearbeiten</a:t>
            </a:r>
          </a:p>
        </p:txBody>
      </p:sp>
    </p:spTree>
    <p:extLst>
      <p:ext uri="{BB962C8B-B14F-4D97-AF65-F5344CB8AC3E}">
        <p14:creationId xmlns:p14="http://schemas.microsoft.com/office/powerpoint/2010/main" val="1245241453"/>
      </p:ext>
    </p:extLst>
  </p:cSld>
  <p:clrMapOvr>
    <a:masterClrMapping/>
  </p:clrMapOvr>
  <p:transition spd="med"/>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9"/>
            <a:ext cx="11036995" cy="4210178"/>
          </a:xfrm>
        </p:spPr>
        <p:txBody>
          <a:bodyPr rIns="457200"/>
          <a:lstStyle>
            <a:lvl1pPr>
              <a:lnSpc>
                <a:spcPct val="100000"/>
              </a:lnSpc>
              <a:defRPr sz="6798">
                <a:solidFill>
                  <a:schemeClr val="tx2"/>
                </a:solidFill>
              </a:defRPr>
            </a:lvl1pPr>
          </a:lstStyle>
          <a:p>
            <a:r>
              <a:rPr lang="de-DE"/>
              <a:t>Mastertitelformat bearbeiten</a:t>
            </a:r>
            <a:endParaRPr lang="en-US"/>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5" y="12823286"/>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2233497410"/>
      </p:ext>
    </p:extLst>
  </p:cSld>
  <p:clrMapOvr>
    <a:masterClrMapping/>
  </p:clrMapOvr>
  <p:transition spd="med"/>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576072"/>
            <a:ext cx="4949824" cy="3995928"/>
          </a:xfrm>
        </p:spPr>
        <p:txBody>
          <a:bodyPr/>
          <a:lstStyle>
            <a:lvl1pPr>
              <a:lnSpc>
                <a:spcPct val="110000"/>
              </a:lnSpc>
              <a:defRPr sz="2800">
                <a:solidFill>
                  <a:schemeClr val="tx2"/>
                </a:solidFill>
              </a:defRPr>
            </a:lvl1pPr>
          </a:lstStyle>
          <a:p>
            <a:r>
              <a:rPr lang="de-DE"/>
              <a:t>Mastertitelformat bearbeiten</a:t>
            </a:r>
            <a:endParaRPr lang="en-US"/>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7" y="576072"/>
            <a:ext cx="4956047"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1" y="576072"/>
            <a:ext cx="4956047"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5" y="12823286"/>
            <a:ext cx="4956175" cy="381000"/>
          </a:xfrm>
          <a:prstGeom prst="rect">
            <a:avLst/>
          </a:prstGeom>
        </p:spPr>
        <p:txBody>
          <a:bodyPr/>
          <a:lstStyle/>
          <a:p>
            <a:r>
              <a:rPr lang="en-US"/>
              <a:t>IBM Consulting for Nestlé | IBM confidential</a:t>
            </a:r>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7" y="6673850"/>
            <a:ext cx="4956047" cy="495604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1" y="6673850"/>
            <a:ext cx="4956047" cy="495604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4020155239"/>
      </p:ext>
    </p:extLst>
  </p:cSld>
  <p:clrMapOvr>
    <a:masterClrMapping/>
  </p:clrMapOvr>
  <p:transition spd="med"/>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1" y="576072"/>
            <a:ext cx="4949824" cy="3995928"/>
          </a:xfrm>
        </p:spPr>
        <p:txBody>
          <a:bodyPr/>
          <a:lstStyle>
            <a:lvl1pPr>
              <a:lnSpc>
                <a:spcPct val="110000"/>
              </a:lnSpc>
              <a:defRPr sz="2800">
                <a:solidFill>
                  <a:schemeClr val="tx2"/>
                </a:solidFill>
              </a:defRPr>
            </a:lvl1pPr>
          </a:lstStyle>
          <a:p>
            <a:r>
              <a:rPr lang="de-DE"/>
              <a:t>Mastertitelformat bearbeiten</a:t>
            </a:r>
            <a:endParaRPr lang="en-US"/>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3"/>
            <a:ext cx="402336" cy="403226"/>
          </a:xfrm>
        </p:spPr>
        <p:txBody>
          <a:bodyPr/>
          <a:lstStyle>
            <a:lvl1pPr>
              <a:defRPr sz="14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1" y="1524001"/>
            <a:ext cx="4956047" cy="399910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3"/>
            <a:ext cx="402336" cy="403226"/>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1"/>
            <a:ext cx="4953001" cy="399910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3"/>
            <a:ext cx="402336" cy="403226"/>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4000"/>
            <a:ext cx="4946904" cy="39991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1" y="7623594"/>
            <a:ext cx="4956047" cy="3998296"/>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6"/>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1" y="7623594"/>
            <a:ext cx="4956047" cy="399829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8"/>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2" y="12816000"/>
            <a:ext cx="4956175" cy="381000"/>
          </a:xfrm>
          <a:prstGeom prst="rect">
            <a:avLst/>
          </a:prstGeom>
        </p:spPr>
        <p:txBody>
          <a:bodyPr/>
          <a:lstStyle/>
          <a:p>
            <a:r>
              <a:rPr lang="en-US"/>
              <a:t>IBM Consulting for Nestlé | IBM confidential</a:t>
            </a:r>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4"/>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1" y="570104"/>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68240490"/>
      </p:ext>
    </p:extLst>
  </p:cSld>
  <p:clrMapOvr>
    <a:masterClrMapping/>
  </p:clrMapOvr>
  <p:transition spd="med"/>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2" y="384049"/>
            <a:ext cx="11039475" cy="3413126"/>
          </a:xfrm>
        </p:spPr>
        <p:txBody>
          <a:bodyPr rIns="457200"/>
          <a:lstStyle>
            <a:lvl1pPr>
              <a:lnSpc>
                <a:spcPct val="100000"/>
              </a:lnSpc>
              <a:defRPr sz="6798">
                <a:solidFill>
                  <a:schemeClr val="tx2"/>
                </a:solidFill>
              </a:defRPr>
            </a:lvl1pPr>
          </a:lstStyle>
          <a:p>
            <a:r>
              <a:rPr lang="de-DE"/>
              <a:t>Mastertitelformat bearbeiten</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1" y="573139"/>
            <a:ext cx="0" cy="116220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4" y="6096000"/>
            <a:ext cx="2322849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243396892"/>
      </p:ext>
    </p:extLst>
  </p:cSld>
  <p:clrMapOvr>
    <a:masterClrMapping/>
  </p:clrMapOvr>
  <p:transition spd="med"/>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1" y="576073"/>
            <a:ext cx="4949824" cy="3413126"/>
          </a:xfrm>
        </p:spPr>
        <p:txBody>
          <a:bodyPr rIns="0"/>
          <a:lstStyle>
            <a:lvl1pPr>
              <a:lnSpc>
                <a:spcPct val="110000"/>
              </a:lnSpc>
              <a:defRPr sz="3600">
                <a:solidFill>
                  <a:schemeClr val="tx2"/>
                </a:solidFill>
              </a:defRPr>
            </a:lvl1pPr>
          </a:lstStyle>
          <a:p>
            <a:r>
              <a:rPr lang="de-DE"/>
              <a:t>Mastertitelformat bearbeiten</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1" y="573139"/>
            <a:ext cx="0" cy="116220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4" y="6096000"/>
            <a:ext cx="2322849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4"/>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478746822"/>
      </p:ext>
    </p:extLst>
  </p:cSld>
  <p:clrMapOvr>
    <a:masterClrMapping/>
  </p:clrMapOvr>
  <p:transition spd="med"/>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de-DE"/>
              <a:t>Mastertitelformat bearbeiten</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5999" y="3041651"/>
            <a:ext cx="4946904"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6" y="3041651"/>
            <a:ext cx="4951413"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5"/>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Tree>
    <p:extLst>
      <p:ext uri="{BB962C8B-B14F-4D97-AF65-F5344CB8AC3E}">
        <p14:creationId xmlns:p14="http://schemas.microsoft.com/office/powerpoint/2010/main" val="3805678892"/>
      </p:ext>
    </p:extLst>
  </p:cSld>
  <p:clrMapOvr>
    <a:masterClrMapping/>
  </p:clrMapOvr>
  <p:transition spd="med"/>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de-DE"/>
              <a:t>Mastertitelformat bearbeiten</a:t>
            </a:r>
            <a:endParaRPr lang="en-US"/>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2" y="3041651"/>
            <a:ext cx="4956175"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411750"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76603780"/>
      </p:ext>
    </p:extLst>
  </p:cSld>
  <p:clrMapOvr>
    <a:masterClrMapping/>
  </p:clrMapOvr>
  <p:transition spd="med"/>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de-DE"/>
              <a:t>Mastertitelformat bearbeiten</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2" y="3041651"/>
            <a:ext cx="4956175"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1"/>
            <a:ext cx="17137063" cy="12579350"/>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Tree>
    <p:extLst>
      <p:ext uri="{BB962C8B-B14F-4D97-AF65-F5344CB8AC3E}">
        <p14:creationId xmlns:p14="http://schemas.microsoft.com/office/powerpoint/2010/main" val="4293127316"/>
      </p:ext>
    </p:extLst>
  </p:cSld>
  <p:clrMapOvr>
    <a:masterClrMapping/>
  </p:clrMapOvr>
  <p:transition spd="med"/>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2040112"/>
      </p:ext>
    </p:extLst>
  </p:cSld>
  <p:clrMapOvr>
    <a:masterClrMapping/>
  </p:clrMapOvr>
  <p:transition spd="med"/>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1"/>
            <a:ext cx="23226714" cy="125793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3853245"/>
      </p:ext>
    </p:extLst>
  </p:cSld>
  <p:clrMapOvr>
    <a:masterClrMapping/>
  </p:clrMapOvr>
  <p:transition spd="med"/>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6"/>
            <a:ext cx="2462403" cy="247650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3"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6"/>
            <a:ext cx="2462403"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6"/>
            <a:ext cx="2459736"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6"/>
            <a:ext cx="2459736"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de-DE"/>
              <a:t>Mastertitelformat bearbeiten</a:t>
            </a:r>
            <a:endParaRPr lang="en-US"/>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3044826"/>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096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140826"/>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3044826"/>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096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140826"/>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73513279"/>
      </p:ext>
    </p:extLst>
  </p:cSld>
  <p:clrMapOvr>
    <a:masterClrMapping/>
  </p:clrMapOvr>
  <p:transition spd="med"/>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4"/>
            <a:ext cx="4949824" cy="3995928"/>
          </a:xfrm>
        </p:spPr>
        <p:txBody>
          <a:bodyPr/>
          <a:lstStyle>
            <a:lvl1pPr>
              <a:lnSpc>
                <a:spcPct val="110000"/>
              </a:lnSpc>
              <a:defRPr sz="2800">
                <a:solidFill>
                  <a:schemeClr val="tx2"/>
                </a:solidFill>
              </a:defRPr>
            </a:lvl1pPr>
          </a:lstStyle>
          <a:p>
            <a:r>
              <a:rPr lang="de-DE"/>
              <a:t>Mastertitelformat bearbeiten</a:t>
            </a:r>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6"/>
          </a:xfrm>
        </p:spPr>
        <p:txBody>
          <a:bodyPr anchor="ctr"/>
          <a:lstStyle>
            <a:lvl1pPr algn="ctr">
              <a:defRPr>
                <a:solidFill>
                  <a:schemeClr val="tx1"/>
                </a:solidFill>
              </a:defRPr>
            </a:lvl1pPr>
          </a:lstStyle>
          <a:p>
            <a:r>
              <a:rPr lang="de-DE"/>
              <a:t>Tabelle durch Klicken auf Symbol hinzufügen</a:t>
            </a:r>
            <a:endParaRPr lang="en-US"/>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79627287"/>
      </p:ext>
    </p:extLst>
  </p:cSld>
  <p:clrMapOvr>
    <a:masterClrMapping/>
  </p:clrMapOvr>
  <p:transition spd="med"/>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3"/>
            <a:ext cx="4949824" cy="1527050"/>
          </a:xfrm>
        </p:spPr>
        <p:txBody>
          <a:bodyPr/>
          <a:lstStyle>
            <a:lvl1pPr>
              <a:lnSpc>
                <a:spcPct val="110000"/>
              </a:lnSpc>
              <a:defRPr sz="2800">
                <a:solidFill>
                  <a:schemeClr val="tx2"/>
                </a:solidFill>
              </a:defRPr>
            </a:lvl1pPr>
          </a:lstStyle>
          <a:p>
            <a:r>
              <a:rPr lang="de-DE"/>
              <a:t>Mastertitelformat bearbeiten</a:t>
            </a:r>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9"/>
            <a:ext cx="5524499"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1" y="3044827"/>
            <a:ext cx="4943476"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Tree>
    <p:extLst>
      <p:ext uri="{BB962C8B-B14F-4D97-AF65-F5344CB8AC3E}">
        <p14:creationId xmlns:p14="http://schemas.microsoft.com/office/powerpoint/2010/main" val="531879926"/>
      </p:ext>
    </p:extLst>
  </p:cSld>
  <p:clrMapOvr>
    <a:masterClrMapping/>
  </p:clrMapOvr>
  <p:transition spd="med"/>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2" y="384048"/>
            <a:ext cx="4956175" cy="2859088"/>
          </a:xfrm>
        </p:spPr>
        <p:txBody>
          <a:bodyPr/>
          <a:lstStyle>
            <a:lvl1pPr>
              <a:lnSpc>
                <a:spcPct val="100000"/>
              </a:lnSpc>
              <a:spcBef>
                <a:spcPts val="0"/>
              </a:spcBef>
              <a:defRPr sz="67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de-DE"/>
              <a:t>Mastertextformat bearbeiten</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4" y="576001"/>
            <a:ext cx="4953001"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2" y="12816000"/>
            <a:ext cx="4956175" cy="381000"/>
          </a:xfrm>
          <a:prstGeom prst="rect">
            <a:avLst/>
          </a:prstGeom>
        </p:spPr>
        <p:txBody>
          <a:bodyPr/>
          <a:lstStyle/>
          <a:p>
            <a:r>
              <a:rPr lang="en-US"/>
              <a:t>IBM Consulting for Nestlé | IBM confidential</a:t>
            </a:r>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19640642"/>
      </p:ext>
    </p:extLst>
  </p:cSld>
  <p:clrMapOvr>
    <a:masterClrMapping/>
  </p:clrMapOvr>
  <p:transition spd="med"/>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2" y="384048"/>
            <a:ext cx="4956175" cy="2859088"/>
          </a:xfrm>
        </p:spPr>
        <p:txBody>
          <a:bodyPr/>
          <a:lstStyle>
            <a:lvl1pPr>
              <a:lnSpc>
                <a:spcPct val="100000"/>
              </a:lnSpc>
              <a:spcBef>
                <a:spcPts val="0"/>
              </a:spcBef>
              <a:defRPr sz="67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de-DE"/>
              <a:t>Mastertextformat bearbeiten</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1"/>
            <a:ext cx="4953001"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76001"/>
            <a:ext cx="4953001"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2" y="12816000"/>
            <a:ext cx="4956175" cy="381000"/>
          </a:xfrm>
          <a:prstGeom prst="rect">
            <a:avLst/>
          </a:prstGeo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53478285"/>
      </p:ext>
    </p:extLst>
  </p:cSld>
  <p:clrMapOvr>
    <a:masterClrMapping/>
  </p:clrMapOvr>
  <p:transition spd="med"/>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3"/>
            <a:ext cx="4949824" cy="2468754"/>
          </a:xfrm>
        </p:spPr>
        <p:txBody>
          <a:bodyPr/>
          <a:lstStyle>
            <a:lvl1pPr>
              <a:lnSpc>
                <a:spcPct val="110000"/>
              </a:lnSpc>
              <a:defRPr sz="2800">
                <a:solidFill>
                  <a:schemeClr val="tx2"/>
                </a:solidFill>
              </a:defRPr>
            </a:lvl1pPr>
          </a:lstStyle>
          <a:p>
            <a:r>
              <a:rPr lang="de-DE"/>
              <a:t>Mastertitelformat bearbeiten</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a:prstGeom prst="rect">
            <a:avLst/>
          </a:prstGeo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01313511"/>
      </p:ext>
    </p:extLst>
  </p:cSld>
  <p:clrMapOvr>
    <a:masterClrMapping/>
  </p:clrMapOvr>
  <p:transition spd="med"/>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3"/>
            <a:ext cx="4949824" cy="2468754"/>
          </a:xfrm>
        </p:spPr>
        <p:txBody>
          <a:bodyPr/>
          <a:lstStyle>
            <a:lvl1pPr>
              <a:lnSpc>
                <a:spcPct val="110000"/>
              </a:lnSpc>
              <a:defRPr sz="2800">
                <a:solidFill>
                  <a:schemeClr val="tx2"/>
                </a:solidFill>
              </a:defRPr>
            </a:lvl1pPr>
          </a:lstStyle>
          <a:p>
            <a:r>
              <a:rPr lang="de-DE"/>
              <a:t>Mastertitelformat bearbeiten</a:t>
            </a:r>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50"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49887760"/>
      </p:ext>
    </p:extLst>
  </p:cSld>
  <p:clrMapOvr>
    <a:masterClrMapping/>
  </p:clrMapOvr>
  <p:transition spd="med"/>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2" name="Picture 6" descr="IBM logo PNG transparent image download, size: 4464x1944px">
            <a:extLst>
              <a:ext uri="{FF2B5EF4-FFF2-40B4-BE49-F238E27FC236}">
                <a16:creationId xmlns:a16="http://schemas.microsoft.com/office/drawing/2014/main" id="{78FD4003-92CE-E5BF-4DD2-B81971CC41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044280" y="5922000"/>
            <a:ext cx="4298616" cy="18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580173"/>
      </p:ext>
    </p:extLst>
  </p:cSld>
  <p:clrMapOvr>
    <a:masterClrMapping/>
  </p:clrMapOvr>
  <p:transition spd="med"/>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3B0B2D6-308A-642F-F731-CEA8952EE14F}"/>
              </a:ext>
            </a:extLst>
          </p:cNvPr>
          <p:cNvSpPr txBox="1"/>
          <p:nvPr userDrawn="1"/>
        </p:nvSpPr>
        <p:spPr>
          <a:xfrm>
            <a:off x="3135086" y="-809896"/>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188" indent="-446470" algn="l" defTabSz="2436878">
              <a:spcBef>
                <a:spcPts val="2902"/>
              </a:spcBef>
              <a:buSzPct val="100000"/>
              <a:buFontTx/>
              <a:buChar char="–"/>
            </a:pPr>
            <a:endParaRPr lang="en-US" sz="3600" kern="0">
              <a:solidFill>
                <a:srgbClr val="000000"/>
              </a:solidFill>
              <a:latin typeface="IBM Plex Sans" panose="020B0503050203000203" pitchFamily="34" charset="0"/>
              <a:ea typeface="+mj-ea"/>
              <a:cs typeface="+mj-cs"/>
              <a:sym typeface="IBM Plex Sans Light"/>
            </a:endParaRPr>
          </a:p>
        </p:txBody>
      </p:sp>
      <p:sp>
        <p:nvSpPr>
          <p:cNvPr id="23" name="Text Placeholder">
            <a:extLst>
              <a:ext uri="{FF2B5EF4-FFF2-40B4-BE49-F238E27FC236}">
                <a16:creationId xmlns:a16="http://schemas.microsoft.com/office/drawing/2014/main" id="{2646633B-B0FF-87B3-E37B-32378CD46878}"/>
              </a:ext>
            </a:extLst>
          </p:cNvPr>
          <p:cNvSpPr>
            <a:spLocks noGrp="1"/>
          </p:cNvSpPr>
          <p:nvPr>
            <p:ph idx="1" hasCustomPrompt="1"/>
          </p:nvPr>
        </p:nvSpPr>
        <p:spPr>
          <a:xfrm>
            <a:off x="426385" y="1609783"/>
            <a:ext cx="23652093" cy="11247966"/>
          </a:xfrm>
          <a:prstGeom prst="rect">
            <a:avLst/>
          </a:prstGeom>
        </p:spPr>
        <p:txBody>
          <a:bodyPr vert="horz" lIns="0" tIns="0" rIns="0" bIns="0" rtlCol="0">
            <a:noAutofit/>
          </a:bodyPr>
          <a:lstStyle>
            <a:lvl1pPr indent="50390">
              <a:lnSpc>
                <a:spcPct val="100000"/>
              </a:lnSpc>
              <a:defRPr sz="2800">
                <a:latin typeface="IBM Plex Sans" panose="020B0503050203000203" pitchFamily="34" charset="0"/>
              </a:defRPr>
            </a:lvl1pPr>
          </a:lstStyle>
          <a:p>
            <a:pPr lvl="0"/>
            <a:r>
              <a:rPr lang="en-US"/>
              <a:t>Click to edit Master text styles</a:t>
            </a:r>
          </a:p>
        </p:txBody>
      </p:sp>
      <p:sp>
        <p:nvSpPr>
          <p:cNvPr id="28" name="Text Placeholder 27">
            <a:extLst>
              <a:ext uri="{FF2B5EF4-FFF2-40B4-BE49-F238E27FC236}">
                <a16:creationId xmlns:a16="http://schemas.microsoft.com/office/drawing/2014/main" id="{5EE1E08D-5A10-B88C-52F0-238739A963B8}"/>
              </a:ext>
            </a:extLst>
          </p:cNvPr>
          <p:cNvSpPr>
            <a:spLocks noGrp="1"/>
          </p:cNvSpPr>
          <p:nvPr>
            <p:ph type="body" sz="quarter" idx="10"/>
          </p:nvPr>
        </p:nvSpPr>
        <p:spPr>
          <a:xfrm>
            <a:off x="352463" y="350333"/>
            <a:ext cx="23726015" cy="1075890"/>
          </a:xfrm>
          <a:prstGeom prst="rect">
            <a:avLst/>
          </a:prstGeom>
        </p:spPr>
        <p:txBody>
          <a:bodyPr/>
          <a:lstStyle>
            <a:lvl1pPr indent="-71986">
              <a:lnSpc>
                <a:spcPct val="100000"/>
              </a:lnSpc>
              <a:defRPr sz="6398" b="0" i="0">
                <a:solidFill>
                  <a:srgbClr val="031C41"/>
                </a:solidFill>
                <a:latin typeface="IBM Plex Sans" panose="020B0503050203000203" pitchFamily="34" charset="0"/>
                <a:cs typeface="Arial" panose="020B0604020202020204" pitchFamily="34" charset="0"/>
              </a:defRPr>
            </a:lvl1pPr>
          </a:lstStyle>
          <a:p>
            <a:pPr lvl="0"/>
            <a:r>
              <a:rPr lang="en-GB"/>
              <a:t>Click to edit Master text styles</a:t>
            </a:r>
          </a:p>
        </p:txBody>
      </p:sp>
      <p:sp>
        <p:nvSpPr>
          <p:cNvPr id="8" name="Rectangle 7">
            <a:extLst>
              <a:ext uri="{FF2B5EF4-FFF2-40B4-BE49-F238E27FC236}">
                <a16:creationId xmlns:a16="http://schemas.microsoft.com/office/drawing/2014/main" id="{15B2C3F6-F05D-6D62-E147-A5432CE486C3}"/>
              </a:ext>
            </a:extLst>
          </p:cNvPr>
          <p:cNvSpPr/>
          <p:nvPr userDrawn="1"/>
        </p:nvSpPr>
        <p:spPr bwMode="auto">
          <a:xfrm rot="16200000" flipH="1" flipV="1">
            <a:off x="2791278" y="-2364897"/>
            <a:ext cx="192096" cy="4921889"/>
          </a:xfrm>
          <a:prstGeom prst="rect">
            <a:avLst/>
          </a:prstGeom>
          <a:gradFill>
            <a:gsLst>
              <a:gs pos="75000">
                <a:srgbClr val="0F62FE"/>
              </a:gs>
              <a:gs pos="25000">
                <a:srgbClr val="FF000F"/>
              </a:gs>
              <a:gs pos="0">
                <a:srgbClr val="FF000F"/>
              </a:gs>
              <a:gs pos="100000">
                <a:srgbClr val="0F62FE"/>
              </a:gs>
            </a:gsLst>
            <a:lin ang="198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gradFill>
                <a:gsLst>
                  <a:gs pos="75000">
                    <a:srgbClr val="0F62FE"/>
                  </a:gs>
                  <a:gs pos="25000">
                    <a:srgbClr val="FF000F"/>
                  </a:gs>
                  <a:gs pos="0">
                    <a:srgbClr val="FF000F"/>
                  </a:gs>
                  <a:gs pos="100000">
                    <a:srgbClr val="0F62FE"/>
                  </a:gs>
                </a:gsLst>
                <a:lin ang="5400000" scaled="0"/>
              </a:gradFill>
              <a:effectLst/>
              <a:latin typeface="IBM Plex Sans" panose="020B0503050203000203" pitchFamily="34" charset="0"/>
            </a:endParaRPr>
          </a:p>
        </p:txBody>
      </p:sp>
      <p:pic>
        <p:nvPicPr>
          <p:cNvPr id="2" name="Graphic 1">
            <a:extLst>
              <a:ext uri="{FF2B5EF4-FFF2-40B4-BE49-F238E27FC236}">
                <a16:creationId xmlns:a16="http://schemas.microsoft.com/office/drawing/2014/main" id="{076BB469-3BB7-ED70-9268-946BCE758C8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974481" y="0"/>
            <a:ext cx="4412694" cy="3891516"/>
          </a:xfrm>
          <a:prstGeom prst="rect">
            <a:avLst/>
          </a:prstGeom>
        </p:spPr>
      </p:pic>
      <p:sp>
        <p:nvSpPr>
          <p:cNvPr id="10" name="Rectangle 9">
            <a:extLst>
              <a:ext uri="{FF2B5EF4-FFF2-40B4-BE49-F238E27FC236}">
                <a16:creationId xmlns:a16="http://schemas.microsoft.com/office/drawing/2014/main" id="{44EA6F85-8DC7-9CC8-4075-90379CD7D350}"/>
              </a:ext>
            </a:extLst>
          </p:cNvPr>
          <p:cNvSpPr/>
          <p:nvPr userDrawn="1"/>
        </p:nvSpPr>
        <p:spPr bwMode="auto">
          <a:xfrm>
            <a:off x="0" y="13034936"/>
            <a:ext cx="24387175" cy="681064"/>
          </a:xfrm>
          <a:prstGeom prst="rect">
            <a:avLst/>
          </a:prstGeom>
          <a:solidFill>
            <a:srgbClr val="0F62FE"/>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ctr" anchorCtr="0" compatLnSpc="1">
            <a:prstTxWarp prst="textNoShape">
              <a:avLst/>
            </a:prstTxWarp>
          </a:bodyPr>
          <a:lstStyle/>
          <a:p>
            <a:pPr marL="0" marR="0" indent="0" algn="l" defTabSz="1828434"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IBM Plex Sans" panose="020B0503050203000203" pitchFamily="34" charset="0"/>
            </a:endParaRPr>
          </a:p>
        </p:txBody>
      </p:sp>
      <p:sp>
        <p:nvSpPr>
          <p:cNvPr id="11" name="TextBox 10">
            <a:extLst>
              <a:ext uri="{FF2B5EF4-FFF2-40B4-BE49-F238E27FC236}">
                <a16:creationId xmlns:a16="http://schemas.microsoft.com/office/drawing/2014/main" id="{602F5753-A1BE-01BF-8296-FE608CABD199}"/>
              </a:ext>
            </a:extLst>
          </p:cNvPr>
          <p:cNvSpPr txBox="1"/>
          <p:nvPr userDrawn="1"/>
        </p:nvSpPr>
        <p:spPr>
          <a:xfrm>
            <a:off x="426381" y="13192929"/>
            <a:ext cx="758135" cy="365086"/>
          </a:xfrm>
          <a:prstGeom prst="rect">
            <a:avLst/>
          </a:prstGeom>
          <a:noFill/>
        </p:spPr>
        <p:txBody>
          <a:bodyPr wrap="square" lIns="0" tIns="0" rIns="0" bIns="0" rtlCol="0" anchor="ctr">
            <a:noAutofit/>
          </a:bodyPr>
          <a:lstStyle/>
          <a:p>
            <a:pPr algn="l">
              <a:lnSpc>
                <a:spcPct val="110000"/>
              </a:lnSpc>
              <a:spcBef>
                <a:spcPts val="3000"/>
              </a:spcBef>
            </a:pPr>
            <a:fld id="{5703191B-A4A8-4141-A229-4AAA1EA5695E}" type="slidenum">
              <a:rPr lang="en-US" sz="2400" b="1" i="0" smtClean="0">
                <a:solidFill>
                  <a:schemeClr val="bg1"/>
                </a:solidFill>
                <a:latin typeface="IBM Plex Sans" panose="020B0503050203000203" pitchFamily="34" charset="0"/>
                <a:ea typeface="IBM Plex Sans" charset="0"/>
                <a:cs typeface="IBM Plex Sans" charset="0"/>
              </a:rPr>
              <a:pPr algn="l">
                <a:lnSpc>
                  <a:spcPct val="110000"/>
                </a:lnSpc>
                <a:spcBef>
                  <a:spcPts val="3000"/>
                </a:spcBef>
              </a:pPr>
              <a:t>‹#›</a:t>
            </a:fld>
            <a:endParaRPr lang="en-US" sz="2400" b="1" i="0">
              <a:solidFill>
                <a:schemeClr val="bg1"/>
              </a:solidFill>
              <a:latin typeface="IBM Plex Sans" panose="020B0503050203000203" pitchFamily="34" charset="0"/>
              <a:ea typeface="IBM Plex Sans" charset="0"/>
              <a:cs typeface="IBM Plex Sans" charset="0"/>
            </a:endParaRPr>
          </a:p>
        </p:txBody>
      </p:sp>
      <p:sp>
        <p:nvSpPr>
          <p:cNvPr id="12" name="Footer Placeholder 3">
            <a:extLst>
              <a:ext uri="{FF2B5EF4-FFF2-40B4-BE49-F238E27FC236}">
                <a16:creationId xmlns:a16="http://schemas.microsoft.com/office/drawing/2014/main" id="{F913CA67-C249-ECFE-6251-3FD4CC85873A}"/>
              </a:ext>
            </a:extLst>
          </p:cNvPr>
          <p:cNvSpPr txBox="1">
            <a:spLocks/>
          </p:cNvSpPr>
          <p:nvPr userDrawn="1"/>
        </p:nvSpPr>
        <p:spPr>
          <a:xfrm>
            <a:off x="1184515" y="13192929"/>
            <a:ext cx="4058714"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600" b="0" i="0">
                <a:solidFill>
                  <a:schemeClr val="bg1"/>
                </a:solidFill>
                <a:latin typeface="IBM Plex Sans" panose="020B0503050203000203" pitchFamily="34" charset="0"/>
                <a:ea typeface="IBM Plex Sans" charset="0"/>
                <a:cs typeface="IBM Plex Sans" charset="0"/>
              </a:rPr>
              <a:t>IBM Consulting  |  ©2025 IBM Corporation  </a:t>
            </a:r>
          </a:p>
        </p:txBody>
      </p:sp>
      <p:pic>
        <p:nvPicPr>
          <p:cNvPr id="13" name="Picture 12" descr="A black and white striped logo  Description automatically generated">
            <a:extLst>
              <a:ext uri="{FF2B5EF4-FFF2-40B4-BE49-F238E27FC236}">
                <a16:creationId xmlns:a16="http://schemas.microsoft.com/office/drawing/2014/main" id="{5CFA12C1-92FC-3A13-A86D-B9E0073F77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3426221" y="13239962"/>
            <a:ext cx="670077" cy="273600"/>
          </a:xfrm>
          <a:prstGeom prst="rect">
            <a:avLst/>
          </a:prstGeom>
        </p:spPr>
      </p:pic>
    </p:spTree>
    <p:extLst>
      <p:ext uri="{BB962C8B-B14F-4D97-AF65-F5344CB8AC3E}">
        <p14:creationId xmlns:p14="http://schemas.microsoft.com/office/powerpoint/2010/main" val="3993825435"/>
      </p:ext>
    </p:extLst>
  </p:cSld>
  <p:clrMapOvr>
    <a:masterClrMapping/>
  </p:clrMapOvr>
  <p:transition spd="med"/>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1_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3" y="12577764"/>
            <a:ext cx="1538324"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1" y="311151"/>
            <a:ext cx="10101071" cy="10356850"/>
          </a:xfrm>
        </p:spPr>
        <p:txBody>
          <a:bodyPr/>
          <a:lstStyle>
            <a:lvl1pPr>
              <a:lnSpc>
                <a:spcPct val="100000"/>
              </a:lnSpc>
              <a:defRPr sz="8398">
                <a:solidFill>
                  <a:schemeClr val="tx2"/>
                </a:solidFill>
              </a:defRPr>
            </a:lvl1pPr>
          </a:lstStyle>
          <a:p>
            <a:r>
              <a:rPr lang="de-DE"/>
              <a:t>Mastertitelformat bearbeiten</a:t>
            </a:r>
            <a:endParaRPr lang="en-US"/>
          </a:p>
        </p:txBody>
      </p:sp>
    </p:spTree>
    <p:extLst>
      <p:ext uri="{BB962C8B-B14F-4D97-AF65-F5344CB8AC3E}">
        <p14:creationId xmlns:p14="http://schemas.microsoft.com/office/powerpoint/2010/main" val="1047782676"/>
      </p:ext>
    </p:extLst>
  </p:cSld>
  <p:clrMapOvr>
    <a:masterClrMapping/>
  </p:clrMapOvr>
  <p:transition spd="med"/>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4_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a:noFill/>
        </p:spPr>
        <p:txBody>
          <a:bodyPr/>
          <a:lstStyle>
            <a:lvl1pPr>
              <a:lnSpc>
                <a:spcPct val="110000"/>
              </a:lnSpc>
              <a:defRPr sz="3600">
                <a:solidFill>
                  <a:schemeClr val="tx2"/>
                </a:solidFill>
                <a:latin typeface="Arial" panose="020B060402020202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latin typeface="Arial" panose="020B0604020202020204" pitchFamily="34" charset="0"/>
              </a:defRPr>
            </a:lvl1pPr>
            <a:lvl2pPr>
              <a:lnSpc>
                <a:spcPct val="110000"/>
              </a:lnSpc>
              <a:spcBef>
                <a:spcPts val="0"/>
              </a:spcBef>
              <a:defRPr>
                <a:solidFill>
                  <a:schemeClr val="tx1"/>
                </a:solidFill>
                <a:latin typeface="Arial" panose="020B0604020202020204" pitchFamily="34" charset="0"/>
              </a:defRPr>
            </a:lvl2pPr>
            <a:lvl3pPr>
              <a:lnSpc>
                <a:spcPct val="110000"/>
              </a:lnSpc>
              <a:spcBef>
                <a:spcPts val="0"/>
              </a:spcBef>
              <a:defRPr>
                <a:solidFill>
                  <a:schemeClr val="tx1"/>
                </a:solidFill>
                <a:latin typeface="Arial" panose="020B0604020202020204" pitchFamily="34" charset="0"/>
              </a:defRPr>
            </a:lvl3pPr>
            <a:lvl4pPr>
              <a:lnSpc>
                <a:spcPct val="110000"/>
              </a:lnSpc>
              <a:spcBef>
                <a:spcPts val="0"/>
              </a:spcBef>
              <a:defRPr>
                <a:solidFill>
                  <a:schemeClr val="tx1"/>
                </a:solidFill>
                <a:latin typeface="Arial" panose="020B0604020202020204"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latin typeface="Arial" panose="020B0604020202020204" pitchFamily="34" charset="0"/>
              </a:defRPr>
            </a:lvl1pPr>
            <a:lvl2pPr>
              <a:lnSpc>
                <a:spcPct val="110000"/>
              </a:lnSpc>
              <a:spcBef>
                <a:spcPts val="0"/>
              </a:spcBef>
              <a:defRPr>
                <a:solidFill>
                  <a:schemeClr val="tx1"/>
                </a:solidFill>
                <a:latin typeface="Arial" panose="020B0604020202020204" pitchFamily="34" charset="0"/>
              </a:defRPr>
            </a:lvl2pPr>
            <a:lvl3pPr>
              <a:lnSpc>
                <a:spcPct val="110000"/>
              </a:lnSpc>
              <a:spcBef>
                <a:spcPts val="0"/>
              </a:spcBef>
              <a:defRPr>
                <a:solidFill>
                  <a:schemeClr val="tx1"/>
                </a:solidFill>
                <a:latin typeface="Arial" panose="020B0604020202020204" pitchFamily="34" charset="0"/>
              </a:defRPr>
            </a:lvl3pPr>
            <a:lvl4pPr>
              <a:lnSpc>
                <a:spcPct val="110000"/>
              </a:lnSpc>
              <a:spcBef>
                <a:spcPts val="0"/>
              </a:spcBef>
              <a:defRPr>
                <a:solidFill>
                  <a:schemeClr val="tx1"/>
                </a:solidFill>
                <a:latin typeface="Arial" panose="020B0604020202020204"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1">
            <a:extLst>
              <a:ext uri="{FF2B5EF4-FFF2-40B4-BE49-F238E27FC236}">
                <a16:creationId xmlns:a16="http://schemas.microsoft.com/office/drawing/2014/main" id="{2F4357C4-DB23-870B-8E78-7984F3E6276D}"/>
              </a:ext>
            </a:extLst>
          </p:cNvPr>
          <p:cNvSpPr>
            <a:spLocks noGrp="1"/>
          </p:cNvSpPr>
          <p:nvPr>
            <p:ph type="ftr" sz="quarter" idx="3"/>
          </p:nvPr>
        </p:nvSpPr>
        <p:spPr>
          <a:xfrm>
            <a:off x="581025" y="12801600"/>
            <a:ext cx="4956175" cy="381000"/>
          </a:xfrm>
          <a:prstGeom prst="rect">
            <a:avLst/>
          </a:prstGeom>
        </p:spPr>
        <p:txBody>
          <a:bodyPr vert="horz" lIns="0" tIns="0" rIns="0" bIns="0" rtlCol="0" anchor="b"/>
          <a:lstStyle>
            <a:lvl1pPr algn="l">
              <a:defRPr sz="1600" b="0" i="0">
                <a:solidFill>
                  <a:schemeClr val="tx1"/>
                </a:solidFill>
                <a:latin typeface="Arial" panose="020B0604020202020204" pitchFamily="34" charset="0"/>
              </a:defRPr>
            </a:lvl1pPr>
          </a:lstStyle>
          <a:p>
            <a:r>
              <a:rPr lang="en-US"/>
              <a:t>IBM Consulting for Nestlé | IBM confidential</a:t>
            </a:r>
          </a:p>
        </p:txBody>
      </p:sp>
      <p:sp>
        <p:nvSpPr>
          <p:cNvPr id="4" name="Slide Number Placeholder">
            <a:extLst>
              <a:ext uri="{FF2B5EF4-FFF2-40B4-BE49-F238E27FC236}">
                <a16:creationId xmlns:a16="http://schemas.microsoft.com/office/drawing/2014/main" id="{BA14F404-19CC-4A2A-B2D6-38CCF4D72050}"/>
              </a:ext>
            </a:extLst>
          </p:cNvPr>
          <p:cNvSpPr>
            <a:spLocks noGrp="1"/>
          </p:cNvSpPr>
          <p:nvPr>
            <p:ph type="sldNum" sz="quarter" idx="13"/>
          </p:nvPr>
        </p:nvSpPr>
        <p:spPr>
          <a:xfrm>
            <a:off x="23541593" y="12815729"/>
            <a:ext cx="270907" cy="492442"/>
          </a:xfrm>
          <a:prstGeom prst="rect">
            <a:avLst/>
          </a:prstGeom>
        </p:spPr>
        <p:txBody>
          <a:bodyPr/>
          <a:lstStyle>
            <a:lvl1pPr>
              <a:defRPr>
                <a:solidFill>
                  <a:schemeClr val="tx1"/>
                </a:solidFill>
                <a:latin typeface="Arial" panose="020B0604020202020204" pitchFamily="34" charset="0"/>
              </a:defRPr>
            </a:lvl1pPr>
          </a:lstStyle>
          <a:p>
            <a:fld id="{59395FB3-9C97-154F-86B2-7E381B951268}" type="slidenum">
              <a:rPr lang="en-US" smtClean="0"/>
              <a:pPr/>
              <a:t>‹#›</a:t>
            </a:fld>
            <a:endParaRPr lang="en-US"/>
          </a:p>
        </p:txBody>
      </p:sp>
      <p:grpSp>
        <p:nvGrpSpPr>
          <p:cNvPr id="13" name="Gruppieren 4">
            <a:extLst>
              <a:ext uri="{FF2B5EF4-FFF2-40B4-BE49-F238E27FC236}">
                <a16:creationId xmlns:a16="http://schemas.microsoft.com/office/drawing/2014/main" id="{CA5AF8BF-1D45-675E-BDC3-45204701C16E}"/>
              </a:ext>
            </a:extLst>
          </p:cNvPr>
          <p:cNvGrpSpPr/>
          <p:nvPr userDrawn="1"/>
        </p:nvGrpSpPr>
        <p:grpSpPr>
          <a:xfrm>
            <a:off x="20842341" y="12920101"/>
            <a:ext cx="2009078" cy="262502"/>
            <a:chOff x="19012921" y="12495646"/>
            <a:chExt cx="4905330" cy="640917"/>
          </a:xfrm>
        </p:grpSpPr>
        <p:pic>
          <p:nvPicPr>
            <p:cNvPr id="14" name="Picture 3" descr="IBM 8-bar logo">
              <a:extLst>
                <a:ext uri="{FF2B5EF4-FFF2-40B4-BE49-F238E27FC236}">
                  <a16:creationId xmlns:a16="http://schemas.microsoft.com/office/drawing/2014/main" id="{B9111790-AD96-AD9E-DCD9-AE53CA3FBE43}"/>
                </a:ext>
              </a:extLst>
            </p:cNvPr>
            <p:cNvPicPr>
              <a:picLocks noChangeAspect="1"/>
            </p:cNvPicPr>
            <p:nvPr userDrawn="1"/>
          </p:nvPicPr>
          <p:blipFill>
            <a:blip r:embed="rId2"/>
            <a:stretch>
              <a:fillRect/>
            </a:stretch>
          </p:blipFill>
          <p:spPr>
            <a:xfrm>
              <a:off x="22279951" y="12526963"/>
              <a:ext cx="1638300" cy="609600"/>
            </a:xfrm>
            <a:prstGeom prst="rect">
              <a:avLst/>
            </a:prstGeom>
          </p:spPr>
        </p:pic>
        <p:grpSp>
          <p:nvGrpSpPr>
            <p:cNvPr id="15" name="Group 2">
              <a:extLst>
                <a:ext uri="{FF2B5EF4-FFF2-40B4-BE49-F238E27FC236}">
                  <a16:creationId xmlns:a16="http://schemas.microsoft.com/office/drawing/2014/main" id="{57DADE90-1849-DAB0-241D-15513C9F6F9C}"/>
                </a:ext>
              </a:extLst>
            </p:cNvPr>
            <p:cNvGrpSpPr/>
            <p:nvPr userDrawn="1"/>
          </p:nvGrpSpPr>
          <p:grpSpPr>
            <a:xfrm>
              <a:off x="19012921" y="12495646"/>
              <a:ext cx="2939139" cy="636730"/>
              <a:chOff x="10209089" y="6230858"/>
              <a:chExt cx="2543101" cy="550929"/>
            </a:xfrm>
          </p:grpSpPr>
          <p:pic>
            <p:nvPicPr>
              <p:cNvPr id="19" name="Picture 7">
                <a:extLst>
                  <a:ext uri="{FF2B5EF4-FFF2-40B4-BE49-F238E27FC236}">
                    <a16:creationId xmlns:a16="http://schemas.microsoft.com/office/drawing/2014/main" id="{4421A10A-583D-C210-4A21-9BBDB6E45548}"/>
                  </a:ext>
                </a:extLst>
              </p:cNvPr>
              <p:cNvPicPr>
                <a:picLocks noChangeAspect="1"/>
              </p:cNvPicPr>
              <p:nvPr userDrawn="1"/>
            </p:nvPicPr>
            <p:blipFill>
              <a:blip r:embed="rId3"/>
              <a:stretch>
                <a:fillRect/>
              </a:stretch>
            </p:blipFill>
            <p:spPr>
              <a:xfrm>
                <a:off x="10209089" y="6230858"/>
                <a:ext cx="2063790" cy="550929"/>
              </a:xfrm>
              <a:prstGeom prst="rect">
                <a:avLst/>
              </a:prstGeom>
            </p:spPr>
          </p:pic>
          <p:sp>
            <p:nvSpPr>
              <p:cNvPr id="20" name="Rectangle 8">
                <a:extLst>
                  <a:ext uri="{FF2B5EF4-FFF2-40B4-BE49-F238E27FC236}">
                    <a16:creationId xmlns:a16="http://schemas.microsoft.com/office/drawing/2014/main" id="{A88CC5EE-C59D-2929-9676-3A84EE2CBA93}"/>
                  </a:ext>
                </a:extLst>
              </p:cNvPr>
              <p:cNvSpPr/>
              <p:nvPr userDrawn="1"/>
            </p:nvSpPr>
            <p:spPr>
              <a:xfrm>
                <a:off x="11079820" y="6585404"/>
                <a:ext cx="1672370" cy="1796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108000" rIns="108000" bIns="108000" rtlCol="0" anchor="ctr"/>
              <a:lstStyle/>
              <a:p>
                <a:pPr algn="l" defTabSz="215956">
                  <a:lnSpc>
                    <a:spcPct val="90000"/>
                  </a:lnSpc>
                  <a:spcAft>
                    <a:spcPts val="600"/>
                  </a:spcAft>
                </a:pPr>
                <a:r>
                  <a:rPr lang="en-US" sz="400" noProof="0">
                    <a:solidFill>
                      <a:srgbClr val="64513D"/>
                    </a:solidFill>
                    <a:latin typeface="Arial" panose="020B0604020202020204" pitchFamily="34" charset="0"/>
                  </a:rPr>
                  <a:t>EDW Transformation</a:t>
                </a:r>
              </a:p>
            </p:txBody>
          </p:sp>
        </p:grpSp>
        <p:grpSp>
          <p:nvGrpSpPr>
            <p:cNvPr id="16" name="Gruppieren 7">
              <a:extLst>
                <a:ext uri="{FF2B5EF4-FFF2-40B4-BE49-F238E27FC236}">
                  <a16:creationId xmlns:a16="http://schemas.microsoft.com/office/drawing/2014/main" id="{45E547FF-EAED-0E46-4364-87C02258A1EB}"/>
                </a:ext>
              </a:extLst>
            </p:cNvPr>
            <p:cNvGrpSpPr/>
            <p:nvPr userDrawn="1"/>
          </p:nvGrpSpPr>
          <p:grpSpPr>
            <a:xfrm>
              <a:off x="21556393" y="12651763"/>
              <a:ext cx="360000" cy="360000"/>
              <a:chOff x="21546868" y="12231379"/>
              <a:chExt cx="360000" cy="360000"/>
            </a:xfrm>
          </p:grpSpPr>
          <p:sp>
            <p:nvSpPr>
              <p:cNvPr id="17" name="Rechteck 8">
                <a:extLst>
                  <a:ext uri="{FF2B5EF4-FFF2-40B4-BE49-F238E27FC236}">
                    <a16:creationId xmlns:a16="http://schemas.microsoft.com/office/drawing/2014/main" id="{C9C067C7-5C46-6506-97F2-338A30D29C65}"/>
                  </a:ext>
                </a:extLst>
              </p:cNvPr>
              <p:cNvSpPr/>
              <p:nvPr userDrawn="1"/>
            </p:nvSpPr>
            <p:spPr bwMode="auto">
              <a:xfrm>
                <a:off x="21546868" y="12393379"/>
                <a:ext cx="360000" cy="3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Arial"/>
                  <a:buNone/>
                  <a:tabLst/>
                </a:pPr>
                <a:endParaRPr kumimoji="0" lang="de-DE" sz="1400" b="0" i="0" u="none" strike="noStrike" cap="none" normalizeH="0" baseline="0">
                  <a:ln>
                    <a:noFill/>
                  </a:ln>
                  <a:solidFill>
                    <a:schemeClr val="bg1"/>
                  </a:solidFill>
                  <a:effectLst/>
                  <a:latin typeface="+mn-lt"/>
                </a:endParaRPr>
              </a:p>
            </p:txBody>
          </p:sp>
          <p:sp>
            <p:nvSpPr>
              <p:cNvPr id="18" name="Rechteck 9">
                <a:extLst>
                  <a:ext uri="{FF2B5EF4-FFF2-40B4-BE49-F238E27FC236}">
                    <a16:creationId xmlns:a16="http://schemas.microsoft.com/office/drawing/2014/main" id="{EC2497C7-4A94-C045-B23E-F4A5C77C2214}"/>
                  </a:ext>
                </a:extLst>
              </p:cNvPr>
              <p:cNvSpPr/>
              <p:nvPr userDrawn="1"/>
            </p:nvSpPr>
            <p:spPr bwMode="auto">
              <a:xfrm rot="5400000">
                <a:off x="21546868" y="12393379"/>
                <a:ext cx="360000" cy="3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Arial"/>
                  <a:buNone/>
                  <a:tabLst/>
                </a:pPr>
                <a:endParaRPr kumimoji="0" lang="de-DE" sz="1400" b="0" i="0" u="none" strike="noStrike" cap="none" normalizeH="0" baseline="0">
                  <a:ln>
                    <a:noFill/>
                  </a:ln>
                  <a:solidFill>
                    <a:schemeClr val="bg1"/>
                  </a:solidFill>
                  <a:effectLst/>
                  <a:latin typeface="+mn-lt"/>
                </a:endParaRPr>
              </a:p>
            </p:txBody>
          </p:sp>
        </p:grpSp>
      </p:grpSp>
    </p:spTree>
    <p:extLst>
      <p:ext uri="{BB962C8B-B14F-4D97-AF65-F5344CB8AC3E}">
        <p14:creationId xmlns:p14="http://schemas.microsoft.com/office/powerpoint/2010/main" val="612730074"/>
      </p:ext>
    </p:extLst>
  </p:cSld>
  <p:clrMapOvr>
    <a:masterClrMapping/>
  </p:clrMapOvr>
  <p:transition spd="med"/>
</p:sldLayout>
</file>

<file path=ppt/slideLayouts/slideLayout382.xml><?xml version="1.0" encoding="utf-8"?>
<p:sldLayout xmlns:a="http://schemas.openxmlformats.org/drawingml/2006/main" xmlns:r="http://schemas.openxmlformats.org/officeDocument/2006/relationships" xmlns:p="http://schemas.openxmlformats.org/presentationml/2006/main" userDrawn="1">
  <p:cSld name="Agenda with Text and Section hea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4CF874-E0F9-4F61-9614-4168ECB0B32C}"/>
              </a:ext>
            </a:extLst>
          </p:cNvPr>
          <p:cNvSpPr>
            <a:spLocks noGrp="1"/>
          </p:cNvSpPr>
          <p:nvPr>
            <p:ph type="body" sz="quarter" idx="10" hasCustomPrompt="1"/>
          </p:nvPr>
        </p:nvSpPr>
        <p:spPr>
          <a:xfrm>
            <a:off x="576074" y="110618"/>
            <a:ext cx="7684006" cy="273432"/>
          </a:xfrm>
        </p:spPr>
        <p:txBody>
          <a:bodyPr/>
          <a:lstStyle>
            <a:lvl1pPr>
              <a:lnSpc>
                <a:spcPct val="100000"/>
              </a:lnSpc>
              <a:defRPr sz="2400">
                <a:solidFill>
                  <a:schemeClr val="accent1"/>
                </a:solidFill>
                <a:latin typeface="Arial" panose="020B0604020202020204" pitchFamily="34" charset="0"/>
              </a:defRPr>
            </a:lvl1pPr>
            <a:lvl2pPr>
              <a:defRPr sz="2400"/>
            </a:lvl2pPr>
            <a:lvl3pPr>
              <a:defRPr sz="2400"/>
            </a:lvl3pPr>
            <a:lvl4pPr>
              <a:defRPr sz="2400"/>
            </a:lvl4pPr>
            <a:lvl5pPr>
              <a:defRPr sz="2400"/>
            </a:lvl5pPr>
          </a:lstStyle>
          <a:p>
            <a:pPr lvl="0"/>
            <a:r>
              <a:rPr lang="en-US"/>
              <a:t>Section header</a:t>
            </a:r>
            <a:endParaRPr lang="en-PH"/>
          </a:p>
        </p:txBody>
      </p:sp>
      <p:sp>
        <p:nvSpPr>
          <p:cNvPr id="3" name="Title 2">
            <a:extLst>
              <a:ext uri="{FF2B5EF4-FFF2-40B4-BE49-F238E27FC236}">
                <a16:creationId xmlns:a16="http://schemas.microsoft.com/office/drawing/2014/main" id="{C8041DAB-DC38-1F0E-438A-3DDC442B603A}"/>
              </a:ext>
            </a:extLst>
          </p:cNvPr>
          <p:cNvSpPr>
            <a:spLocks noGrp="1"/>
          </p:cNvSpPr>
          <p:nvPr>
            <p:ph type="title" hasCustomPrompt="1"/>
          </p:nvPr>
        </p:nvSpPr>
        <p:spPr>
          <a:xfrm>
            <a:off x="576073" y="576073"/>
            <a:ext cx="11042842" cy="1143190"/>
          </a:xfrm>
        </p:spPr>
        <p:txBody>
          <a:bodyPr/>
          <a:lstStyle>
            <a:lvl1pPr>
              <a:defRPr>
                <a:latin typeface="Arial" panose="020B0604020202020204" pitchFamily="34" charset="0"/>
              </a:defRPr>
            </a:lvl1pPr>
          </a:lstStyle>
          <a:p>
            <a:r>
              <a:rPr lang="da-DK"/>
              <a:t>Agenda with text</a:t>
            </a:r>
            <a:endParaRPr lang="en-PH"/>
          </a:p>
        </p:txBody>
      </p:sp>
      <p:sp>
        <p:nvSpPr>
          <p:cNvPr id="4" name="Text Placeholder 3">
            <a:extLst>
              <a:ext uri="{FF2B5EF4-FFF2-40B4-BE49-F238E27FC236}">
                <a16:creationId xmlns:a16="http://schemas.microsoft.com/office/drawing/2014/main" id="{ED39C7C6-9C1F-0DBD-A87F-EB45DCDF3F23}"/>
              </a:ext>
            </a:extLst>
          </p:cNvPr>
          <p:cNvSpPr>
            <a:spLocks noGrp="1"/>
          </p:cNvSpPr>
          <p:nvPr>
            <p:ph type="body" sz="quarter" idx="12"/>
          </p:nvPr>
        </p:nvSpPr>
        <p:spPr>
          <a:xfrm>
            <a:off x="585788" y="2590802"/>
            <a:ext cx="11033124" cy="9742488"/>
          </a:xfrm>
        </p:spPr>
        <p:txBody>
          <a:bodyPr/>
          <a:lstStyle>
            <a:lvl1pPr>
              <a:defRPr sz="4400">
                <a:latin typeface="Arial" panose="020B0604020202020204" pitchFamily="34" charset="0"/>
              </a:defRPr>
            </a:lvl1pPr>
            <a:lvl2pPr>
              <a:defRPr sz="4400">
                <a:latin typeface="Arial" panose="020B0604020202020204" pitchFamily="34" charset="0"/>
              </a:defRPr>
            </a:lvl2pPr>
            <a:lvl3pPr>
              <a:defRPr sz="4400">
                <a:latin typeface="Arial" panose="020B0604020202020204" pitchFamily="34" charset="0"/>
              </a:defRPr>
            </a:lvl3pPr>
            <a:lvl4pPr>
              <a:defRPr sz="4400">
                <a:latin typeface="Arial" panose="020B0604020202020204" pitchFamily="34" charset="0"/>
              </a:defRPr>
            </a:lvl4pPr>
            <a:lvl5pPr>
              <a:defRPr sz="440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Picture Placeholder 6" descr="Place imagery here">
            <a:extLst>
              <a:ext uri="{FF2B5EF4-FFF2-40B4-BE49-F238E27FC236}">
                <a16:creationId xmlns:a16="http://schemas.microsoft.com/office/drawing/2014/main" id="{8048994C-9E85-CF0A-6459-9CDF84CF8641}"/>
              </a:ext>
            </a:extLst>
          </p:cNvPr>
          <p:cNvSpPr>
            <a:spLocks noGrp="1"/>
          </p:cNvSpPr>
          <p:nvPr>
            <p:ph type="pic" sz="quarter" idx="13" hasCustomPrompt="1"/>
          </p:nvPr>
        </p:nvSpPr>
        <p:spPr>
          <a:xfrm>
            <a:off x="12763501" y="569914"/>
            <a:ext cx="11049000" cy="12574588"/>
          </a:xfrm>
          <a:solidFill>
            <a:srgbClr val="E0E0E0"/>
          </a:solidFill>
        </p:spPr>
        <p:txBody>
          <a:bodyPr anchor="ctr"/>
          <a:lstStyle>
            <a:lvl1pPr algn="ctr">
              <a:defRPr>
                <a:solidFill>
                  <a:schemeClr val="accent5"/>
                </a:solidFill>
                <a:latin typeface="Arial" panose="020B0604020202020204" pitchFamily="34" charset="0"/>
              </a:defRPr>
            </a:lvl1pPr>
          </a:lstStyle>
          <a:p>
            <a:r>
              <a:rPr lang="en-US"/>
              <a:t>Place imagery here</a:t>
            </a:r>
          </a:p>
        </p:txBody>
      </p:sp>
    </p:spTree>
    <p:extLst>
      <p:ext uri="{BB962C8B-B14F-4D97-AF65-F5344CB8AC3E}">
        <p14:creationId xmlns:p14="http://schemas.microsoft.com/office/powerpoint/2010/main" val="2053847694"/>
      </p:ext>
    </p:extLst>
  </p:cSld>
  <p:clrMapOvr>
    <a:masterClrMapping/>
  </p:clrMapOvr>
  <p:transition spd="med"/>
</p:sldLayout>
</file>

<file path=ppt/slideLayouts/slideLayout38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IBM Consulting for Nestlé | IBM confidential</a:t>
            </a:r>
          </a:p>
        </p:txBody>
      </p:sp>
      <p:sp>
        <p:nvSpPr>
          <p:cNvPr id="5" name="Slide Number Placeholder 4"/>
          <p:cNvSpPr>
            <a:spLocks noGrp="1"/>
          </p:cNvSpPr>
          <p:nvPr>
            <p:ph type="sldNum" sz="quarter" idx="12"/>
          </p:nvPr>
        </p:nvSpPr>
        <p:spPr/>
        <p:txBody>
          <a:bodyPr/>
          <a:lstStyle/>
          <a:p>
            <a:fld id="{446566A1-8306-5D41-9DC7-D4A9AAB6CCCC}" type="slidenum">
              <a:rPr lang="en-US" smtClean="0"/>
              <a:t>‹#›</a:t>
            </a:fld>
            <a:endParaRPr lang="en-US"/>
          </a:p>
        </p:txBody>
      </p:sp>
    </p:spTree>
    <p:extLst>
      <p:ext uri="{BB962C8B-B14F-4D97-AF65-F5344CB8AC3E}">
        <p14:creationId xmlns:p14="http://schemas.microsoft.com/office/powerpoint/2010/main" val="3313980573"/>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2_Content">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3B0B2D6-308A-642F-F731-CEA8952EE14F}"/>
              </a:ext>
            </a:extLst>
          </p:cNvPr>
          <p:cNvSpPr txBox="1"/>
          <p:nvPr userDrawn="1"/>
        </p:nvSpPr>
        <p:spPr>
          <a:xfrm>
            <a:off x="3135086" y="-809896"/>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188" indent="-446470" algn="l" defTabSz="2436878">
              <a:spcBef>
                <a:spcPts val="2902"/>
              </a:spcBef>
              <a:buSzPct val="100000"/>
              <a:buFontTx/>
              <a:buChar char="–"/>
            </a:pPr>
            <a:endParaRPr lang="en-US" sz="3600" kern="0">
              <a:solidFill>
                <a:srgbClr val="000000"/>
              </a:solidFill>
              <a:latin typeface="IBM Plex Sans" panose="020B0503050203000203" pitchFamily="34" charset="0"/>
              <a:ea typeface="+mj-ea"/>
              <a:cs typeface="+mj-cs"/>
              <a:sym typeface="IBM Plex Sans Light"/>
            </a:endParaRPr>
          </a:p>
        </p:txBody>
      </p:sp>
      <p:sp>
        <p:nvSpPr>
          <p:cNvPr id="23" name="Text Placeholder">
            <a:extLst>
              <a:ext uri="{FF2B5EF4-FFF2-40B4-BE49-F238E27FC236}">
                <a16:creationId xmlns:a16="http://schemas.microsoft.com/office/drawing/2014/main" id="{2646633B-B0FF-87B3-E37B-32378CD46878}"/>
              </a:ext>
            </a:extLst>
          </p:cNvPr>
          <p:cNvSpPr>
            <a:spLocks noGrp="1"/>
          </p:cNvSpPr>
          <p:nvPr>
            <p:ph idx="1" hasCustomPrompt="1"/>
          </p:nvPr>
        </p:nvSpPr>
        <p:spPr>
          <a:xfrm>
            <a:off x="426385" y="1609783"/>
            <a:ext cx="23652093" cy="11247966"/>
          </a:xfrm>
          <a:prstGeom prst="rect">
            <a:avLst/>
          </a:prstGeom>
        </p:spPr>
        <p:txBody>
          <a:bodyPr vert="horz" lIns="0" tIns="0" rIns="0" bIns="0" rtlCol="0">
            <a:noAutofit/>
          </a:bodyPr>
          <a:lstStyle>
            <a:lvl1pPr indent="50390">
              <a:lnSpc>
                <a:spcPct val="100000"/>
              </a:lnSpc>
              <a:defRPr sz="2800">
                <a:latin typeface="IBM Plex Sans" panose="020B0503050203000203" pitchFamily="34" charset="0"/>
              </a:defRPr>
            </a:lvl1pPr>
          </a:lstStyle>
          <a:p>
            <a:pPr lvl="0"/>
            <a:r>
              <a:rPr lang="en-US"/>
              <a:t>Click to edit Master text styles</a:t>
            </a:r>
          </a:p>
        </p:txBody>
      </p:sp>
      <p:sp>
        <p:nvSpPr>
          <p:cNvPr id="28" name="Text Placeholder 27">
            <a:extLst>
              <a:ext uri="{FF2B5EF4-FFF2-40B4-BE49-F238E27FC236}">
                <a16:creationId xmlns:a16="http://schemas.microsoft.com/office/drawing/2014/main" id="{5EE1E08D-5A10-B88C-52F0-238739A963B8}"/>
              </a:ext>
            </a:extLst>
          </p:cNvPr>
          <p:cNvSpPr>
            <a:spLocks noGrp="1"/>
          </p:cNvSpPr>
          <p:nvPr>
            <p:ph type="body" sz="quarter" idx="10"/>
          </p:nvPr>
        </p:nvSpPr>
        <p:spPr>
          <a:xfrm>
            <a:off x="352463" y="350333"/>
            <a:ext cx="23726015" cy="1075890"/>
          </a:xfrm>
          <a:prstGeom prst="rect">
            <a:avLst/>
          </a:prstGeom>
        </p:spPr>
        <p:txBody>
          <a:bodyPr/>
          <a:lstStyle>
            <a:lvl1pPr indent="-71986">
              <a:lnSpc>
                <a:spcPct val="100000"/>
              </a:lnSpc>
              <a:defRPr sz="6398" b="0" i="0">
                <a:solidFill>
                  <a:srgbClr val="031C41"/>
                </a:solidFill>
                <a:latin typeface="IBM Plex Sans" panose="020B0503050203000203" pitchFamily="34" charset="0"/>
                <a:cs typeface="Arial" panose="020B0604020202020204" pitchFamily="34" charset="0"/>
              </a:defRPr>
            </a:lvl1pPr>
          </a:lstStyle>
          <a:p>
            <a:pPr lvl="0"/>
            <a:r>
              <a:rPr lang="en-GB"/>
              <a:t>Click to edit Master text styles</a:t>
            </a:r>
          </a:p>
        </p:txBody>
      </p:sp>
      <p:sp>
        <p:nvSpPr>
          <p:cNvPr id="8" name="Rectangle 7">
            <a:extLst>
              <a:ext uri="{FF2B5EF4-FFF2-40B4-BE49-F238E27FC236}">
                <a16:creationId xmlns:a16="http://schemas.microsoft.com/office/drawing/2014/main" id="{15B2C3F6-F05D-6D62-E147-A5432CE486C3}"/>
              </a:ext>
            </a:extLst>
          </p:cNvPr>
          <p:cNvSpPr/>
          <p:nvPr userDrawn="1"/>
        </p:nvSpPr>
        <p:spPr bwMode="auto">
          <a:xfrm rot="16200000" flipH="1" flipV="1">
            <a:off x="2791278" y="-2364897"/>
            <a:ext cx="192096" cy="4921889"/>
          </a:xfrm>
          <a:prstGeom prst="rect">
            <a:avLst/>
          </a:prstGeom>
          <a:gradFill>
            <a:gsLst>
              <a:gs pos="75000">
                <a:srgbClr val="0F62FE"/>
              </a:gs>
              <a:gs pos="25000">
                <a:srgbClr val="FF000F"/>
              </a:gs>
              <a:gs pos="0">
                <a:srgbClr val="FF000F"/>
              </a:gs>
              <a:gs pos="100000">
                <a:srgbClr val="0F62FE"/>
              </a:gs>
            </a:gsLst>
            <a:lin ang="198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t" anchorCtr="0" compatLnSpc="1">
            <a:prstTxWarp prst="textNoShape">
              <a:avLst/>
            </a:prstTxWarp>
          </a:bodyPr>
          <a:lstStyle/>
          <a:p>
            <a:pPr marR="0" lvl="0" indent="0" fontAlgn="base">
              <a:lnSpc>
                <a:spcPct val="100000"/>
              </a:lnSpc>
              <a:spcBef>
                <a:spcPct val="0"/>
              </a:spcBef>
              <a:spcAft>
                <a:spcPct val="0"/>
              </a:spcAft>
              <a:buClrTx/>
              <a:buSzTx/>
              <a:buFont typeface="System Font Regular"/>
              <a:buNone/>
              <a:tabLst/>
            </a:pPr>
            <a:endParaRPr kumimoji="0" lang="en-US" sz="2800" b="0" i="0" u="none" strike="noStrike" cap="none" normalizeH="0" baseline="0">
              <a:ln>
                <a:noFill/>
              </a:ln>
              <a:gradFill>
                <a:gsLst>
                  <a:gs pos="75000">
                    <a:srgbClr val="0F62FE"/>
                  </a:gs>
                  <a:gs pos="25000">
                    <a:srgbClr val="FF000F"/>
                  </a:gs>
                  <a:gs pos="0">
                    <a:srgbClr val="FF000F"/>
                  </a:gs>
                  <a:gs pos="100000">
                    <a:srgbClr val="0F62FE"/>
                  </a:gs>
                </a:gsLst>
                <a:lin ang="5400000" scaled="0"/>
              </a:gradFill>
              <a:effectLst/>
              <a:latin typeface="IBM Plex Sans" panose="020B0503050203000203" pitchFamily="34" charset="0"/>
            </a:endParaRPr>
          </a:p>
        </p:txBody>
      </p:sp>
      <p:pic>
        <p:nvPicPr>
          <p:cNvPr id="2" name="Graphic 1">
            <a:extLst>
              <a:ext uri="{FF2B5EF4-FFF2-40B4-BE49-F238E27FC236}">
                <a16:creationId xmlns:a16="http://schemas.microsoft.com/office/drawing/2014/main" id="{076BB469-3BB7-ED70-9268-946BCE758C8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974481" y="0"/>
            <a:ext cx="4412694" cy="3891516"/>
          </a:xfrm>
          <a:prstGeom prst="rect">
            <a:avLst/>
          </a:prstGeom>
        </p:spPr>
      </p:pic>
      <p:sp>
        <p:nvSpPr>
          <p:cNvPr id="10" name="Rectangle 9">
            <a:extLst>
              <a:ext uri="{FF2B5EF4-FFF2-40B4-BE49-F238E27FC236}">
                <a16:creationId xmlns:a16="http://schemas.microsoft.com/office/drawing/2014/main" id="{44EA6F85-8DC7-9CC8-4075-90379CD7D350}"/>
              </a:ext>
            </a:extLst>
          </p:cNvPr>
          <p:cNvSpPr/>
          <p:nvPr userDrawn="1"/>
        </p:nvSpPr>
        <p:spPr bwMode="auto">
          <a:xfrm>
            <a:off x="0" y="13034936"/>
            <a:ext cx="24387175" cy="681064"/>
          </a:xfrm>
          <a:prstGeom prst="rect">
            <a:avLst/>
          </a:prstGeom>
          <a:solidFill>
            <a:srgbClr val="0F62FE"/>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56" tIns="182856" rIns="182856" bIns="182856" numCol="1" rtlCol="0" anchor="ctr" anchorCtr="0" compatLnSpc="1">
            <a:prstTxWarp prst="textNoShape">
              <a:avLst/>
            </a:prstTxWarp>
          </a:bodyPr>
          <a:lstStyle/>
          <a:p>
            <a:pPr marL="0" marR="0" indent="0" algn="l" defTabSz="1828434" rtl="0" eaLnBrk="1" fontAlgn="base" latinLnBrk="0" hangingPunct="1">
              <a:lnSpc>
                <a:spcPct val="100000"/>
              </a:lnSpc>
              <a:spcBef>
                <a:spcPct val="0"/>
              </a:spcBef>
              <a:spcAft>
                <a:spcPct val="0"/>
              </a:spcAft>
              <a:buClrTx/>
              <a:buSzTx/>
              <a:buFont typeface="IBM Plex Sans Light"/>
              <a:buNone/>
              <a:tabLst/>
            </a:pPr>
            <a:endParaRPr kumimoji="0" lang="en-GB" sz="2800" b="0" i="0" u="none" strike="noStrike" cap="none" normalizeH="0" baseline="0">
              <a:ln>
                <a:noFill/>
              </a:ln>
              <a:solidFill>
                <a:schemeClr val="bg1"/>
              </a:solidFill>
              <a:effectLst/>
              <a:latin typeface="IBM Plex Sans" panose="020B0503050203000203" pitchFamily="34" charset="0"/>
            </a:endParaRPr>
          </a:p>
        </p:txBody>
      </p:sp>
      <p:sp>
        <p:nvSpPr>
          <p:cNvPr id="11" name="TextBox 10">
            <a:extLst>
              <a:ext uri="{FF2B5EF4-FFF2-40B4-BE49-F238E27FC236}">
                <a16:creationId xmlns:a16="http://schemas.microsoft.com/office/drawing/2014/main" id="{602F5753-A1BE-01BF-8296-FE608CABD199}"/>
              </a:ext>
            </a:extLst>
          </p:cNvPr>
          <p:cNvSpPr txBox="1"/>
          <p:nvPr userDrawn="1"/>
        </p:nvSpPr>
        <p:spPr>
          <a:xfrm>
            <a:off x="426381" y="13192929"/>
            <a:ext cx="758135" cy="365086"/>
          </a:xfrm>
          <a:prstGeom prst="rect">
            <a:avLst/>
          </a:prstGeom>
          <a:noFill/>
        </p:spPr>
        <p:txBody>
          <a:bodyPr wrap="square" lIns="0" tIns="0" rIns="0" bIns="0" rtlCol="0" anchor="ctr">
            <a:noAutofit/>
          </a:bodyPr>
          <a:lstStyle/>
          <a:p>
            <a:pPr algn="l">
              <a:lnSpc>
                <a:spcPct val="110000"/>
              </a:lnSpc>
              <a:spcBef>
                <a:spcPts val="3000"/>
              </a:spcBef>
            </a:pPr>
            <a:fld id="{5703191B-A4A8-4141-A229-4AAA1EA5695E}" type="slidenum">
              <a:rPr lang="en-US" sz="2400" b="1" i="0" smtClean="0">
                <a:solidFill>
                  <a:schemeClr val="bg1"/>
                </a:solidFill>
                <a:latin typeface="IBM Plex Sans" panose="020B0503050203000203" pitchFamily="34" charset="0"/>
                <a:ea typeface="IBM Plex Sans" charset="0"/>
                <a:cs typeface="IBM Plex Sans" charset="0"/>
              </a:rPr>
              <a:pPr algn="l">
                <a:lnSpc>
                  <a:spcPct val="110000"/>
                </a:lnSpc>
                <a:spcBef>
                  <a:spcPts val="3000"/>
                </a:spcBef>
              </a:pPr>
              <a:t>‹#›</a:t>
            </a:fld>
            <a:endParaRPr lang="en-US" sz="2400" b="1" i="0">
              <a:solidFill>
                <a:schemeClr val="bg1"/>
              </a:solidFill>
              <a:latin typeface="IBM Plex Sans" panose="020B0503050203000203" pitchFamily="34" charset="0"/>
              <a:ea typeface="IBM Plex Sans" charset="0"/>
              <a:cs typeface="IBM Plex Sans" charset="0"/>
            </a:endParaRPr>
          </a:p>
        </p:txBody>
      </p:sp>
      <p:sp>
        <p:nvSpPr>
          <p:cNvPr id="12" name="Footer Placeholder 3">
            <a:extLst>
              <a:ext uri="{FF2B5EF4-FFF2-40B4-BE49-F238E27FC236}">
                <a16:creationId xmlns:a16="http://schemas.microsoft.com/office/drawing/2014/main" id="{F913CA67-C249-ECFE-6251-3FD4CC85873A}"/>
              </a:ext>
            </a:extLst>
          </p:cNvPr>
          <p:cNvSpPr txBox="1">
            <a:spLocks/>
          </p:cNvSpPr>
          <p:nvPr userDrawn="1"/>
        </p:nvSpPr>
        <p:spPr>
          <a:xfrm>
            <a:off x="1184515" y="13192929"/>
            <a:ext cx="4058714"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600" b="0" i="0">
                <a:solidFill>
                  <a:schemeClr val="bg1"/>
                </a:solidFill>
                <a:latin typeface="IBM Plex Sans" panose="020B0503050203000203" pitchFamily="34" charset="0"/>
                <a:ea typeface="IBM Plex Sans" charset="0"/>
                <a:cs typeface="IBM Plex Sans" charset="0"/>
              </a:rPr>
              <a:t>IBM Consulting  |  ©2025 IBM Corporation  </a:t>
            </a:r>
          </a:p>
        </p:txBody>
      </p:sp>
      <p:pic>
        <p:nvPicPr>
          <p:cNvPr id="13" name="Picture 12" descr="A black and white striped logo  Description automatically generated">
            <a:extLst>
              <a:ext uri="{FF2B5EF4-FFF2-40B4-BE49-F238E27FC236}">
                <a16:creationId xmlns:a16="http://schemas.microsoft.com/office/drawing/2014/main" id="{5CFA12C1-92FC-3A13-A86D-B9E0073F77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3426221" y="13239962"/>
            <a:ext cx="670077" cy="273600"/>
          </a:xfrm>
          <a:prstGeom prst="rect">
            <a:avLst/>
          </a:prstGeom>
        </p:spPr>
      </p:pic>
    </p:spTree>
    <p:extLst>
      <p:ext uri="{BB962C8B-B14F-4D97-AF65-F5344CB8AC3E}">
        <p14:creationId xmlns:p14="http://schemas.microsoft.com/office/powerpoint/2010/main" val="4293225723"/>
      </p:ext>
    </p:extLst>
  </p:cSld>
  <p:clrMapOvr>
    <a:masterClrMapping/>
  </p:clrMapOvr>
  <p:transition spd="med"/>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195176"/>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1" y="12166601"/>
            <a:ext cx="4942455" cy="107429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1"/>
            <a:ext cx="4947412" cy="107701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1" y="311151"/>
            <a:ext cx="10101071" cy="7308850"/>
          </a:xfrm>
        </p:spPr>
        <p:txBody>
          <a:bodyPr/>
          <a:lstStyle>
            <a:lvl1pPr>
              <a:lnSpc>
                <a:spcPct val="100000"/>
              </a:lnSpc>
              <a:defRPr sz="8398">
                <a:solidFill>
                  <a:schemeClr val="tx2"/>
                </a:solidFill>
              </a:defRPr>
            </a:lvl1pPr>
          </a:lstStyle>
          <a:p>
            <a:r>
              <a:rPr lang="en-US"/>
              <a:t>Click to edit Master title style</a:t>
            </a:r>
          </a:p>
        </p:txBody>
      </p:sp>
      <p:sp>
        <p:nvSpPr>
          <p:cNvPr id="3" name="Graphic 12">
            <a:extLst>
              <a:ext uri="{FF2B5EF4-FFF2-40B4-BE49-F238E27FC236}">
                <a16:creationId xmlns:a16="http://schemas.microsoft.com/office/drawing/2014/main" id="{1E62393B-92B2-7A6F-4C33-F741B95E9090}"/>
              </a:ext>
            </a:extLst>
          </p:cNvPr>
          <p:cNvSpPr/>
          <p:nvPr userDrawn="1"/>
        </p:nvSpPr>
        <p:spPr>
          <a:xfrm>
            <a:off x="22373801" y="12576860"/>
            <a:ext cx="1538324" cy="573304"/>
          </a:xfrm>
          <a:custGeom>
            <a:avLst/>
            <a:gdLst>
              <a:gd name="connsiteX0" fmla="*/ 0 w 4045267"/>
              <a:gd name="connsiteY0" fmla="*/ 1398206 h 1507589"/>
              <a:gd name="connsiteX1" fmla="*/ 733425 w 4045267"/>
              <a:gd name="connsiteY1" fmla="*/ 1398206 h 1507589"/>
              <a:gd name="connsiteX2" fmla="*/ 733425 w 4045267"/>
              <a:gd name="connsiteY2" fmla="*/ 1502833 h 1507589"/>
              <a:gd name="connsiteX3" fmla="*/ 0 w 4045267"/>
              <a:gd name="connsiteY3" fmla="*/ 1502833 h 1507589"/>
              <a:gd name="connsiteX4" fmla="*/ 0 w 4045267"/>
              <a:gd name="connsiteY4" fmla="*/ 1398206 h 1507589"/>
              <a:gd name="connsiteX5" fmla="*/ 0 w 4045267"/>
              <a:gd name="connsiteY5" fmla="*/ 1303090 h 1507589"/>
              <a:gd name="connsiteX6" fmla="*/ 733425 w 4045267"/>
              <a:gd name="connsiteY6" fmla="*/ 1303090 h 1507589"/>
              <a:gd name="connsiteX7" fmla="*/ 733425 w 4045267"/>
              <a:gd name="connsiteY7" fmla="*/ 1198462 h 1507589"/>
              <a:gd name="connsiteX8" fmla="*/ 0 w 4045267"/>
              <a:gd name="connsiteY8" fmla="*/ 1198462 h 1507589"/>
              <a:gd name="connsiteX9" fmla="*/ 0 w 4045267"/>
              <a:gd name="connsiteY9" fmla="*/ 1303090 h 1507589"/>
              <a:gd name="connsiteX10" fmla="*/ 209550 w 4045267"/>
              <a:gd name="connsiteY10" fmla="*/ 1103346 h 1507589"/>
              <a:gd name="connsiteX11" fmla="*/ 523875 w 4045267"/>
              <a:gd name="connsiteY11" fmla="*/ 1103346 h 1507589"/>
              <a:gd name="connsiteX12" fmla="*/ 523875 w 4045267"/>
              <a:gd name="connsiteY12" fmla="*/ 998718 h 1507589"/>
              <a:gd name="connsiteX13" fmla="*/ 209550 w 4045267"/>
              <a:gd name="connsiteY13" fmla="*/ 998718 h 1507589"/>
              <a:gd name="connsiteX14" fmla="*/ 209550 w 4045267"/>
              <a:gd name="connsiteY14" fmla="*/ 1103346 h 1507589"/>
              <a:gd name="connsiteX15" fmla="*/ 209550 w 4045267"/>
              <a:gd name="connsiteY15" fmla="*/ 903602 h 1507589"/>
              <a:gd name="connsiteX16" fmla="*/ 523875 w 4045267"/>
              <a:gd name="connsiteY16" fmla="*/ 903602 h 1507589"/>
              <a:gd name="connsiteX17" fmla="*/ 523875 w 4045267"/>
              <a:gd name="connsiteY17" fmla="*/ 798975 h 1507589"/>
              <a:gd name="connsiteX18" fmla="*/ 209550 w 4045267"/>
              <a:gd name="connsiteY18" fmla="*/ 798975 h 1507589"/>
              <a:gd name="connsiteX19" fmla="*/ 209550 w 4045267"/>
              <a:gd name="connsiteY19" fmla="*/ 903602 h 1507589"/>
              <a:gd name="connsiteX20" fmla="*/ 209550 w 4045267"/>
              <a:gd name="connsiteY20" fmla="*/ 703859 h 1507589"/>
              <a:gd name="connsiteX21" fmla="*/ 523875 w 4045267"/>
              <a:gd name="connsiteY21" fmla="*/ 703859 h 1507589"/>
              <a:gd name="connsiteX22" fmla="*/ 523875 w 4045267"/>
              <a:gd name="connsiteY22" fmla="*/ 599231 h 1507589"/>
              <a:gd name="connsiteX23" fmla="*/ 209550 w 4045267"/>
              <a:gd name="connsiteY23" fmla="*/ 599231 h 1507589"/>
              <a:gd name="connsiteX24" fmla="*/ 209550 w 4045267"/>
              <a:gd name="connsiteY24" fmla="*/ 703859 h 1507589"/>
              <a:gd name="connsiteX25" fmla="*/ 523875 w 4045267"/>
              <a:gd name="connsiteY25" fmla="*/ 399487 h 1507589"/>
              <a:gd name="connsiteX26" fmla="*/ 209550 w 4045267"/>
              <a:gd name="connsiteY26" fmla="*/ 399487 h 1507589"/>
              <a:gd name="connsiteX27" fmla="*/ 209550 w 4045267"/>
              <a:gd name="connsiteY27" fmla="*/ 504115 h 1507589"/>
              <a:gd name="connsiteX28" fmla="*/ 523875 w 4045267"/>
              <a:gd name="connsiteY28" fmla="*/ 504115 h 1507589"/>
              <a:gd name="connsiteX29" fmla="*/ 523875 w 4045267"/>
              <a:gd name="connsiteY29" fmla="*/ 399487 h 1507589"/>
              <a:gd name="connsiteX30" fmla="*/ 0 w 4045267"/>
              <a:gd name="connsiteY30" fmla="*/ 304371 h 1507589"/>
              <a:gd name="connsiteX31" fmla="*/ 733425 w 4045267"/>
              <a:gd name="connsiteY31" fmla="*/ 304371 h 1507589"/>
              <a:gd name="connsiteX32" fmla="*/ 733425 w 4045267"/>
              <a:gd name="connsiteY32" fmla="*/ 199744 h 1507589"/>
              <a:gd name="connsiteX33" fmla="*/ 0 w 4045267"/>
              <a:gd name="connsiteY33" fmla="*/ 199744 h 1507589"/>
              <a:gd name="connsiteX34" fmla="*/ 0 w 4045267"/>
              <a:gd name="connsiteY34" fmla="*/ 304371 h 1507589"/>
              <a:gd name="connsiteX35" fmla="*/ 0 w 4045267"/>
              <a:gd name="connsiteY35" fmla="*/ 104628 h 1507589"/>
              <a:gd name="connsiteX36" fmla="*/ 733425 w 4045267"/>
              <a:gd name="connsiteY36" fmla="*/ 104628 h 1507589"/>
              <a:gd name="connsiteX37" fmla="*/ 733425 w 4045267"/>
              <a:gd name="connsiteY37" fmla="*/ 0 h 1507589"/>
              <a:gd name="connsiteX38" fmla="*/ 0 w 4045267"/>
              <a:gd name="connsiteY38" fmla="*/ 0 h 1507589"/>
              <a:gd name="connsiteX39" fmla="*/ 0 w 4045267"/>
              <a:gd name="connsiteY39" fmla="*/ 104628 h 1507589"/>
              <a:gd name="connsiteX40" fmla="*/ 838200 w 4045267"/>
              <a:gd name="connsiteY40" fmla="*/ 1303090 h 1507589"/>
              <a:gd name="connsiteX41" fmla="*/ 1956435 w 4045267"/>
              <a:gd name="connsiteY41" fmla="*/ 1303090 h 1507589"/>
              <a:gd name="connsiteX42" fmla="*/ 1998345 w 4045267"/>
              <a:gd name="connsiteY42" fmla="*/ 1198462 h 1507589"/>
              <a:gd name="connsiteX43" fmla="*/ 838200 w 4045267"/>
              <a:gd name="connsiteY43" fmla="*/ 1198462 h 1507589"/>
              <a:gd name="connsiteX44" fmla="*/ 838200 w 4045267"/>
              <a:gd name="connsiteY44" fmla="*/ 1303090 h 1507589"/>
              <a:gd name="connsiteX45" fmla="*/ 1868805 w 4045267"/>
              <a:gd name="connsiteY45" fmla="*/ 798975 h 1507589"/>
              <a:gd name="connsiteX46" fmla="*/ 1047750 w 4045267"/>
              <a:gd name="connsiteY46" fmla="*/ 798975 h 1507589"/>
              <a:gd name="connsiteX47" fmla="*/ 1047750 w 4045267"/>
              <a:gd name="connsiteY47" fmla="*/ 903602 h 1507589"/>
              <a:gd name="connsiteX48" fmla="*/ 1956435 w 4045267"/>
              <a:gd name="connsiteY48" fmla="*/ 903602 h 1507589"/>
              <a:gd name="connsiteX49" fmla="*/ 1868805 w 4045267"/>
              <a:gd name="connsiteY49" fmla="*/ 798975 h 1507589"/>
              <a:gd name="connsiteX50" fmla="*/ 1047750 w 4045267"/>
              <a:gd name="connsiteY50" fmla="*/ 599231 h 1507589"/>
              <a:gd name="connsiteX51" fmla="*/ 1047750 w 4045267"/>
              <a:gd name="connsiteY51" fmla="*/ 703859 h 1507589"/>
              <a:gd name="connsiteX52" fmla="*/ 1868805 w 4045267"/>
              <a:gd name="connsiteY52" fmla="*/ 703859 h 1507589"/>
              <a:gd name="connsiteX53" fmla="*/ 1956435 w 4045267"/>
              <a:gd name="connsiteY53" fmla="*/ 599231 h 1507589"/>
              <a:gd name="connsiteX54" fmla="*/ 1047750 w 4045267"/>
              <a:gd name="connsiteY54" fmla="*/ 599231 h 1507589"/>
              <a:gd name="connsiteX55" fmla="*/ 1956435 w 4045267"/>
              <a:gd name="connsiteY55" fmla="*/ 199744 h 1507589"/>
              <a:gd name="connsiteX56" fmla="*/ 838200 w 4045267"/>
              <a:gd name="connsiteY56" fmla="*/ 199744 h 1507589"/>
              <a:gd name="connsiteX57" fmla="*/ 838200 w 4045267"/>
              <a:gd name="connsiteY57" fmla="*/ 304371 h 1507589"/>
              <a:gd name="connsiteX58" fmla="*/ 1998345 w 4045267"/>
              <a:gd name="connsiteY58" fmla="*/ 304371 h 1507589"/>
              <a:gd name="connsiteX59" fmla="*/ 1956435 w 4045267"/>
              <a:gd name="connsiteY59" fmla="*/ 199744 h 1507589"/>
              <a:gd name="connsiteX60" fmla="*/ 1609725 w 4045267"/>
              <a:gd name="connsiteY60" fmla="*/ 0 h 1507589"/>
              <a:gd name="connsiteX61" fmla="*/ 838200 w 4045267"/>
              <a:gd name="connsiteY61" fmla="*/ 0 h 1507589"/>
              <a:gd name="connsiteX62" fmla="*/ 838200 w 4045267"/>
              <a:gd name="connsiteY62" fmla="*/ 104628 h 1507589"/>
              <a:gd name="connsiteX63" fmla="*/ 1879282 w 4045267"/>
              <a:gd name="connsiteY63" fmla="*/ 104628 h 1507589"/>
              <a:gd name="connsiteX64" fmla="*/ 1609725 w 4045267"/>
              <a:gd name="connsiteY64" fmla="*/ 0 h 1507589"/>
              <a:gd name="connsiteX65" fmla="*/ 1047750 w 4045267"/>
              <a:gd name="connsiteY65" fmla="*/ 504115 h 1507589"/>
              <a:gd name="connsiteX66" fmla="*/ 1362075 w 4045267"/>
              <a:gd name="connsiteY66" fmla="*/ 504115 h 1507589"/>
              <a:gd name="connsiteX67" fmla="*/ 1362075 w 4045267"/>
              <a:gd name="connsiteY67" fmla="*/ 399487 h 1507589"/>
              <a:gd name="connsiteX68" fmla="*/ 1047750 w 4045267"/>
              <a:gd name="connsiteY68" fmla="*/ 399487 h 1507589"/>
              <a:gd name="connsiteX69" fmla="*/ 1047750 w 4045267"/>
              <a:gd name="connsiteY69" fmla="*/ 504115 h 1507589"/>
              <a:gd name="connsiteX70" fmla="*/ 1657350 w 4045267"/>
              <a:gd name="connsiteY70" fmla="*/ 504115 h 1507589"/>
              <a:gd name="connsiteX71" fmla="*/ 1995488 w 4045267"/>
              <a:gd name="connsiteY71" fmla="*/ 504115 h 1507589"/>
              <a:gd name="connsiteX72" fmla="*/ 2009775 w 4045267"/>
              <a:gd name="connsiteY72" fmla="*/ 399487 h 1507589"/>
              <a:gd name="connsiteX73" fmla="*/ 1657350 w 4045267"/>
              <a:gd name="connsiteY73" fmla="*/ 399487 h 1507589"/>
              <a:gd name="connsiteX74" fmla="*/ 1657350 w 4045267"/>
              <a:gd name="connsiteY74" fmla="*/ 504115 h 1507589"/>
              <a:gd name="connsiteX75" fmla="*/ 1047750 w 4045267"/>
              <a:gd name="connsiteY75" fmla="*/ 1103346 h 1507589"/>
              <a:gd name="connsiteX76" fmla="*/ 1362075 w 4045267"/>
              <a:gd name="connsiteY76" fmla="*/ 1103346 h 1507589"/>
              <a:gd name="connsiteX77" fmla="*/ 1362075 w 4045267"/>
              <a:gd name="connsiteY77" fmla="*/ 998718 h 1507589"/>
              <a:gd name="connsiteX78" fmla="*/ 1047750 w 4045267"/>
              <a:gd name="connsiteY78" fmla="*/ 998718 h 1507589"/>
              <a:gd name="connsiteX79" fmla="*/ 1047750 w 4045267"/>
              <a:gd name="connsiteY79" fmla="*/ 1103346 h 1507589"/>
              <a:gd name="connsiteX80" fmla="*/ 1657350 w 4045267"/>
              <a:gd name="connsiteY80" fmla="*/ 998718 h 1507589"/>
              <a:gd name="connsiteX81" fmla="*/ 1657350 w 4045267"/>
              <a:gd name="connsiteY81" fmla="*/ 1103346 h 1507589"/>
              <a:gd name="connsiteX82" fmla="*/ 2009775 w 4045267"/>
              <a:gd name="connsiteY82" fmla="*/ 1103346 h 1507589"/>
              <a:gd name="connsiteX83" fmla="*/ 1995488 w 4045267"/>
              <a:gd name="connsiteY83" fmla="*/ 998718 h 1507589"/>
              <a:gd name="connsiteX84" fmla="*/ 1657350 w 4045267"/>
              <a:gd name="connsiteY84" fmla="*/ 998718 h 1507589"/>
              <a:gd name="connsiteX85" fmla="*/ 838200 w 4045267"/>
              <a:gd name="connsiteY85" fmla="*/ 1502833 h 1507589"/>
              <a:gd name="connsiteX86" fmla="*/ 1609725 w 4045267"/>
              <a:gd name="connsiteY86" fmla="*/ 1502833 h 1507589"/>
              <a:gd name="connsiteX87" fmla="*/ 1879282 w 4045267"/>
              <a:gd name="connsiteY87" fmla="*/ 1398206 h 1507589"/>
              <a:gd name="connsiteX88" fmla="*/ 838200 w 4045267"/>
              <a:gd name="connsiteY88" fmla="*/ 1398206 h 1507589"/>
              <a:gd name="connsiteX89" fmla="*/ 838200 w 4045267"/>
              <a:gd name="connsiteY89" fmla="*/ 1502833 h 1507589"/>
              <a:gd name="connsiteX90" fmla="*/ 2933700 w 4045267"/>
              <a:gd name="connsiteY90" fmla="*/ 1502833 h 1507589"/>
              <a:gd name="connsiteX91" fmla="*/ 2969895 w 4045267"/>
              <a:gd name="connsiteY91" fmla="*/ 1398206 h 1507589"/>
              <a:gd name="connsiteX92" fmla="*/ 2897505 w 4045267"/>
              <a:gd name="connsiteY92" fmla="*/ 1398206 h 1507589"/>
              <a:gd name="connsiteX93" fmla="*/ 2933700 w 4045267"/>
              <a:gd name="connsiteY93" fmla="*/ 1502833 h 1507589"/>
              <a:gd name="connsiteX94" fmla="*/ 2864168 w 4045267"/>
              <a:gd name="connsiteY94" fmla="*/ 1303090 h 1507589"/>
              <a:gd name="connsiteX95" fmla="*/ 3004185 w 4045267"/>
              <a:gd name="connsiteY95" fmla="*/ 1303090 h 1507589"/>
              <a:gd name="connsiteX96" fmla="*/ 3041333 w 4045267"/>
              <a:gd name="connsiteY96" fmla="*/ 1198462 h 1507589"/>
              <a:gd name="connsiteX97" fmla="*/ 2827973 w 4045267"/>
              <a:gd name="connsiteY97" fmla="*/ 1198462 h 1507589"/>
              <a:gd name="connsiteX98" fmla="*/ 2864168 w 4045267"/>
              <a:gd name="connsiteY98" fmla="*/ 1303090 h 1507589"/>
              <a:gd name="connsiteX99" fmla="*/ 2793683 w 4045267"/>
              <a:gd name="connsiteY99" fmla="*/ 1103346 h 1507589"/>
              <a:gd name="connsiteX100" fmla="*/ 3073718 w 4045267"/>
              <a:gd name="connsiteY100" fmla="*/ 1103346 h 1507589"/>
              <a:gd name="connsiteX101" fmla="*/ 3110865 w 4045267"/>
              <a:gd name="connsiteY101" fmla="*/ 998718 h 1507589"/>
              <a:gd name="connsiteX102" fmla="*/ 2757488 w 4045267"/>
              <a:gd name="connsiteY102" fmla="*/ 998718 h 1507589"/>
              <a:gd name="connsiteX103" fmla="*/ 2793683 w 4045267"/>
              <a:gd name="connsiteY103" fmla="*/ 1103346 h 1507589"/>
              <a:gd name="connsiteX104" fmla="*/ 2723198 w 4045267"/>
              <a:gd name="connsiteY104" fmla="*/ 903602 h 1507589"/>
              <a:gd name="connsiteX105" fmla="*/ 3144203 w 4045267"/>
              <a:gd name="connsiteY105" fmla="*/ 903602 h 1507589"/>
              <a:gd name="connsiteX106" fmla="*/ 3181350 w 4045267"/>
              <a:gd name="connsiteY106" fmla="*/ 798975 h 1507589"/>
              <a:gd name="connsiteX107" fmla="*/ 2687003 w 4045267"/>
              <a:gd name="connsiteY107" fmla="*/ 798975 h 1507589"/>
              <a:gd name="connsiteX108" fmla="*/ 2723198 w 4045267"/>
              <a:gd name="connsiteY108" fmla="*/ 903602 h 1507589"/>
              <a:gd name="connsiteX109" fmla="*/ 2305050 w 4045267"/>
              <a:gd name="connsiteY109" fmla="*/ 504115 h 1507589"/>
              <a:gd name="connsiteX110" fmla="*/ 2870835 w 4045267"/>
              <a:gd name="connsiteY110" fmla="*/ 504115 h 1507589"/>
              <a:gd name="connsiteX111" fmla="*/ 2834640 w 4045267"/>
              <a:gd name="connsiteY111" fmla="*/ 399487 h 1507589"/>
              <a:gd name="connsiteX112" fmla="*/ 2305050 w 4045267"/>
              <a:gd name="connsiteY112" fmla="*/ 399487 h 1507589"/>
              <a:gd name="connsiteX113" fmla="*/ 2305050 w 4045267"/>
              <a:gd name="connsiteY113" fmla="*/ 504115 h 1507589"/>
              <a:gd name="connsiteX114" fmla="*/ 3066098 w 4045267"/>
              <a:gd name="connsiteY114" fmla="*/ 304371 h 1507589"/>
              <a:gd name="connsiteX115" fmla="*/ 3771900 w 4045267"/>
              <a:gd name="connsiteY115" fmla="*/ 304371 h 1507589"/>
              <a:gd name="connsiteX116" fmla="*/ 3771900 w 4045267"/>
              <a:gd name="connsiteY116" fmla="*/ 199744 h 1507589"/>
              <a:gd name="connsiteX117" fmla="*/ 3102293 w 4045267"/>
              <a:gd name="connsiteY117" fmla="*/ 199744 h 1507589"/>
              <a:gd name="connsiteX118" fmla="*/ 3066098 w 4045267"/>
              <a:gd name="connsiteY118" fmla="*/ 304371 h 1507589"/>
              <a:gd name="connsiteX119" fmla="*/ 3171825 w 4045267"/>
              <a:gd name="connsiteY119" fmla="*/ 0 h 1507589"/>
              <a:gd name="connsiteX120" fmla="*/ 3135630 w 4045267"/>
              <a:gd name="connsiteY120" fmla="*/ 104628 h 1507589"/>
              <a:gd name="connsiteX121" fmla="*/ 3771900 w 4045267"/>
              <a:gd name="connsiteY121" fmla="*/ 104628 h 1507589"/>
              <a:gd name="connsiteX122" fmla="*/ 3771900 w 4045267"/>
              <a:gd name="connsiteY122" fmla="*/ 0 h 1507589"/>
              <a:gd name="connsiteX123" fmla="*/ 3171825 w 4045267"/>
              <a:gd name="connsiteY123" fmla="*/ 0 h 1507589"/>
              <a:gd name="connsiteX124" fmla="*/ 2095500 w 4045267"/>
              <a:gd name="connsiteY124" fmla="*/ 1502833 h 1507589"/>
              <a:gd name="connsiteX125" fmla="*/ 2619375 w 4045267"/>
              <a:gd name="connsiteY125" fmla="*/ 1502833 h 1507589"/>
              <a:gd name="connsiteX126" fmla="*/ 2619375 w 4045267"/>
              <a:gd name="connsiteY126" fmla="*/ 1398206 h 1507589"/>
              <a:gd name="connsiteX127" fmla="*/ 2095500 w 4045267"/>
              <a:gd name="connsiteY127" fmla="*/ 1398206 h 1507589"/>
              <a:gd name="connsiteX128" fmla="*/ 2095500 w 4045267"/>
              <a:gd name="connsiteY128" fmla="*/ 1502833 h 1507589"/>
              <a:gd name="connsiteX129" fmla="*/ 2095500 w 4045267"/>
              <a:gd name="connsiteY129" fmla="*/ 1303090 h 1507589"/>
              <a:gd name="connsiteX130" fmla="*/ 2619375 w 4045267"/>
              <a:gd name="connsiteY130" fmla="*/ 1303090 h 1507589"/>
              <a:gd name="connsiteX131" fmla="*/ 2619375 w 4045267"/>
              <a:gd name="connsiteY131" fmla="*/ 1198462 h 1507589"/>
              <a:gd name="connsiteX132" fmla="*/ 2095500 w 4045267"/>
              <a:gd name="connsiteY132" fmla="*/ 1198462 h 1507589"/>
              <a:gd name="connsiteX133" fmla="*/ 2095500 w 4045267"/>
              <a:gd name="connsiteY133" fmla="*/ 1303090 h 1507589"/>
              <a:gd name="connsiteX134" fmla="*/ 2305050 w 4045267"/>
              <a:gd name="connsiteY134" fmla="*/ 1103346 h 1507589"/>
              <a:gd name="connsiteX135" fmla="*/ 2619375 w 4045267"/>
              <a:gd name="connsiteY135" fmla="*/ 1103346 h 1507589"/>
              <a:gd name="connsiteX136" fmla="*/ 2619375 w 4045267"/>
              <a:gd name="connsiteY136" fmla="*/ 998718 h 1507589"/>
              <a:gd name="connsiteX137" fmla="*/ 2305050 w 4045267"/>
              <a:gd name="connsiteY137" fmla="*/ 998718 h 1507589"/>
              <a:gd name="connsiteX138" fmla="*/ 2305050 w 4045267"/>
              <a:gd name="connsiteY138" fmla="*/ 1103346 h 1507589"/>
              <a:gd name="connsiteX139" fmla="*/ 2305050 w 4045267"/>
              <a:gd name="connsiteY139" fmla="*/ 903602 h 1507589"/>
              <a:gd name="connsiteX140" fmla="*/ 2619375 w 4045267"/>
              <a:gd name="connsiteY140" fmla="*/ 903602 h 1507589"/>
              <a:gd name="connsiteX141" fmla="*/ 2619375 w 4045267"/>
              <a:gd name="connsiteY141" fmla="*/ 798975 h 1507589"/>
              <a:gd name="connsiteX142" fmla="*/ 2305050 w 4045267"/>
              <a:gd name="connsiteY142" fmla="*/ 798975 h 1507589"/>
              <a:gd name="connsiteX143" fmla="*/ 2305050 w 4045267"/>
              <a:gd name="connsiteY143" fmla="*/ 903602 h 1507589"/>
              <a:gd name="connsiteX144" fmla="*/ 3562350 w 4045267"/>
              <a:gd name="connsiteY144" fmla="*/ 399487 h 1507589"/>
              <a:gd name="connsiteX145" fmla="*/ 3032760 w 4045267"/>
              <a:gd name="connsiteY145" fmla="*/ 399487 h 1507589"/>
              <a:gd name="connsiteX146" fmla="*/ 2996565 w 4045267"/>
              <a:gd name="connsiteY146" fmla="*/ 504115 h 1507589"/>
              <a:gd name="connsiteX147" fmla="*/ 3562350 w 4045267"/>
              <a:gd name="connsiteY147" fmla="*/ 504115 h 1507589"/>
              <a:gd name="connsiteX148" fmla="*/ 3562350 w 4045267"/>
              <a:gd name="connsiteY148" fmla="*/ 399487 h 1507589"/>
              <a:gd name="connsiteX149" fmla="*/ 3248025 w 4045267"/>
              <a:gd name="connsiteY149" fmla="*/ 703859 h 1507589"/>
              <a:gd name="connsiteX150" fmla="*/ 3562350 w 4045267"/>
              <a:gd name="connsiteY150" fmla="*/ 703859 h 1507589"/>
              <a:gd name="connsiteX151" fmla="*/ 3562350 w 4045267"/>
              <a:gd name="connsiteY151" fmla="*/ 599231 h 1507589"/>
              <a:gd name="connsiteX152" fmla="*/ 2963228 w 4045267"/>
              <a:gd name="connsiteY152" fmla="*/ 599231 h 1507589"/>
              <a:gd name="connsiteX153" fmla="*/ 2933700 w 4045267"/>
              <a:gd name="connsiteY153" fmla="*/ 683884 h 1507589"/>
              <a:gd name="connsiteX154" fmla="*/ 2904173 w 4045267"/>
              <a:gd name="connsiteY154" fmla="*/ 599231 h 1507589"/>
              <a:gd name="connsiteX155" fmla="*/ 2305050 w 4045267"/>
              <a:gd name="connsiteY155" fmla="*/ 599231 h 1507589"/>
              <a:gd name="connsiteX156" fmla="*/ 2305050 w 4045267"/>
              <a:gd name="connsiteY156" fmla="*/ 703859 h 1507589"/>
              <a:gd name="connsiteX157" fmla="*/ 2619375 w 4045267"/>
              <a:gd name="connsiteY157" fmla="*/ 703859 h 1507589"/>
              <a:gd name="connsiteX158" fmla="*/ 2619375 w 4045267"/>
              <a:gd name="connsiteY158" fmla="*/ 607791 h 1507589"/>
              <a:gd name="connsiteX159" fmla="*/ 2652713 w 4045267"/>
              <a:gd name="connsiteY159" fmla="*/ 703859 h 1507589"/>
              <a:gd name="connsiteX160" fmla="*/ 3213735 w 4045267"/>
              <a:gd name="connsiteY160" fmla="*/ 703859 h 1507589"/>
              <a:gd name="connsiteX161" fmla="*/ 3247073 w 4045267"/>
              <a:gd name="connsiteY161" fmla="*/ 607791 h 1507589"/>
              <a:gd name="connsiteX162" fmla="*/ 3248025 w 4045267"/>
              <a:gd name="connsiteY162" fmla="*/ 703859 h 1507589"/>
              <a:gd name="connsiteX163" fmla="*/ 3562350 w 4045267"/>
              <a:gd name="connsiteY163" fmla="*/ 798975 h 1507589"/>
              <a:gd name="connsiteX164" fmla="*/ 3248025 w 4045267"/>
              <a:gd name="connsiteY164" fmla="*/ 798975 h 1507589"/>
              <a:gd name="connsiteX165" fmla="*/ 3248025 w 4045267"/>
              <a:gd name="connsiteY165" fmla="*/ 903602 h 1507589"/>
              <a:gd name="connsiteX166" fmla="*/ 3562350 w 4045267"/>
              <a:gd name="connsiteY166" fmla="*/ 903602 h 1507589"/>
              <a:gd name="connsiteX167" fmla="*/ 3562350 w 4045267"/>
              <a:gd name="connsiteY167" fmla="*/ 798975 h 1507589"/>
              <a:gd name="connsiteX168" fmla="*/ 3248025 w 4045267"/>
              <a:gd name="connsiteY168" fmla="*/ 1103346 h 1507589"/>
              <a:gd name="connsiteX169" fmla="*/ 3562350 w 4045267"/>
              <a:gd name="connsiteY169" fmla="*/ 1103346 h 1507589"/>
              <a:gd name="connsiteX170" fmla="*/ 3562350 w 4045267"/>
              <a:gd name="connsiteY170" fmla="*/ 998718 h 1507589"/>
              <a:gd name="connsiteX171" fmla="*/ 3248025 w 4045267"/>
              <a:gd name="connsiteY171" fmla="*/ 998718 h 1507589"/>
              <a:gd name="connsiteX172" fmla="*/ 3248025 w 4045267"/>
              <a:gd name="connsiteY172" fmla="*/ 1103346 h 1507589"/>
              <a:gd name="connsiteX173" fmla="*/ 3248025 w 4045267"/>
              <a:gd name="connsiteY173" fmla="*/ 1303090 h 1507589"/>
              <a:gd name="connsiteX174" fmla="*/ 3771900 w 4045267"/>
              <a:gd name="connsiteY174" fmla="*/ 1303090 h 1507589"/>
              <a:gd name="connsiteX175" fmla="*/ 3771900 w 4045267"/>
              <a:gd name="connsiteY175" fmla="*/ 1198462 h 1507589"/>
              <a:gd name="connsiteX176" fmla="*/ 3248025 w 4045267"/>
              <a:gd name="connsiteY176" fmla="*/ 1198462 h 1507589"/>
              <a:gd name="connsiteX177" fmla="*/ 3248025 w 4045267"/>
              <a:gd name="connsiteY177" fmla="*/ 1303090 h 1507589"/>
              <a:gd name="connsiteX178" fmla="*/ 3248025 w 4045267"/>
              <a:gd name="connsiteY178" fmla="*/ 1502833 h 1507589"/>
              <a:gd name="connsiteX179" fmla="*/ 3771900 w 4045267"/>
              <a:gd name="connsiteY179" fmla="*/ 1502833 h 1507589"/>
              <a:gd name="connsiteX180" fmla="*/ 3771900 w 4045267"/>
              <a:gd name="connsiteY180" fmla="*/ 1398206 h 1507589"/>
              <a:gd name="connsiteX181" fmla="*/ 3248025 w 4045267"/>
              <a:gd name="connsiteY181" fmla="*/ 1398206 h 1507589"/>
              <a:gd name="connsiteX182" fmla="*/ 3248025 w 4045267"/>
              <a:gd name="connsiteY182" fmla="*/ 1502833 h 1507589"/>
              <a:gd name="connsiteX183" fmla="*/ 2801303 w 4045267"/>
              <a:gd name="connsiteY183" fmla="*/ 304371 h 1507589"/>
              <a:gd name="connsiteX184" fmla="*/ 2765108 w 4045267"/>
              <a:gd name="connsiteY184" fmla="*/ 199744 h 1507589"/>
              <a:gd name="connsiteX185" fmla="*/ 2095500 w 4045267"/>
              <a:gd name="connsiteY185" fmla="*/ 199744 h 1507589"/>
              <a:gd name="connsiteX186" fmla="*/ 2095500 w 4045267"/>
              <a:gd name="connsiteY186" fmla="*/ 304371 h 1507589"/>
              <a:gd name="connsiteX187" fmla="*/ 2801303 w 4045267"/>
              <a:gd name="connsiteY187" fmla="*/ 304371 h 1507589"/>
              <a:gd name="connsiteX188" fmla="*/ 2731770 w 4045267"/>
              <a:gd name="connsiteY188" fmla="*/ 104628 h 1507589"/>
              <a:gd name="connsiteX189" fmla="*/ 2695575 w 4045267"/>
              <a:gd name="connsiteY189" fmla="*/ 0 h 1507589"/>
              <a:gd name="connsiteX190" fmla="*/ 2095500 w 4045267"/>
              <a:gd name="connsiteY190" fmla="*/ 0 h 1507589"/>
              <a:gd name="connsiteX191" fmla="*/ 2095500 w 4045267"/>
              <a:gd name="connsiteY191" fmla="*/ 104628 h 1507589"/>
              <a:gd name="connsiteX192" fmla="*/ 2731770 w 4045267"/>
              <a:gd name="connsiteY192" fmla="*/ 104628 h 1507589"/>
              <a:gd name="connsiteX193" fmla="*/ 3885248 w 4045267"/>
              <a:gd name="connsiteY193" fmla="*/ 1424838 h 1507589"/>
              <a:gd name="connsiteX194" fmla="*/ 3965258 w 4045267"/>
              <a:gd name="connsiteY194" fmla="*/ 1342087 h 1507589"/>
              <a:gd name="connsiteX195" fmla="*/ 4045268 w 4045267"/>
              <a:gd name="connsiteY195" fmla="*/ 1424838 h 1507589"/>
              <a:gd name="connsiteX196" fmla="*/ 3965258 w 4045267"/>
              <a:gd name="connsiteY196" fmla="*/ 1507589 h 1507589"/>
              <a:gd name="connsiteX197" fmla="*/ 3885248 w 4045267"/>
              <a:gd name="connsiteY197" fmla="*/ 1424838 h 1507589"/>
              <a:gd name="connsiteX198" fmla="*/ 4026218 w 4045267"/>
              <a:gd name="connsiteY198" fmla="*/ 1429594 h 1507589"/>
              <a:gd name="connsiteX199" fmla="*/ 4026218 w 4045267"/>
              <a:gd name="connsiteY199" fmla="*/ 1419131 h 1507589"/>
              <a:gd name="connsiteX200" fmla="*/ 3965258 w 4045267"/>
              <a:gd name="connsiteY200" fmla="*/ 1359208 h 1507589"/>
              <a:gd name="connsiteX201" fmla="*/ 3904298 w 4045267"/>
              <a:gd name="connsiteY201" fmla="*/ 1419131 h 1507589"/>
              <a:gd name="connsiteX202" fmla="*/ 3904298 w 4045267"/>
              <a:gd name="connsiteY202" fmla="*/ 1429594 h 1507589"/>
              <a:gd name="connsiteX203" fmla="*/ 3965258 w 4045267"/>
              <a:gd name="connsiteY203" fmla="*/ 1489517 h 1507589"/>
              <a:gd name="connsiteX204" fmla="*/ 4026218 w 4045267"/>
              <a:gd name="connsiteY204" fmla="*/ 1429594 h 1507589"/>
              <a:gd name="connsiteX205" fmla="*/ 3952875 w 4045267"/>
              <a:gd name="connsiteY205" fmla="*/ 1466689 h 1507589"/>
              <a:gd name="connsiteX206" fmla="*/ 3932873 w 4045267"/>
              <a:gd name="connsiteY206" fmla="*/ 1466689 h 1507589"/>
              <a:gd name="connsiteX207" fmla="*/ 3932873 w 4045267"/>
              <a:gd name="connsiteY207" fmla="*/ 1382987 h 1507589"/>
              <a:gd name="connsiteX208" fmla="*/ 3970973 w 4045267"/>
              <a:gd name="connsiteY208" fmla="*/ 1382987 h 1507589"/>
              <a:gd name="connsiteX209" fmla="*/ 3999548 w 4045267"/>
              <a:gd name="connsiteY209" fmla="*/ 1409620 h 1507589"/>
              <a:gd name="connsiteX210" fmla="*/ 3984308 w 4045267"/>
              <a:gd name="connsiteY210" fmla="*/ 1434350 h 1507589"/>
              <a:gd name="connsiteX211" fmla="*/ 4003358 w 4045267"/>
              <a:gd name="connsiteY211" fmla="*/ 1466689 h 1507589"/>
              <a:gd name="connsiteX212" fmla="*/ 3980498 w 4045267"/>
              <a:gd name="connsiteY212" fmla="*/ 1466689 h 1507589"/>
              <a:gd name="connsiteX213" fmla="*/ 3965258 w 4045267"/>
              <a:gd name="connsiteY213" fmla="*/ 1438155 h 1507589"/>
              <a:gd name="connsiteX214" fmla="*/ 3952875 w 4045267"/>
              <a:gd name="connsiteY214" fmla="*/ 1438155 h 1507589"/>
              <a:gd name="connsiteX215" fmla="*/ 3952875 w 4045267"/>
              <a:gd name="connsiteY215" fmla="*/ 1466689 h 1507589"/>
              <a:gd name="connsiteX216" fmla="*/ 3968115 w 4045267"/>
              <a:gd name="connsiteY216" fmla="*/ 1422936 h 1507589"/>
              <a:gd name="connsiteX217" fmla="*/ 3977640 w 4045267"/>
              <a:gd name="connsiteY217" fmla="*/ 1414376 h 1507589"/>
              <a:gd name="connsiteX218" fmla="*/ 3977640 w 4045267"/>
              <a:gd name="connsiteY218" fmla="*/ 1408669 h 1507589"/>
              <a:gd name="connsiteX219" fmla="*/ 3968115 w 4045267"/>
              <a:gd name="connsiteY219" fmla="*/ 1400108 h 1507589"/>
              <a:gd name="connsiteX220" fmla="*/ 3952875 w 4045267"/>
              <a:gd name="connsiteY220" fmla="*/ 1400108 h 1507589"/>
              <a:gd name="connsiteX221" fmla="*/ 3952875 w 4045267"/>
              <a:gd name="connsiteY221" fmla="*/ 1423887 h 1507589"/>
              <a:gd name="connsiteX222" fmla="*/ 3968115 w 4045267"/>
              <a:gd name="connsiteY222" fmla="*/ 1423887 h 1507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4045267" h="1507589">
                <a:moveTo>
                  <a:pt x="0" y="1398206"/>
                </a:moveTo>
                <a:lnTo>
                  <a:pt x="733425" y="1398206"/>
                </a:lnTo>
                <a:lnTo>
                  <a:pt x="733425" y="1502833"/>
                </a:lnTo>
                <a:lnTo>
                  <a:pt x="0" y="1502833"/>
                </a:lnTo>
                <a:lnTo>
                  <a:pt x="0" y="1398206"/>
                </a:lnTo>
                <a:close/>
                <a:moveTo>
                  <a:pt x="0" y="1303090"/>
                </a:moveTo>
                <a:lnTo>
                  <a:pt x="733425" y="1303090"/>
                </a:lnTo>
                <a:lnTo>
                  <a:pt x="733425" y="1198462"/>
                </a:lnTo>
                <a:lnTo>
                  <a:pt x="0" y="1198462"/>
                </a:lnTo>
                <a:lnTo>
                  <a:pt x="0" y="1303090"/>
                </a:lnTo>
                <a:close/>
                <a:moveTo>
                  <a:pt x="209550" y="1103346"/>
                </a:moveTo>
                <a:lnTo>
                  <a:pt x="523875" y="1103346"/>
                </a:lnTo>
                <a:lnTo>
                  <a:pt x="523875" y="998718"/>
                </a:lnTo>
                <a:lnTo>
                  <a:pt x="209550" y="998718"/>
                </a:lnTo>
                <a:lnTo>
                  <a:pt x="209550" y="1103346"/>
                </a:lnTo>
                <a:close/>
                <a:moveTo>
                  <a:pt x="209550" y="903602"/>
                </a:moveTo>
                <a:lnTo>
                  <a:pt x="523875" y="903602"/>
                </a:lnTo>
                <a:lnTo>
                  <a:pt x="523875" y="798975"/>
                </a:lnTo>
                <a:lnTo>
                  <a:pt x="209550" y="798975"/>
                </a:lnTo>
                <a:lnTo>
                  <a:pt x="209550" y="903602"/>
                </a:lnTo>
                <a:close/>
                <a:moveTo>
                  <a:pt x="209550" y="703859"/>
                </a:moveTo>
                <a:lnTo>
                  <a:pt x="523875" y="703859"/>
                </a:lnTo>
                <a:lnTo>
                  <a:pt x="523875" y="599231"/>
                </a:lnTo>
                <a:lnTo>
                  <a:pt x="209550" y="599231"/>
                </a:lnTo>
                <a:lnTo>
                  <a:pt x="209550" y="703859"/>
                </a:lnTo>
                <a:close/>
                <a:moveTo>
                  <a:pt x="523875" y="399487"/>
                </a:moveTo>
                <a:lnTo>
                  <a:pt x="209550" y="399487"/>
                </a:lnTo>
                <a:lnTo>
                  <a:pt x="209550" y="504115"/>
                </a:lnTo>
                <a:lnTo>
                  <a:pt x="523875" y="504115"/>
                </a:lnTo>
                <a:lnTo>
                  <a:pt x="523875" y="399487"/>
                </a:lnTo>
                <a:close/>
                <a:moveTo>
                  <a:pt x="0" y="304371"/>
                </a:moveTo>
                <a:lnTo>
                  <a:pt x="733425" y="304371"/>
                </a:lnTo>
                <a:lnTo>
                  <a:pt x="733425" y="199744"/>
                </a:lnTo>
                <a:lnTo>
                  <a:pt x="0" y="199744"/>
                </a:lnTo>
                <a:lnTo>
                  <a:pt x="0" y="304371"/>
                </a:lnTo>
                <a:close/>
                <a:moveTo>
                  <a:pt x="0" y="104628"/>
                </a:moveTo>
                <a:lnTo>
                  <a:pt x="733425" y="104628"/>
                </a:lnTo>
                <a:lnTo>
                  <a:pt x="733425" y="0"/>
                </a:lnTo>
                <a:lnTo>
                  <a:pt x="0" y="0"/>
                </a:lnTo>
                <a:lnTo>
                  <a:pt x="0" y="104628"/>
                </a:lnTo>
                <a:close/>
                <a:moveTo>
                  <a:pt x="838200" y="1303090"/>
                </a:moveTo>
                <a:lnTo>
                  <a:pt x="1956435" y="1303090"/>
                </a:lnTo>
                <a:cubicBezTo>
                  <a:pt x="1975485" y="1270750"/>
                  <a:pt x="1989773" y="1235557"/>
                  <a:pt x="1998345" y="1198462"/>
                </a:cubicBezTo>
                <a:lnTo>
                  <a:pt x="838200" y="1198462"/>
                </a:lnTo>
                <a:lnTo>
                  <a:pt x="838200" y="1303090"/>
                </a:lnTo>
                <a:close/>
                <a:moveTo>
                  <a:pt x="1868805" y="798975"/>
                </a:moveTo>
                <a:lnTo>
                  <a:pt x="1047750" y="798975"/>
                </a:lnTo>
                <a:lnTo>
                  <a:pt x="1047750" y="903602"/>
                </a:lnTo>
                <a:lnTo>
                  <a:pt x="1956435" y="903602"/>
                </a:lnTo>
                <a:cubicBezTo>
                  <a:pt x="1932623" y="863654"/>
                  <a:pt x="1903095" y="828461"/>
                  <a:pt x="1868805" y="798975"/>
                </a:cubicBezTo>
                <a:close/>
                <a:moveTo>
                  <a:pt x="1047750" y="599231"/>
                </a:moveTo>
                <a:lnTo>
                  <a:pt x="1047750" y="703859"/>
                </a:lnTo>
                <a:lnTo>
                  <a:pt x="1868805" y="703859"/>
                </a:lnTo>
                <a:cubicBezTo>
                  <a:pt x="1904048" y="674373"/>
                  <a:pt x="1933575" y="639180"/>
                  <a:pt x="1956435" y="599231"/>
                </a:cubicBezTo>
                <a:lnTo>
                  <a:pt x="1047750" y="599231"/>
                </a:lnTo>
                <a:close/>
                <a:moveTo>
                  <a:pt x="1956435" y="199744"/>
                </a:moveTo>
                <a:lnTo>
                  <a:pt x="838200" y="199744"/>
                </a:lnTo>
                <a:lnTo>
                  <a:pt x="838200" y="304371"/>
                </a:lnTo>
                <a:lnTo>
                  <a:pt x="1998345" y="304371"/>
                </a:lnTo>
                <a:cubicBezTo>
                  <a:pt x="1988820" y="267276"/>
                  <a:pt x="1974532" y="232083"/>
                  <a:pt x="1956435" y="199744"/>
                </a:cubicBezTo>
                <a:close/>
                <a:moveTo>
                  <a:pt x="1609725" y="0"/>
                </a:moveTo>
                <a:lnTo>
                  <a:pt x="838200" y="0"/>
                </a:lnTo>
                <a:lnTo>
                  <a:pt x="838200" y="104628"/>
                </a:lnTo>
                <a:lnTo>
                  <a:pt x="1879282" y="104628"/>
                </a:lnTo>
                <a:cubicBezTo>
                  <a:pt x="1808798" y="39949"/>
                  <a:pt x="1713548" y="0"/>
                  <a:pt x="1609725" y="0"/>
                </a:cubicBezTo>
                <a:close/>
                <a:moveTo>
                  <a:pt x="1047750" y="504115"/>
                </a:moveTo>
                <a:lnTo>
                  <a:pt x="1362075" y="504115"/>
                </a:lnTo>
                <a:lnTo>
                  <a:pt x="1362075" y="399487"/>
                </a:lnTo>
                <a:lnTo>
                  <a:pt x="1047750" y="399487"/>
                </a:lnTo>
                <a:lnTo>
                  <a:pt x="1047750" y="504115"/>
                </a:lnTo>
                <a:close/>
                <a:moveTo>
                  <a:pt x="1657350" y="504115"/>
                </a:moveTo>
                <a:lnTo>
                  <a:pt x="1995488" y="504115"/>
                </a:lnTo>
                <a:cubicBezTo>
                  <a:pt x="2004060" y="470824"/>
                  <a:pt x="2009775" y="435631"/>
                  <a:pt x="2009775" y="399487"/>
                </a:cubicBezTo>
                <a:lnTo>
                  <a:pt x="1657350" y="399487"/>
                </a:lnTo>
                <a:lnTo>
                  <a:pt x="1657350" y="504115"/>
                </a:lnTo>
                <a:close/>
                <a:moveTo>
                  <a:pt x="1047750" y="1103346"/>
                </a:moveTo>
                <a:lnTo>
                  <a:pt x="1362075" y="1103346"/>
                </a:lnTo>
                <a:lnTo>
                  <a:pt x="1362075" y="998718"/>
                </a:lnTo>
                <a:lnTo>
                  <a:pt x="1047750" y="998718"/>
                </a:lnTo>
                <a:lnTo>
                  <a:pt x="1047750" y="1103346"/>
                </a:lnTo>
                <a:close/>
                <a:moveTo>
                  <a:pt x="1657350" y="998718"/>
                </a:moveTo>
                <a:lnTo>
                  <a:pt x="1657350" y="1103346"/>
                </a:lnTo>
                <a:lnTo>
                  <a:pt x="2009775" y="1103346"/>
                </a:lnTo>
                <a:cubicBezTo>
                  <a:pt x="2009775" y="1067202"/>
                  <a:pt x="2005013" y="1032009"/>
                  <a:pt x="1995488" y="998718"/>
                </a:cubicBezTo>
                <a:lnTo>
                  <a:pt x="1657350" y="998718"/>
                </a:lnTo>
                <a:close/>
                <a:moveTo>
                  <a:pt x="838200" y="1502833"/>
                </a:moveTo>
                <a:lnTo>
                  <a:pt x="1609725" y="1502833"/>
                </a:lnTo>
                <a:cubicBezTo>
                  <a:pt x="1714500" y="1502833"/>
                  <a:pt x="1808798" y="1462885"/>
                  <a:pt x="1879282" y="1398206"/>
                </a:cubicBezTo>
                <a:lnTo>
                  <a:pt x="838200" y="1398206"/>
                </a:lnTo>
                <a:lnTo>
                  <a:pt x="838200" y="1502833"/>
                </a:lnTo>
                <a:close/>
                <a:moveTo>
                  <a:pt x="2933700" y="1502833"/>
                </a:moveTo>
                <a:lnTo>
                  <a:pt x="2969895" y="1398206"/>
                </a:lnTo>
                <a:lnTo>
                  <a:pt x="2897505" y="1398206"/>
                </a:lnTo>
                <a:lnTo>
                  <a:pt x="2933700" y="1502833"/>
                </a:lnTo>
                <a:close/>
                <a:moveTo>
                  <a:pt x="2864168" y="1303090"/>
                </a:moveTo>
                <a:lnTo>
                  <a:pt x="3004185" y="1303090"/>
                </a:lnTo>
                <a:lnTo>
                  <a:pt x="3041333" y="1198462"/>
                </a:lnTo>
                <a:lnTo>
                  <a:pt x="2827973" y="1198462"/>
                </a:lnTo>
                <a:lnTo>
                  <a:pt x="2864168" y="1303090"/>
                </a:lnTo>
                <a:close/>
                <a:moveTo>
                  <a:pt x="2793683" y="1103346"/>
                </a:moveTo>
                <a:lnTo>
                  <a:pt x="3073718" y="1103346"/>
                </a:lnTo>
                <a:lnTo>
                  <a:pt x="3110865" y="998718"/>
                </a:lnTo>
                <a:lnTo>
                  <a:pt x="2757488" y="998718"/>
                </a:lnTo>
                <a:lnTo>
                  <a:pt x="2793683" y="1103346"/>
                </a:lnTo>
                <a:close/>
                <a:moveTo>
                  <a:pt x="2723198" y="903602"/>
                </a:moveTo>
                <a:lnTo>
                  <a:pt x="3144203" y="903602"/>
                </a:lnTo>
                <a:lnTo>
                  <a:pt x="3181350" y="798975"/>
                </a:lnTo>
                <a:lnTo>
                  <a:pt x="2687003" y="798975"/>
                </a:lnTo>
                <a:lnTo>
                  <a:pt x="2723198" y="903602"/>
                </a:lnTo>
                <a:close/>
                <a:moveTo>
                  <a:pt x="2305050" y="504115"/>
                </a:moveTo>
                <a:lnTo>
                  <a:pt x="2870835" y="504115"/>
                </a:lnTo>
                <a:lnTo>
                  <a:pt x="2834640" y="399487"/>
                </a:lnTo>
                <a:lnTo>
                  <a:pt x="2305050" y="399487"/>
                </a:lnTo>
                <a:lnTo>
                  <a:pt x="2305050" y="504115"/>
                </a:lnTo>
                <a:close/>
                <a:moveTo>
                  <a:pt x="3066098" y="304371"/>
                </a:moveTo>
                <a:lnTo>
                  <a:pt x="3771900" y="304371"/>
                </a:lnTo>
                <a:lnTo>
                  <a:pt x="3771900" y="199744"/>
                </a:lnTo>
                <a:lnTo>
                  <a:pt x="3102293" y="199744"/>
                </a:lnTo>
                <a:lnTo>
                  <a:pt x="3066098" y="304371"/>
                </a:lnTo>
                <a:close/>
                <a:moveTo>
                  <a:pt x="3171825" y="0"/>
                </a:moveTo>
                <a:lnTo>
                  <a:pt x="3135630" y="104628"/>
                </a:lnTo>
                <a:lnTo>
                  <a:pt x="3771900" y="104628"/>
                </a:lnTo>
                <a:lnTo>
                  <a:pt x="3771900" y="0"/>
                </a:lnTo>
                <a:lnTo>
                  <a:pt x="3171825" y="0"/>
                </a:lnTo>
                <a:close/>
                <a:moveTo>
                  <a:pt x="2095500" y="1502833"/>
                </a:moveTo>
                <a:lnTo>
                  <a:pt x="2619375" y="1502833"/>
                </a:lnTo>
                <a:lnTo>
                  <a:pt x="2619375" y="1398206"/>
                </a:lnTo>
                <a:lnTo>
                  <a:pt x="2095500" y="1398206"/>
                </a:lnTo>
                <a:lnTo>
                  <a:pt x="2095500" y="1502833"/>
                </a:lnTo>
                <a:close/>
                <a:moveTo>
                  <a:pt x="2095500" y="1303090"/>
                </a:moveTo>
                <a:lnTo>
                  <a:pt x="2619375" y="1303090"/>
                </a:lnTo>
                <a:lnTo>
                  <a:pt x="2619375" y="1198462"/>
                </a:lnTo>
                <a:lnTo>
                  <a:pt x="2095500" y="1198462"/>
                </a:lnTo>
                <a:lnTo>
                  <a:pt x="2095500" y="1303090"/>
                </a:lnTo>
                <a:close/>
                <a:moveTo>
                  <a:pt x="2305050" y="1103346"/>
                </a:moveTo>
                <a:lnTo>
                  <a:pt x="2619375" y="1103346"/>
                </a:lnTo>
                <a:lnTo>
                  <a:pt x="2619375" y="998718"/>
                </a:lnTo>
                <a:lnTo>
                  <a:pt x="2305050" y="998718"/>
                </a:lnTo>
                <a:lnTo>
                  <a:pt x="2305050" y="1103346"/>
                </a:lnTo>
                <a:close/>
                <a:moveTo>
                  <a:pt x="2305050" y="903602"/>
                </a:moveTo>
                <a:lnTo>
                  <a:pt x="2619375" y="903602"/>
                </a:lnTo>
                <a:lnTo>
                  <a:pt x="2619375" y="798975"/>
                </a:lnTo>
                <a:lnTo>
                  <a:pt x="2305050" y="798975"/>
                </a:lnTo>
                <a:lnTo>
                  <a:pt x="2305050" y="903602"/>
                </a:lnTo>
                <a:close/>
                <a:moveTo>
                  <a:pt x="3562350" y="399487"/>
                </a:moveTo>
                <a:lnTo>
                  <a:pt x="3032760" y="399487"/>
                </a:lnTo>
                <a:lnTo>
                  <a:pt x="2996565" y="504115"/>
                </a:lnTo>
                <a:lnTo>
                  <a:pt x="3562350" y="504115"/>
                </a:lnTo>
                <a:lnTo>
                  <a:pt x="3562350" y="399487"/>
                </a:lnTo>
                <a:close/>
                <a:moveTo>
                  <a:pt x="3248025" y="703859"/>
                </a:moveTo>
                <a:lnTo>
                  <a:pt x="3562350" y="703859"/>
                </a:lnTo>
                <a:lnTo>
                  <a:pt x="3562350" y="599231"/>
                </a:lnTo>
                <a:lnTo>
                  <a:pt x="2963228" y="599231"/>
                </a:lnTo>
                <a:lnTo>
                  <a:pt x="2933700" y="683884"/>
                </a:lnTo>
                <a:lnTo>
                  <a:pt x="2904173" y="599231"/>
                </a:lnTo>
                <a:lnTo>
                  <a:pt x="2305050" y="599231"/>
                </a:lnTo>
                <a:lnTo>
                  <a:pt x="2305050" y="703859"/>
                </a:lnTo>
                <a:lnTo>
                  <a:pt x="2619375" y="703859"/>
                </a:lnTo>
                <a:lnTo>
                  <a:pt x="2619375" y="607791"/>
                </a:lnTo>
                <a:lnTo>
                  <a:pt x="2652713" y="703859"/>
                </a:lnTo>
                <a:lnTo>
                  <a:pt x="3213735" y="703859"/>
                </a:lnTo>
                <a:lnTo>
                  <a:pt x="3247073" y="607791"/>
                </a:lnTo>
                <a:lnTo>
                  <a:pt x="3248025" y="703859"/>
                </a:lnTo>
                <a:close/>
                <a:moveTo>
                  <a:pt x="3562350" y="798975"/>
                </a:moveTo>
                <a:lnTo>
                  <a:pt x="3248025" y="798975"/>
                </a:lnTo>
                <a:lnTo>
                  <a:pt x="3248025" y="903602"/>
                </a:lnTo>
                <a:lnTo>
                  <a:pt x="3562350" y="903602"/>
                </a:lnTo>
                <a:lnTo>
                  <a:pt x="3562350" y="798975"/>
                </a:lnTo>
                <a:close/>
                <a:moveTo>
                  <a:pt x="3248025" y="1103346"/>
                </a:moveTo>
                <a:lnTo>
                  <a:pt x="3562350" y="1103346"/>
                </a:lnTo>
                <a:lnTo>
                  <a:pt x="3562350" y="998718"/>
                </a:lnTo>
                <a:lnTo>
                  <a:pt x="3248025" y="998718"/>
                </a:lnTo>
                <a:lnTo>
                  <a:pt x="3248025" y="1103346"/>
                </a:lnTo>
                <a:close/>
                <a:moveTo>
                  <a:pt x="3248025" y="1303090"/>
                </a:moveTo>
                <a:lnTo>
                  <a:pt x="3771900" y="1303090"/>
                </a:lnTo>
                <a:lnTo>
                  <a:pt x="3771900" y="1198462"/>
                </a:lnTo>
                <a:lnTo>
                  <a:pt x="3248025" y="1198462"/>
                </a:lnTo>
                <a:lnTo>
                  <a:pt x="3248025" y="1303090"/>
                </a:lnTo>
                <a:close/>
                <a:moveTo>
                  <a:pt x="3248025" y="1502833"/>
                </a:moveTo>
                <a:lnTo>
                  <a:pt x="3771900" y="1502833"/>
                </a:lnTo>
                <a:lnTo>
                  <a:pt x="3771900" y="1398206"/>
                </a:lnTo>
                <a:lnTo>
                  <a:pt x="3248025" y="1398206"/>
                </a:lnTo>
                <a:lnTo>
                  <a:pt x="3248025" y="1502833"/>
                </a:lnTo>
                <a:close/>
                <a:moveTo>
                  <a:pt x="2801303" y="304371"/>
                </a:moveTo>
                <a:lnTo>
                  <a:pt x="2765108" y="199744"/>
                </a:lnTo>
                <a:lnTo>
                  <a:pt x="2095500" y="199744"/>
                </a:lnTo>
                <a:lnTo>
                  <a:pt x="2095500" y="304371"/>
                </a:lnTo>
                <a:lnTo>
                  <a:pt x="2801303" y="304371"/>
                </a:lnTo>
                <a:close/>
                <a:moveTo>
                  <a:pt x="2731770" y="104628"/>
                </a:moveTo>
                <a:lnTo>
                  <a:pt x="2695575" y="0"/>
                </a:lnTo>
                <a:lnTo>
                  <a:pt x="2095500" y="0"/>
                </a:lnTo>
                <a:lnTo>
                  <a:pt x="2095500" y="104628"/>
                </a:lnTo>
                <a:lnTo>
                  <a:pt x="2731770" y="104628"/>
                </a:lnTo>
                <a:close/>
                <a:moveTo>
                  <a:pt x="3885248" y="1424838"/>
                </a:moveTo>
                <a:cubicBezTo>
                  <a:pt x="3885248" y="1378231"/>
                  <a:pt x="3920490" y="1342087"/>
                  <a:pt x="3965258" y="1342087"/>
                </a:cubicBezTo>
                <a:cubicBezTo>
                  <a:pt x="4010025" y="1342087"/>
                  <a:pt x="4045268" y="1377280"/>
                  <a:pt x="4045268" y="1424838"/>
                </a:cubicBezTo>
                <a:cubicBezTo>
                  <a:pt x="4045268" y="1471445"/>
                  <a:pt x="4010025" y="1507589"/>
                  <a:pt x="3965258" y="1507589"/>
                </a:cubicBezTo>
                <a:cubicBezTo>
                  <a:pt x="3920490" y="1506638"/>
                  <a:pt x="3885248" y="1471445"/>
                  <a:pt x="3885248" y="1424838"/>
                </a:cubicBezTo>
                <a:close/>
                <a:moveTo>
                  <a:pt x="4026218" y="1429594"/>
                </a:moveTo>
                <a:lnTo>
                  <a:pt x="4026218" y="1419131"/>
                </a:lnTo>
                <a:cubicBezTo>
                  <a:pt x="4026218" y="1385841"/>
                  <a:pt x="3999548" y="1359208"/>
                  <a:pt x="3965258" y="1359208"/>
                </a:cubicBezTo>
                <a:cubicBezTo>
                  <a:pt x="3930015" y="1359208"/>
                  <a:pt x="3904298" y="1385841"/>
                  <a:pt x="3904298" y="1419131"/>
                </a:cubicBezTo>
                <a:lnTo>
                  <a:pt x="3904298" y="1429594"/>
                </a:lnTo>
                <a:cubicBezTo>
                  <a:pt x="3904298" y="1462885"/>
                  <a:pt x="3930968" y="1489517"/>
                  <a:pt x="3965258" y="1489517"/>
                </a:cubicBezTo>
                <a:cubicBezTo>
                  <a:pt x="3999548" y="1489517"/>
                  <a:pt x="4026218" y="1463836"/>
                  <a:pt x="4026218" y="1429594"/>
                </a:cubicBezTo>
                <a:close/>
                <a:moveTo>
                  <a:pt x="3952875" y="1466689"/>
                </a:moveTo>
                <a:lnTo>
                  <a:pt x="3932873" y="1466689"/>
                </a:lnTo>
                <a:lnTo>
                  <a:pt x="3932873" y="1382987"/>
                </a:lnTo>
                <a:lnTo>
                  <a:pt x="3970973" y="1382987"/>
                </a:lnTo>
                <a:cubicBezTo>
                  <a:pt x="3990023" y="1382987"/>
                  <a:pt x="3999548" y="1394401"/>
                  <a:pt x="3999548" y="1409620"/>
                </a:cubicBezTo>
                <a:cubicBezTo>
                  <a:pt x="3999548" y="1422936"/>
                  <a:pt x="3993833" y="1431496"/>
                  <a:pt x="3984308" y="1434350"/>
                </a:cubicBezTo>
                <a:lnTo>
                  <a:pt x="4003358" y="1466689"/>
                </a:lnTo>
                <a:lnTo>
                  <a:pt x="3980498" y="1466689"/>
                </a:lnTo>
                <a:lnTo>
                  <a:pt x="3965258" y="1438155"/>
                </a:lnTo>
                <a:lnTo>
                  <a:pt x="3952875" y="1438155"/>
                </a:lnTo>
                <a:lnTo>
                  <a:pt x="3952875" y="1466689"/>
                </a:lnTo>
                <a:close/>
                <a:moveTo>
                  <a:pt x="3968115" y="1422936"/>
                </a:moveTo>
                <a:cubicBezTo>
                  <a:pt x="3974783" y="1422936"/>
                  <a:pt x="3977640" y="1420082"/>
                  <a:pt x="3977640" y="1414376"/>
                </a:cubicBezTo>
                <a:lnTo>
                  <a:pt x="3977640" y="1408669"/>
                </a:lnTo>
                <a:cubicBezTo>
                  <a:pt x="3977640" y="1402962"/>
                  <a:pt x="3973830" y="1400108"/>
                  <a:pt x="3968115" y="1400108"/>
                </a:cubicBezTo>
                <a:lnTo>
                  <a:pt x="3952875" y="1400108"/>
                </a:lnTo>
                <a:lnTo>
                  <a:pt x="3952875" y="1423887"/>
                </a:lnTo>
                <a:lnTo>
                  <a:pt x="3968115" y="1423887"/>
                </a:lnTo>
                <a:close/>
              </a:path>
            </a:pathLst>
          </a:custGeom>
          <a:solidFill>
            <a:srgbClr val="000000"/>
          </a:solidFill>
          <a:ln w="9525" cap="flat">
            <a:noFill/>
            <a:prstDash val="solid"/>
            <a:miter/>
          </a:ln>
        </p:spPr>
        <p:txBody>
          <a:bodyPr rtlCol="0" anchor="ctr"/>
          <a:lstStyle/>
          <a:p>
            <a:endParaRPr lang="en-US" sz="1800"/>
          </a:p>
        </p:txBody>
      </p:sp>
    </p:spTree>
    <p:extLst>
      <p:ext uri="{BB962C8B-B14F-4D97-AF65-F5344CB8AC3E}">
        <p14:creationId xmlns:p14="http://schemas.microsoft.com/office/powerpoint/2010/main" val="1513052579"/>
      </p:ext>
    </p:extLst>
  </p:cSld>
  <p:clrMapOvr>
    <a:masterClrMapping/>
  </p:clrMapOvr>
  <p:transition spd="med"/>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24387175" cy="12195176"/>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3" y="12577764"/>
            <a:ext cx="1538324"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1" y="12166601"/>
            <a:ext cx="4942455" cy="107429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1"/>
            <a:ext cx="4947412" cy="1077014"/>
          </a:xfrm>
        </p:spPr>
        <p:txBody>
          <a:bodyPr anchor="b"/>
          <a:lstStyle>
            <a:lvl1pPr>
              <a:lnSpc>
                <a:spcPct val="110000"/>
              </a:lnSpc>
              <a:spcBef>
                <a:spcPts val="0"/>
              </a:spcBef>
              <a:defRPr sz="2400">
                <a:solidFill>
                  <a:schemeClr val="tx1"/>
                </a:solidFill>
              </a:defRPr>
            </a:lvl1pPr>
            <a:lvl2pPr marL="255980" indent="-255980">
              <a:lnSpc>
                <a:spcPct val="110000"/>
              </a:lnSpc>
              <a:spcBef>
                <a:spcPts val="0"/>
              </a:spcBef>
              <a:defRPr sz="2400">
                <a:solidFill>
                  <a:schemeClr val="tx1"/>
                </a:solidFill>
              </a:defRPr>
            </a:lvl2pPr>
            <a:lvl3pPr marL="511962" indent="-255980">
              <a:lnSpc>
                <a:spcPct val="110000"/>
              </a:lnSpc>
              <a:spcBef>
                <a:spcPts val="0"/>
              </a:spcBef>
              <a:defRPr sz="2400">
                <a:solidFill>
                  <a:schemeClr val="tx1"/>
                </a:solidFill>
              </a:defRPr>
            </a:lvl3pPr>
            <a:lvl4pPr marL="767942" indent="-255980">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1" y="311151"/>
            <a:ext cx="10101071" cy="7308850"/>
          </a:xfrm>
        </p:spPr>
        <p:txBody>
          <a:bodyPr/>
          <a:lstStyle>
            <a:lvl1pPr>
              <a:lnSpc>
                <a:spcPct val="100000"/>
              </a:lnSpc>
              <a:defRPr sz="8398">
                <a:solidFill>
                  <a:schemeClr val="tx2"/>
                </a:solidFill>
              </a:defRPr>
            </a:lvl1pPr>
          </a:lstStyle>
          <a:p>
            <a:r>
              <a:rPr lang="en-US"/>
              <a:t>Click to edit Master title style</a:t>
            </a:r>
          </a:p>
        </p:txBody>
      </p:sp>
    </p:spTree>
    <p:extLst>
      <p:ext uri="{BB962C8B-B14F-4D97-AF65-F5344CB8AC3E}">
        <p14:creationId xmlns:p14="http://schemas.microsoft.com/office/powerpoint/2010/main" val="1628639375"/>
      </p:ext>
    </p:extLst>
  </p:cSld>
  <p:clrMapOvr>
    <a:masterClrMapping/>
  </p:clrMapOvr>
  <p:transition spd="med"/>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3" y="12577764"/>
            <a:ext cx="1538324"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1" y="311151"/>
            <a:ext cx="10101071" cy="10356850"/>
          </a:xfrm>
        </p:spPr>
        <p:txBody>
          <a:bodyPr/>
          <a:lstStyle>
            <a:lvl1pPr>
              <a:lnSpc>
                <a:spcPct val="100000"/>
              </a:lnSpc>
              <a:defRPr sz="8398">
                <a:solidFill>
                  <a:schemeClr val="tx2"/>
                </a:solidFill>
              </a:defRPr>
            </a:lvl1pPr>
          </a:lstStyle>
          <a:p>
            <a:r>
              <a:rPr lang="en-US"/>
              <a:t>Click to edit Master title style</a:t>
            </a:r>
          </a:p>
        </p:txBody>
      </p:sp>
    </p:spTree>
    <p:extLst>
      <p:ext uri="{BB962C8B-B14F-4D97-AF65-F5344CB8AC3E}">
        <p14:creationId xmlns:p14="http://schemas.microsoft.com/office/powerpoint/2010/main" val="4085611904"/>
      </p:ext>
    </p:extLst>
  </p:cSld>
  <p:clrMapOvr>
    <a:masterClrMapping/>
  </p:clrMapOvr>
  <p:transition spd="med"/>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1" y="12479148"/>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3" y="12577764"/>
            <a:ext cx="1538324"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1" y="311151"/>
            <a:ext cx="10101071" cy="10356850"/>
          </a:xfrm>
        </p:spPr>
        <p:txBody>
          <a:bodyPr/>
          <a:lstStyle>
            <a:lvl1pPr>
              <a:lnSpc>
                <a:spcPct val="100000"/>
              </a:lnSpc>
              <a:defRPr sz="8398">
                <a:solidFill>
                  <a:schemeClr val="tx2"/>
                </a:solidFill>
              </a:defRPr>
            </a:lvl1pPr>
          </a:lstStyle>
          <a:p>
            <a:r>
              <a:rPr lang="en-US"/>
              <a:t>Click to edit Master title style</a:t>
            </a:r>
          </a:p>
        </p:txBody>
      </p:sp>
    </p:spTree>
    <p:extLst>
      <p:ext uri="{BB962C8B-B14F-4D97-AF65-F5344CB8AC3E}">
        <p14:creationId xmlns:p14="http://schemas.microsoft.com/office/powerpoint/2010/main" val="3880036714"/>
      </p:ext>
    </p:extLst>
  </p:cSld>
  <p:clrMapOvr>
    <a:masterClrMapping/>
  </p:clrMapOvr>
  <p:transition spd="med"/>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71500"/>
            <a:ext cx="11043132" cy="12578664"/>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8" y="12577764"/>
            <a:ext cx="1538324"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1" y="311151"/>
            <a:ext cx="10101071" cy="10356850"/>
          </a:xfrm>
        </p:spPr>
        <p:txBody>
          <a:bodyPr/>
          <a:lstStyle>
            <a:lvl1pPr>
              <a:lnSpc>
                <a:spcPct val="100000"/>
              </a:lnSpc>
              <a:defRPr sz="8398">
                <a:solidFill>
                  <a:schemeClr val="tx2"/>
                </a:solidFill>
              </a:defRPr>
            </a:lvl1pPr>
          </a:lstStyle>
          <a:p>
            <a:r>
              <a:rPr lang="en-US"/>
              <a:t>Click to edit Master title style</a:t>
            </a:r>
          </a:p>
        </p:txBody>
      </p:sp>
    </p:spTree>
    <p:extLst>
      <p:ext uri="{BB962C8B-B14F-4D97-AF65-F5344CB8AC3E}">
        <p14:creationId xmlns:p14="http://schemas.microsoft.com/office/powerpoint/2010/main" val="3666988548"/>
      </p:ext>
    </p:extLst>
  </p:cSld>
  <p:clrMapOvr>
    <a:masterClrMapping/>
  </p:clrMapOvr>
  <p:transition spd="med"/>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1"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1" y="1512000"/>
            <a:ext cx="10099675" cy="9147176"/>
          </a:xfrm>
        </p:spPr>
        <p:txBody>
          <a:bodyPr/>
          <a:lstStyle>
            <a:lvl1pPr>
              <a:lnSpc>
                <a:spcPct val="100000"/>
              </a:lnSpc>
              <a:defRPr sz="8398">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8" y="12577764"/>
            <a:ext cx="1538324"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501" y="569915"/>
            <a:ext cx="11043132" cy="125802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775156094"/>
      </p:ext>
    </p:extLst>
  </p:cSld>
  <p:clrMapOvr>
    <a:masterClrMapping/>
  </p:clrMapOvr>
  <p:transition spd="med"/>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2" y="384049"/>
            <a:ext cx="4942077" cy="4210050"/>
          </a:xfrm>
        </p:spPr>
        <p:txBody>
          <a:bodyPr/>
          <a:lstStyle>
            <a:lvl1pPr>
              <a:lnSpc>
                <a:spcPct val="100000"/>
              </a:lnSpc>
              <a:defRPr sz="6798">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4" y="574677"/>
            <a:ext cx="4953001" cy="1161731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4"/>
            <a:ext cx="4941887" cy="11620500"/>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91499521"/>
      </p:ext>
    </p:extLst>
  </p:cSld>
  <p:clrMapOvr>
    <a:masterClrMapping/>
  </p:clrMapOvr>
  <p:transition spd="med"/>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2" y="384049"/>
            <a:ext cx="11036491" cy="2663826"/>
          </a:xfrm>
        </p:spPr>
        <p:txBody>
          <a:bodyPr rIns="457200"/>
          <a:lstStyle>
            <a:lvl1pPr>
              <a:lnSpc>
                <a:spcPct val="100000"/>
              </a:lnSpc>
              <a:defRPr sz="6798">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80917998"/>
      </p:ext>
    </p:extLst>
  </p:cSld>
  <p:clrMapOvr>
    <a:masterClrMapping/>
  </p:clrMapOvr>
  <p:transition spd="med"/>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2" y="309601"/>
            <a:ext cx="17141826" cy="8832850"/>
          </a:xfrm>
        </p:spPr>
        <p:txBody>
          <a:bodyPr/>
          <a:lstStyle>
            <a:lvl1pPr>
              <a:defRPr sz="16796" b="0" i="0">
                <a:solidFill>
                  <a:schemeClr val="tx2"/>
                </a:solidFill>
                <a:latin typeface="IBM Plex Sans ExtLt" panose="020B0303050203000203" pitchFamily="34" charset="0"/>
              </a:defRPr>
            </a:lvl1pPr>
          </a:lstStyle>
          <a:p>
            <a:r>
              <a:rPr lang="en-US"/>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29343206"/>
      </p:ext>
    </p:extLst>
  </p:cSld>
  <p:clrMapOvr>
    <a:masterClrMapping/>
  </p:clrMapOvr>
  <p:transition spd="med"/>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1" y="384049"/>
            <a:ext cx="9909174" cy="4209670"/>
          </a:xfrm>
        </p:spPr>
        <p:txBody>
          <a:bodyPr/>
          <a:lstStyle>
            <a:lvl1pPr>
              <a:lnSpc>
                <a:spcPct val="100000"/>
              </a:lnSpc>
              <a:defRPr sz="6798">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9"/>
            <a:ext cx="11042074" cy="8778494"/>
          </a:xfrm>
        </p:spPr>
        <p:txBody>
          <a:bodyPr/>
          <a:lstStyle>
            <a:lvl1pPr>
              <a:lnSpc>
                <a:spcPct val="100000"/>
              </a:lnSpc>
              <a:spcBef>
                <a:spcPts val="0"/>
              </a:spcBef>
              <a:defRPr sz="6798">
                <a:solidFill>
                  <a:schemeClr val="tx2"/>
                </a:solidFill>
              </a:defRPr>
            </a:lvl1pPr>
            <a:lvl2pPr marL="585098" indent="-585098">
              <a:lnSpc>
                <a:spcPct val="100000"/>
              </a:lnSpc>
              <a:spcBef>
                <a:spcPts val="0"/>
              </a:spcBef>
              <a:defRPr sz="6798">
                <a:solidFill>
                  <a:schemeClr val="tx2"/>
                </a:solidFill>
              </a:defRPr>
            </a:lvl2pPr>
            <a:lvl3pPr marL="1097060" indent="-585098">
              <a:lnSpc>
                <a:spcPct val="100000"/>
              </a:lnSpc>
              <a:spcBef>
                <a:spcPts val="0"/>
              </a:spcBef>
              <a:defRPr sz="6798">
                <a:solidFill>
                  <a:schemeClr val="tx2"/>
                </a:solidFill>
              </a:defRPr>
            </a:lvl3pPr>
            <a:lvl4pPr marL="1755296">
              <a:lnSpc>
                <a:spcPct val="100000"/>
              </a:lnSpc>
              <a:spcBef>
                <a:spcPts val="0"/>
              </a:spcBef>
              <a:defRPr sz="6798">
                <a:solidFill>
                  <a:schemeClr val="tx2"/>
                </a:solidFill>
              </a:defRPr>
            </a:lvl4pPr>
            <a:lvl5pPr>
              <a:lnSpc>
                <a:spcPct val="100000"/>
              </a:lnSpc>
              <a:spcBef>
                <a:spcPts val="0"/>
              </a:spcBef>
              <a:defRPr sz="63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42593668"/>
      </p:ext>
    </p:extLst>
  </p:cSld>
  <p:clrMapOvr>
    <a:masterClrMapping/>
  </p:clrMapOvr>
  <p:transition spd="med"/>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1" y="12816000"/>
            <a:ext cx="4943476"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2" y="309601"/>
            <a:ext cx="14649449" cy="10356266"/>
          </a:xfrm>
        </p:spPr>
        <p:txBody>
          <a:bodyPr/>
          <a:lstStyle>
            <a:lvl1pPr>
              <a:lnSpc>
                <a:spcPct val="100000"/>
              </a:lnSpc>
              <a:defRPr sz="8398"/>
            </a:lvl1pPr>
          </a:lstStyle>
          <a:p>
            <a:pPr lvl="0"/>
            <a:r>
              <a:rPr lang="en-US"/>
              <a:t>Click to edit Master text styles</a:t>
            </a:r>
          </a:p>
        </p:txBody>
      </p:sp>
    </p:spTree>
    <p:extLst>
      <p:ext uri="{BB962C8B-B14F-4D97-AF65-F5344CB8AC3E}">
        <p14:creationId xmlns:p14="http://schemas.microsoft.com/office/powerpoint/2010/main" val="992233676"/>
      </p:ext>
    </p:extLst>
  </p:cSld>
  <p:clrMapOvr>
    <a:masterClrMapping/>
  </p:clrMapOvr>
  <p:transition spd="med"/>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2" y="576072"/>
            <a:ext cx="7623174" cy="7043928"/>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3"/>
            <a:ext cx="11050589" cy="3353066"/>
          </a:xfrm>
        </p:spPr>
        <p:txBody>
          <a:bodyPr anchor="b"/>
          <a:lstStyle>
            <a:lvl1pPr>
              <a:lnSpc>
                <a:spcPct val="90000"/>
              </a:lnSpc>
              <a:spcBef>
                <a:spcPts val="0"/>
              </a:spcBef>
              <a:defRPr sz="25194"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8"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1" y="9628223"/>
            <a:ext cx="11049000" cy="3354294"/>
          </a:xfrm>
        </p:spPr>
        <p:txBody>
          <a:bodyPr anchor="b"/>
          <a:lstStyle>
            <a:lvl1pPr>
              <a:lnSpc>
                <a:spcPct val="90000"/>
              </a:lnSpc>
              <a:spcBef>
                <a:spcPts val="0"/>
              </a:spcBef>
              <a:defRPr sz="25194"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52427127"/>
      </p:ext>
    </p:extLst>
  </p:cSld>
  <p:clrMapOvr>
    <a:masterClrMapping/>
  </p:clrMapOvr>
  <p:transition spd="med"/>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198">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6"/>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4" cy="1906588"/>
          </a:xfrm>
        </p:spPr>
        <p:txBody>
          <a:bodyPr/>
          <a:lstStyle>
            <a:lvl1pPr>
              <a:lnSpc>
                <a:spcPct val="90000"/>
              </a:lnSpc>
              <a:defRPr sz="13198">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1"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385201"/>
            <a:ext cx="4949824" cy="1903414"/>
          </a:xfrm>
        </p:spPr>
        <p:txBody>
          <a:bodyPr/>
          <a:lstStyle>
            <a:lvl1pPr>
              <a:lnSpc>
                <a:spcPct val="90000"/>
              </a:lnSpc>
              <a:defRPr sz="13198">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9" y="2333066"/>
            <a:ext cx="4953001"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6"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56366348"/>
      </p:ext>
    </p:extLst>
  </p:cSld>
  <p:clrMapOvr>
    <a:masterClrMapping/>
  </p:clrMapOvr>
  <p:transition spd="med"/>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594476"/>
            <a:ext cx="11045952" cy="5340096"/>
          </a:xfrm>
        </p:spPr>
        <p:txBody>
          <a:bodyPr/>
          <a:lstStyle>
            <a:lvl1pPr>
              <a:lnSpc>
                <a:spcPct val="100000"/>
              </a:lnSpc>
              <a:spcBef>
                <a:spcPts val="0"/>
              </a:spcBef>
              <a:defRPr sz="8398">
                <a:solidFill>
                  <a:schemeClr val="tx1"/>
                </a:solidFill>
              </a:defRPr>
            </a:lvl1pPr>
            <a:lvl2pPr marL="786226" indent="-786226">
              <a:lnSpc>
                <a:spcPct val="100000"/>
              </a:lnSpc>
              <a:spcBef>
                <a:spcPts val="0"/>
              </a:spcBef>
              <a:defRPr sz="8398">
                <a:solidFill>
                  <a:schemeClr val="tx1"/>
                </a:solidFill>
              </a:defRPr>
            </a:lvl2pPr>
            <a:lvl3pPr marL="1499316" indent="-786226">
              <a:lnSpc>
                <a:spcPct val="100000"/>
              </a:lnSpc>
              <a:spcBef>
                <a:spcPts val="0"/>
              </a:spcBef>
              <a:defRPr sz="8398">
                <a:solidFill>
                  <a:schemeClr val="tx1"/>
                </a:solidFill>
              </a:defRPr>
            </a:lvl3pPr>
            <a:lvl4pPr marL="2285542" indent="-786226">
              <a:lnSpc>
                <a:spcPct val="100000"/>
              </a:lnSpc>
              <a:spcBef>
                <a:spcPts val="0"/>
              </a:spcBef>
              <a:defRPr sz="83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1" y="309601"/>
            <a:ext cx="4949824" cy="5335586"/>
          </a:xfrm>
        </p:spPr>
        <p:txBody>
          <a:bodyPr/>
          <a:lstStyle>
            <a:lvl1pPr>
              <a:lnSpc>
                <a:spcPct val="100000"/>
              </a:lnSpc>
              <a:defRPr sz="8398">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309600"/>
            <a:ext cx="11049000" cy="5335588"/>
          </a:xfrm>
        </p:spPr>
        <p:txBody>
          <a:bodyPr/>
          <a:lstStyle>
            <a:lvl1pPr>
              <a:lnSpc>
                <a:spcPct val="100000"/>
              </a:lnSpc>
              <a:spcBef>
                <a:spcPts val="0"/>
              </a:spcBef>
              <a:defRPr sz="8398">
                <a:solidFill>
                  <a:schemeClr val="tx1"/>
                </a:solidFill>
              </a:defRPr>
            </a:lvl1pPr>
            <a:lvl2pPr marL="786226" indent="-786226">
              <a:lnSpc>
                <a:spcPct val="100000"/>
              </a:lnSpc>
              <a:spcBef>
                <a:spcPts val="0"/>
              </a:spcBef>
              <a:defRPr sz="8398">
                <a:solidFill>
                  <a:schemeClr val="tx1"/>
                </a:solidFill>
              </a:defRPr>
            </a:lvl2pPr>
            <a:lvl3pPr marL="1499316" indent="-786226">
              <a:lnSpc>
                <a:spcPct val="100000"/>
              </a:lnSpc>
              <a:spcBef>
                <a:spcPts val="0"/>
              </a:spcBef>
              <a:defRPr sz="8398">
                <a:solidFill>
                  <a:schemeClr val="tx1"/>
                </a:solidFill>
              </a:defRPr>
            </a:lvl3pPr>
            <a:lvl4pPr marL="2285542" indent="-786226">
              <a:lnSpc>
                <a:spcPct val="100000"/>
              </a:lnSpc>
              <a:spcBef>
                <a:spcPts val="0"/>
              </a:spcBef>
              <a:defRPr sz="83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5999" y="6594476"/>
            <a:ext cx="4946904" cy="5340096"/>
          </a:xfrm>
        </p:spPr>
        <p:txBody>
          <a:bodyPr/>
          <a:lstStyle>
            <a:lvl1pPr>
              <a:lnSpc>
                <a:spcPct val="100000"/>
              </a:lnSpc>
              <a:defRPr sz="83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9524106"/>
      </p:ext>
    </p:extLst>
  </p:cSld>
  <p:clrMapOvr>
    <a:masterClrMapping/>
  </p:clrMapOvr>
  <p:transition spd="med"/>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8"/>
          </a:xfrm>
        </p:spPr>
        <p:txBody>
          <a:bodyPr/>
          <a:lstStyle>
            <a:lvl1pPr>
              <a:lnSpc>
                <a:spcPct val="90000"/>
              </a:lnSpc>
              <a:defRPr sz="13198">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8"/>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6"/>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3"/>
            <a:ext cx="4951413" cy="2857506"/>
          </a:xfrm>
        </p:spPr>
        <p:txBody>
          <a:bodyPr/>
          <a:lstStyle>
            <a:lvl1pPr>
              <a:lnSpc>
                <a:spcPct val="90000"/>
              </a:lnSpc>
              <a:defRPr sz="13198">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7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6"/>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9526647"/>
            <a:ext cx="4951411" cy="2668530"/>
          </a:xfrm>
        </p:spPr>
        <p:txBody>
          <a:bodyPr/>
          <a:lstStyle>
            <a:lvl1pPr>
              <a:lnSpc>
                <a:spcPct val="90000"/>
              </a:lnSpc>
              <a:defRPr sz="13198">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11"/>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50464913"/>
      </p:ext>
    </p:extLst>
  </p:cSld>
  <p:clrMapOvr>
    <a:masterClrMapping/>
  </p:clrMapOvr>
  <p:transition spd="med"/>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2" y="576072"/>
            <a:ext cx="4942077" cy="1525588"/>
          </a:xfrm>
        </p:spPr>
        <p:txBody>
          <a:bodyPr/>
          <a:lstStyle>
            <a:lvl1pPr>
              <a:lnSpc>
                <a:spcPct val="110000"/>
              </a:lnSpc>
              <a:defRPr sz="2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2" y="3048001"/>
            <a:ext cx="4956175"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6" y="3048001"/>
            <a:ext cx="4951413"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1"/>
            <a:ext cx="4953001"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6" y="3048001"/>
            <a:ext cx="4959350"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82479021"/>
      </p:ext>
    </p:extLst>
  </p:cSld>
  <p:clrMapOvr>
    <a:masterClrMapping/>
  </p:clrMapOvr>
  <p:transition spd="med"/>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6" y="576072"/>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6"/>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3" y="3044827"/>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1" y="3044827"/>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3" y="3048001"/>
            <a:ext cx="4956175"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6" y="3048001"/>
            <a:ext cx="4951413"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8001"/>
            <a:ext cx="4953001"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6" y="3048001"/>
            <a:ext cx="4959350"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4798468"/>
      </p:ext>
    </p:extLst>
  </p:cSld>
  <p:clrMapOvr>
    <a:masterClrMapping/>
  </p:clrMapOvr>
  <p:transition spd="med"/>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576073"/>
            <a:ext cx="4949824" cy="2468754"/>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3"/>
            <a:ext cx="4956175" cy="184303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2"/>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1" cy="184303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1" cy="91567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2"/>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3"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1" y="570102"/>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499" y="576073"/>
            <a:ext cx="4959350" cy="184303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499"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74961212"/>
      </p:ext>
    </p:extLst>
  </p:cSld>
  <p:clrMapOvr>
    <a:masterClrMapping/>
  </p:clrMapOvr>
  <p:transition spd="med"/>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3" y="576072"/>
            <a:ext cx="4949824" cy="2097088"/>
          </a:xfrm>
        </p:spPr>
        <p:txBody>
          <a:bodyPr/>
          <a:lstStyle>
            <a:lvl1pPr>
              <a:lnSpc>
                <a:spcPct val="110000"/>
              </a:lnSpc>
              <a:defRPr sz="2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2" y="3048001"/>
            <a:ext cx="4942077"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1"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6" y="3048001"/>
            <a:ext cx="4951413" cy="9153526"/>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1"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8000"/>
            <a:ext cx="4942119" cy="9153524"/>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1"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9" y="3048001"/>
            <a:ext cx="4941885" cy="9153526"/>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4"/>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1" y="570102"/>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62956248"/>
      </p:ext>
    </p:extLst>
  </p:cSld>
  <p:clrMapOvr>
    <a:masterClrMapping/>
  </p:clrMapOvr>
  <p:transition spd="med"/>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2" y="384049"/>
            <a:ext cx="4942077" cy="3117978"/>
          </a:xfrm>
        </p:spPr>
        <p:txBody>
          <a:bodyPr/>
          <a:lstStyle>
            <a:lvl1pPr>
              <a:lnSpc>
                <a:spcPct val="100000"/>
              </a:lnSpc>
              <a:defRPr sz="6798">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9"/>
            <a:ext cx="4951415" cy="2201270"/>
          </a:xfrm>
        </p:spPr>
        <p:txBody>
          <a:bodyPr/>
          <a:lstStyle>
            <a:lvl1pPr>
              <a:lnSpc>
                <a:spcPct val="100000"/>
              </a:lnSpc>
              <a:spcBef>
                <a:spcPts val="0"/>
              </a:spcBef>
              <a:defRPr sz="67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4" y="3048001"/>
            <a:ext cx="4951413" cy="9153526"/>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8001"/>
            <a:ext cx="10096500" cy="9153526"/>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59193154"/>
      </p:ext>
    </p:extLst>
  </p:cSld>
  <p:clrMapOvr>
    <a:masterClrMapping/>
  </p:clrMapOvr>
  <p:transition spd="med"/>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1" y="576072"/>
            <a:ext cx="7424927" cy="1906588"/>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1" y="3048000"/>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1" y="3048001"/>
            <a:ext cx="10096500" cy="915352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47437978"/>
      </p:ext>
    </p:extLst>
  </p:cSld>
  <p:clrMapOvr>
    <a:masterClrMapping/>
  </p:clrMapOvr>
  <p:transition spd="med"/>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2" y="384049"/>
            <a:ext cx="11036491" cy="4210178"/>
          </a:xfrm>
        </p:spPr>
        <p:txBody>
          <a:bodyPr rIns="457200"/>
          <a:lstStyle>
            <a:lvl1pPr>
              <a:lnSpc>
                <a:spcPct val="100000"/>
              </a:lnSpc>
              <a:defRPr sz="6798">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6" y="576070"/>
            <a:ext cx="4949824" cy="1161910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6" y="576070"/>
            <a:ext cx="4941887" cy="1161910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96540661"/>
      </p:ext>
    </p:extLst>
  </p:cSld>
  <p:clrMapOvr>
    <a:masterClrMapping/>
  </p:clrMapOvr>
  <p:transition spd="med"/>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2" y="576072"/>
            <a:ext cx="4942077" cy="3995928"/>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1" cy="116220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6" y="576000"/>
            <a:ext cx="4941887" cy="116220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25349715"/>
      </p:ext>
    </p:extLst>
  </p:cSld>
  <p:clrMapOvr>
    <a:masterClrMapping/>
  </p:clrMapOvr>
  <p:transition spd="med"/>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2" y="384048"/>
            <a:ext cx="11039475" cy="4210176"/>
          </a:xfrm>
        </p:spPr>
        <p:txBody>
          <a:bodyPr rIns="457200"/>
          <a:lstStyle>
            <a:lvl1pPr>
              <a:lnSpc>
                <a:spcPct val="100000"/>
              </a:lnSpc>
              <a:defRPr sz="6798">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3"/>
            <a:ext cx="4953001"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8001"/>
            <a:ext cx="4953001" cy="915352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3"/>
            <a:ext cx="4959350"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048000"/>
            <a:ext cx="4953001"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3090311"/>
      </p:ext>
    </p:extLst>
  </p:cSld>
  <p:clrMapOvr>
    <a:masterClrMapping/>
  </p:clrMapOvr>
  <p:transition spd="med"/>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8"/>
          </a:xfrm>
        </p:spPr>
        <p:txBody>
          <a:bodyPr rIns="0"/>
          <a:lstStyle>
            <a:lvl1pPr>
              <a:lnSpc>
                <a:spcPct val="110000"/>
              </a:lnSpc>
              <a:defRPr sz="28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3"/>
            <a:ext cx="4953001"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8001"/>
            <a:ext cx="4953001" cy="915352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7" y="576073"/>
            <a:ext cx="4942077" cy="1877762"/>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048001"/>
            <a:ext cx="4953001" cy="9153526"/>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16628349"/>
      </p:ext>
    </p:extLst>
  </p:cSld>
  <p:clrMapOvr>
    <a:masterClrMapping/>
  </p:clrMapOvr>
  <p:transition spd="med"/>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384049"/>
            <a:ext cx="4949824" cy="4210178"/>
          </a:xfrm>
        </p:spPr>
        <p:txBody>
          <a:bodyPr/>
          <a:lstStyle>
            <a:lvl1pPr>
              <a:lnSpc>
                <a:spcPct val="100000"/>
              </a:lnSpc>
              <a:defRPr sz="6798">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8"/>
            <a:ext cx="4956175" cy="3110584"/>
          </a:xfrm>
        </p:spPr>
        <p:txBody>
          <a:bodyPr/>
          <a:lstStyle>
            <a:lvl1pPr>
              <a:lnSpc>
                <a:spcPct val="100000"/>
              </a:lnSpc>
              <a:spcBef>
                <a:spcPts val="0"/>
              </a:spcBef>
              <a:defRPr sz="67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6"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1" y="576073"/>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1"/>
            <a:ext cx="4953001"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5"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048001"/>
            <a:ext cx="4959350" cy="9153526"/>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5" y="12823286"/>
            <a:ext cx="4956175" cy="381000"/>
          </a:xfrm>
        </p:spPr>
        <p:txBody>
          <a:bodyPr/>
          <a:lstStyle/>
          <a:p>
            <a:r>
              <a:rPr lang="en-US"/>
              <a:t>IBM Consulting for Nestlé | IBM confidential</a:t>
            </a:r>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1"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43397209"/>
      </p:ext>
    </p:extLst>
  </p:cSld>
  <p:clrMapOvr>
    <a:masterClrMapping/>
  </p:clrMapOvr>
  <p:transition spd="med"/>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4" y="2478024"/>
            <a:ext cx="6670674"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1"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1" y="2476500"/>
            <a:ext cx="6675119"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4" y="6096000"/>
            <a:ext cx="23236427"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2"/>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1" y="8385048"/>
            <a:ext cx="6670676"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1"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1" y="8382000"/>
            <a:ext cx="6675119" cy="3048000"/>
          </a:xfrm>
        </p:spPr>
        <p:txBody>
          <a:bodyPr/>
          <a:lstStyle>
            <a:lvl1pPr>
              <a:lnSpc>
                <a:spcPct val="100000"/>
              </a:lnSpc>
              <a:spcBef>
                <a:spcPts val="0"/>
              </a:spcBef>
              <a:defRPr sz="4200">
                <a:solidFill>
                  <a:schemeClr val="tx1"/>
                </a:solidFill>
              </a:defRPr>
            </a:lvl1pPr>
            <a:lvl2pPr marL="402256" indent="-402256">
              <a:lnSpc>
                <a:spcPct val="100000"/>
              </a:lnSpc>
              <a:spcBef>
                <a:spcPts val="0"/>
              </a:spcBef>
              <a:defRPr sz="4200">
                <a:solidFill>
                  <a:schemeClr val="tx1"/>
                </a:solidFill>
              </a:defRPr>
            </a:lvl2pPr>
            <a:lvl3pPr marL="804512" indent="-402256">
              <a:lnSpc>
                <a:spcPct val="100000"/>
              </a:lnSpc>
              <a:spcBef>
                <a:spcPts val="0"/>
              </a:spcBef>
              <a:defRPr sz="4200">
                <a:solidFill>
                  <a:schemeClr val="tx1"/>
                </a:solidFill>
              </a:defRPr>
            </a:lvl3pPr>
            <a:lvl4pPr marL="1115344" indent="-40225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2" y="12816000"/>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81243228"/>
      </p:ext>
    </p:extLst>
  </p:cSld>
  <p:clrMapOvr>
    <a:masterClrMapping/>
  </p:clrMapOvr>
  <p:transition spd="med"/>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2" y="576073"/>
            <a:ext cx="4961128" cy="462154"/>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5999" y="1524000"/>
            <a:ext cx="4948428" cy="3048000"/>
          </a:xfrm>
        </p:spPr>
        <p:txBody>
          <a:bodyPr/>
          <a:lstStyle>
            <a:lvl1pPr>
              <a:lnSpc>
                <a:spcPct val="110000"/>
              </a:lnSpc>
              <a:defRPr sz="36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6" y="576072"/>
            <a:ext cx="495935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4"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31272189"/>
      </p:ext>
    </p:extLst>
  </p:cSld>
  <p:clrMapOvr>
    <a:masterClrMapping/>
  </p:clrMapOvr>
  <p:transition spd="med"/>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2" y="576073"/>
            <a:ext cx="4961128" cy="462154"/>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6" y="576072"/>
            <a:ext cx="495935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4" y="6670676"/>
            <a:ext cx="4953001"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2" y="1523872"/>
            <a:ext cx="11044240" cy="4572128"/>
          </a:xfrm>
        </p:spPr>
        <p:txBody>
          <a:bodyPr rIns="457200"/>
          <a:lstStyle>
            <a:lvl1pPr>
              <a:lnSpc>
                <a:spcPct val="110000"/>
              </a:lnSpc>
              <a:defRPr sz="6798">
                <a:solidFill>
                  <a:schemeClr val="tx2"/>
                </a:solidFill>
              </a:defRPr>
            </a:lvl1pPr>
          </a:lstStyle>
          <a:p>
            <a:r>
              <a:rPr lang="en-US"/>
              <a:t>Click to edit Master title style</a:t>
            </a:r>
          </a:p>
        </p:txBody>
      </p:sp>
    </p:spTree>
    <p:extLst>
      <p:ext uri="{BB962C8B-B14F-4D97-AF65-F5344CB8AC3E}">
        <p14:creationId xmlns:p14="http://schemas.microsoft.com/office/powerpoint/2010/main" val="382263137"/>
      </p:ext>
    </p:extLst>
  </p:cSld>
  <p:clrMapOvr>
    <a:masterClrMapping/>
  </p:clrMapOvr>
  <p:transition spd="med"/>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2" y="576072"/>
            <a:ext cx="4942077"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224867277"/>
      </p:ext>
    </p:extLst>
  </p:cSld>
  <p:clrMapOvr>
    <a:masterClrMapping/>
  </p:clrMapOvr>
  <p:transition spd="med"/>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9"/>
            <a:ext cx="11036995" cy="4210178"/>
          </a:xfrm>
        </p:spPr>
        <p:txBody>
          <a:bodyPr rIns="457200"/>
          <a:lstStyle>
            <a:lvl1pPr>
              <a:lnSpc>
                <a:spcPct val="100000"/>
              </a:lnSpc>
              <a:defRPr sz="6798">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5" y="12823286"/>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42610822"/>
      </p:ext>
    </p:extLst>
  </p:cSld>
  <p:clrMapOvr>
    <a:masterClrMapping/>
  </p:clrMapOvr>
  <p:transition spd="med"/>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1" y="576072"/>
            <a:ext cx="4949824" cy="3995928"/>
          </a:xfrm>
        </p:spPr>
        <p:txBody>
          <a:bodyPr/>
          <a:lstStyle>
            <a:lvl1pPr>
              <a:lnSpc>
                <a:spcPct val="110000"/>
              </a:lnSpc>
              <a:defRPr sz="28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7" y="576070"/>
            <a:ext cx="4956047"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1" y="576070"/>
            <a:ext cx="4956047"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0"/>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5" y="12823286"/>
            <a:ext cx="4956175"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7" y="6673850"/>
            <a:ext cx="4956047" cy="495604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1" y="6673850"/>
            <a:ext cx="4956047" cy="495604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10003612"/>
      </p:ext>
    </p:extLst>
  </p:cSld>
  <p:clrMapOvr>
    <a:masterClrMapping/>
  </p:clrMapOvr>
  <p:transition spd="med"/>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1" y="576072"/>
            <a:ext cx="4949824" cy="3995928"/>
          </a:xfrm>
        </p:spPr>
        <p:txBody>
          <a:bodyPr/>
          <a:lstStyle>
            <a:lvl1pPr>
              <a:lnSpc>
                <a:spcPct val="110000"/>
              </a:lnSpc>
              <a:defRPr sz="2800">
                <a:solidFill>
                  <a:schemeClr val="tx2"/>
                </a:solidFill>
              </a:defRPr>
            </a:lvl1pPr>
          </a:lstStyle>
          <a:p>
            <a:r>
              <a:rPr lang="en-US"/>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3"/>
            <a:ext cx="402336" cy="403226"/>
          </a:xfrm>
        </p:spPr>
        <p:txBody>
          <a:bodyPr/>
          <a:lstStyle>
            <a:lvl1pPr>
              <a:defRPr sz="14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1" y="1524001"/>
            <a:ext cx="4956047" cy="399910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3"/>
            <a:ext cx="402336" cy="403226"/>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1"/>
            <a:ext cx="4953001" cy="399910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3"/>
            <a:ext cx="402336" cy="403226"/>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8"/>
            <a:ext cx="4946904" cy="39991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1" y="7623594"/>
            <a:ext cx="4956047" cy="3998296"/>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6"/>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1" y="7623594"/>
            <a:ext cx="4956047" cy="399829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8"/>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2" y="12816000"/>
            <a:ext cx="4956175" cy="381000"/>
          </a:xfrm>
        </p:spPr>
        <p:txBody>
          <a:bodyPr/>
          <a:lstStyle/>
          <a:p>
            <a:r>
              <a:rPr lang="en-US"/>
              <a:t>IBM Consulting for Nestlé | IBM confidential</a:t>
            </a:r>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2"/>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1" y="570102"/>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4670025"/>
      </p:ext>
    </p:extLst>
  </p:cSld>
  <p:clrMapOvr>
    <a:masterClrMapping/>
  </p:clrMapOvr>
  <p:transition spd="med"/>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2" y="384049"/>
            <a:ext cx="11039475" cy="3413126"/>
          </a:xfrm>
        </p:spPr>
        <p:txBody>
          <a:bodyPr rIns="457200"/>
          <a:lstStyle>
            <a:lvl1pPr>
              <a:lnSpc>
                <a:spcPct val="100000"/>
              </a:lnSpc>
              <a:defRPr sz="6798">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1" y="573139"/>
            <a:ext cx="0" cy="116220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4" y="6096000"/>
            <a:ext cx="2322849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2" y="12816000"/>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81641008"/>
      </p:ext>
    </p:extLst>
  </p:cSld>
  <p:clrMapOvr>
    <a:masterClrMapping/>
  </p:clrMapOvr>
  <p:transition spd="med"/>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1" y="576073"/>
            <a:ext cx="4949824" cy="3413126"/>
          </a:xfrm>
        </p:spPr>
        <p:txBody>
          <a:bodyPr rIns="0"/>
          <a:lstStyle>
            <a:lvl1pPr>
              <a:lnSpc>
                <a:spcPct val="110000"/>
              </a:lnSpc>
              <a:defRPr sz="36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1" y="573139"/>
            <a:ext cx="0" cy="116220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4" y="6096000"/>
            <a:ext cx="2322849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2"/>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46929449"/>
      </p:ext>
    </p:extLst>
  </p:cSld>
  <p:clrMapOvr>
    <a:masterClrMapping/>
  </p:clrMapOvr>
  <p:transition spd="med"/>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5999" y="3041651"/>
            <a:ext cx="4946904"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6" y="3041651"/>
            <a:ext cx="4951413"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5"/>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927354569"/>
      </p:ext>
    </p:extLst>
  </p:cSld>
  <p:clrMapOvr>
    <a:masterClrMapping/>
  </p:clrMapOvr>
  <p:transition spd="med"/>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11041253" cy="701860"/>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5"/>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399835420"/>
      </p:ext>
    </p:extLst>
  </p:cSld>
  <p:clrMapOvr>
    <a:masterClrMapping/>
  </p:clrMapOvr>
  <p:transition spd="med"/>
</p:sldLayout>
</file>

<file path=ppt/slideLayouts/slideLayout422.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2" y="3041651"/>
            <a:ext cx="4956175"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66904272"/>
      </p:ext>
    </p:extLst>
  </p:cSld>
  <p:clrMapOvr>
    <a:masterClrMapping/>
  </p:clrMapOvr>
  <p:transition spd="med"/>
</p:sldLayout>
</file>

<file path=ppt/slideLayouts/slideLayout423.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2" y="3041651"/>
            <a:ext cx="4956175" cy="9153526"/>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1"/>
            <a:ext cx="17137063" cy="12579350"/>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692698039"/>
      </p:ext>
    </p:extLst>
  </p:cSld>
  <p:clrMapOvr>
    <a:masterClrMapping/>
  </p:clrMapOvr>
  <p:transition spd="med"/>
</p:sldLayout>
</file>

<file path=ppt/slideLayouts/slideLayout424.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89153335"/>
      </p:ext>
    </p:extLst>
  </p:cSld>
  <p:clrMapOvr>
    <a:masterClrMapping/>
  </p:clrMapOvr>
  <p:transition spd="med"/>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1"/>
            <a:ext cx="23226714" cy="125793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924727243"/>
      </p:ext>
    </p:extLst>
  </p:cSld>
  <p:clrMapOvr>
    <a:masterClrMapping/>
  </p:clrMapOvr>
  <p:transition spd="med"/>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4"/>
            <a:ext cx="2462403" cy="247650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3"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6"/>
            <a:ext cx="2462403"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4"/>
            <a:ext cx="2459736"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6"/>
            <a:ext cx="2459736"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3044824"/>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096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140826"/>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3044824"/>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096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140826"/>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47016653"/>
      </p:ext>
    </p:extLst>
  </p:cSld>
  <p:clrMapOvr>
    <a:masterClrMapping/>
  </p:clrMapOvr>
  <p:transition spd="med"/>
</p:sldLayout>
</file>

<file path=ppt/slideLayouts/slideLayout427.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4"/>
            <a:ext cx="4949824" cy="3995928"/>
          </a:xfrm>
        </p:spPr>
        <p:txBody>
          <a:bodyPr/>
          <a:lstStyle>
            <a:lvl1pPr>
              <a:lnSpc>
                <a:spcPct val="110000"/>
              </a:lnSpc>
              <a:defRPr sz="28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6"/>
          </a:xfrm>
        </p:spPr>
        <p:txBody>
          <a:bodyPr anchor="ctr"/>
          <a:lstStyle>
            <a:lvl1pPr algn="ctr">
              <a:defRPr>
                <a:solidFill>
                  <a:schemeClr val="tx1"/>
                </a:solidFill>
              </a:defRPr>
            </a:lvl1pPr>
          </a:lstStyle>
          <a:p>
            <a:r>
              <a:rPr lang="en-US"/>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14366206"/>
      </p:ext>
    </p:extLst>
  </p:cSld>
  <p:clrMapOvr>
    <a:masterClrMapping/>
  </p:clrMapOvr>
  <p:transition spd="med"/>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3"/>
            <a:ext cx="4949824" cy="1527050"/>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9"/>
            <a:ext cx="5524499"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1" y="3044827"/>
            <a:ext cx="4943476"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3883016512"/>
      </p:ext>
    </p:extLst>
  </p:cSld>
  <p:clrMapOvr>
    <a:masterClrMapping/>
  </p:clrMapOvr>
  <p:transition spd="med"/>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2" y="384048"/>
            <a:ext cx="4956175" cy="2859088"/>
          </a:xfrm>
        </p:spPr>
        <p:txBody>
          <a:bodyPr/>
          <a:lstStyle>
            <a:lvl1pPr>
              <a:lnSpc>
                <a:spcPct val="100000"/>
              </a:lnSpc>
              <a:spcBef>
                <a:spcPts val="0"/>
              </a:spcBef>
              <a:defRPr sz="67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4" y="576001"/>
            <a:ext cx="4953001"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99604912"/>
      </p:ext>
    </p:extLst>
  </p:cSld>
  <p:clrMapOvr>
    <a:masterClrMapping/>
  </p:clrMapOvr>
  <p:transition spd="med"/>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2" y="384048"/>
            <a:ext cx="4956175" cy="2859088"/>
          </a:xfrm>
        </p:spPr>
        <p:txBody>
          <a:bodyPr/>
          <a:lstStyle>
            <a:lvl1pPr>
              <a:lnSpc>
                <a:spcPct val="100000"/>
              </a:lnSpc>
              <a:spcBef>
                <a:spcPts val="0"/>
              </a:spcBef>
              <a:defRPr sz="67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1"/>
            <a:ext cx="4953001"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76001"/>
            <a:ext cx="4953001"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2" y="12816000"/>
            <a:ext cx="4956175" cy="381000"/>
          </a:xfrm>
        </p:spPr>
        <p:txBody>
          <a:bodyPr/>
          <a:lstStyle/>
          <a:p>
            <a:r>
              <a:rPr lang="en-US"/>
              <a:t>IBM Consulting for Nestlé | IBM confidential</a:t>
            </a:r>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84966644"/>
      </p:ext>
    </p:extLst>
  </p:cSld>
  <p:clrMapOvr>
    <a:masterClrMapping/>
  </p:clrMapOvr>
  <p:transition spd="med"/>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2" y="818966"/>
            <a:ext cx="23236499" cy="701860"/>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2" y="261857"/>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3138819168"/>
      </p:ext>
    </p:extLst>
  </p:cSld>
  <p:clrMapOvr>
    <a:masterClrMapping/>
  </p:clrMapOvr>
  <p:transition spd="med"/>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userDrawn="1">
  <p:cSld name="Blank slide + bg">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04C368F-0A2B-62F6-52C1-86D0B77A0063}"/>
              </a:ext>
            </a:extLst>
          </p:cNvPr>
          <p:cNvSpPr/>
          <p:nvPr userDrawn="1"/>
        </p:nvSpPr>
        <p:spPr bwMode="auto">
          <a:xfrm>
            <a:off x="1" y="0"/>
            <a:ext cx="6096000" cy="1371600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5999" y="818967"/>
            <a:ext cx="4948500" cy="1446678"/>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1" y="261857"/>
            <a:ext cx="4948500" cy="318998"/>
          </a:xfrm>
        </p:spPr>
        <p:txBody>
          <a:bodyPr wrap="square">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3362965678"/>
      </p:ext>
    </p:extLst>
  </p:cSld>
  <p:clrMapOvr>
    <a:masterClrMapping/>
  </p:clrMapOvr>
  <p:transition spd="med"/>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05059816"/>
      </p:ext>
    </p:extLst>
  </p:cSld>
  <p:clrMapOvr>
    <a:masterClrMapping/>
  </p:clrMapOvr>
  <p:transition spd="med"/>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3"/>
            <a:ext cx="4949824" cy="2468754"/>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77958669"/>
      </p:ext>
    </p:extLst>
  </p:cSld>
  <p:clrMapOvr>
    <a:masterClrMapping/>
  </p:clrMapOvr>
  <p:transition spd="med"/>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rgbClr val="D0E2FF"/>
        </a:solidFill>
        <a:effectLst/>
      </p:bgPr>
    </p:bg>
    <p:spTree>
      <p:nvGrpSpPr>
        <p:cNvPr id="1" name=""/>
        <p:cNvGrpSpPr/>
        <p:nvPr/>
      </p:nvGrpSpPr>
      <p:grpSpPr>
        <a:xfrm>
          <a:off x="0" y="0"/>
          <a:ext cx="0" cy="0"/>
          <a:chOff x="0" y="0"/>
          <a:chExt cx="0" cy="0"/>
        </a:xfrm>
      </p:grpSpPr>
      <p:sp>
        <p:nvSpPr>
          <p:cNvPr id="3" name="Graphic 9">
            <a:extLst>
              <a:ext uri="{FF2B5EF4-FFF2-40B4-BE49-F238E27FC236}">
                <a16:creationId xmlns:a16="http://schemas.microsoft.com/office/drawing/2014/main" id="{4CB75BA2-7C12-D311-A0E7-41835D163FFE}"/>
              </a:ext>
            </a:extLst>
          </p:cNvPr>
          <p:cNvSpPr/>
          <p:nvPr userDrawn="1"/>
        </p:nvSpPr>
        <p:spPr>
          <a:xfrm>
            <a:off x="10495915" y="6181601"/>
            <a:ext cx="3395346" cy="1352802"/>
          </a:xfrm>
          <a:custGeom>
            <a:avLst/>
            <a:gdLst>
              <a:gd name="connsiteX0" fmla="*/ 0 w 3771900"/>
              <a:gd name="connsiteY0" fmla="*/ 1398206 h 1502833"/>
              <a:gd name="connsiteX1" fmla="*/ 733425 w 3771900"/>
              <a:gd name="connsiteY1" fmla="*/ 1398206 h 1502833"/>
              <a:gd name="connsiteX2" fmla="*/ 733425 w 3771900"/>
              <a:gd name="connsiteY2" fmla="*/ 1502833 h 1502833"/>
              <a:gd name="connsiteX3" fmla="*/ 0 w 3771900"/>
              <a:gd name="connsiteY3" fmla="*/ 1502833 h 1502833"/>
              <a:gd name="connsiteX4" fmla="*/ 0 w 3771900"/>
              <a:gd name="connsiteY4" fmla="*/ 1398206 h 1502833"/>
              <a:gd name="connsiteX5" fmla="*/ 0 w 3771900"/>
              <a:gd name="connsiteY5" fmla="*/ 1303090 h 1502833"/>
              <a:gd name="connsiteX6" fmla="*/ 733425 w 3771900"/>
              <a:gd name="connsiteY6" fmla="*/ 1303090 h 1502833"/>
              <a:gd name="connsiteX7" fmla="*/ 733425 w 3771900"/>
              <a:gd name="connsiteY7" fmla="*/ 1198462 h 1502833"/>
              <a:gd name="connsiteX8" fmla="*/ 0 w 3771900"/>
              <a:gd name="connsiteY8" fmla="*/ 1198462 h 1502833"/>
              <a:gd name="connsiteX9" fmla="*/ 0 w 3771900"/>
              <a:gd name="connsiteY9" fmla="*/ 1303090 h 1502833"/>
              <a:gd name="connsiteX10" fmla="*/ 209550 w 3771900"/>
              <a:gd name="connsiteY10" fmla="*/ 1103346 h 1502833"/>
              <a:gd name="connsiteX11" fmla="*/ 523875 w 3771900"/>
              <a:gd name="connsiteY11" fmla="*/ 1103346 h 1502833"/>
              <a:gd name="connsiteX12" fmla="*/ 523875 w 3771900"/>
              <a:gd name="connsiteY12" fmla="*/ 998718 h 1502833"/>
              <a:gd name="connsiteX13" fmla="*/ 209550 w 3771900"/>
              <a:gd name="connsiteY13" fmla="*/ 998718 h 1502833"/>
              <a:gd name="connsiteX14" fmla="*/ 209550 w 3771900"/>
              <a:gd name="connsiteY14" fmla="*/ 1103346 h 1502833"/>
              <a:gd name="connsiteX15" fmla="*/ 209550 w 3771900"/>
              <a:gd name="connsiteY15" fmla="*/ 903602 h 1502833"/>
              <a:gd name="connsiteX16" fmla="*/ 523875 w 3771900"/>
              <a:gd name="connsiteY16" fmla="*/ 903602 h 1502833"/>
              <a:gd name="connsiteX17" fmla="*/ 523875 w 3771900"/>
              <a:gd name="connsiteY17" fmla="*/ 798975 h 1502833"/>
              <a:gd name="connsiteX18" fmla="*/ 209550 w 3771900"/>
              <a:gd name="connsiteY18" fmla="*/ 798975 h 1502833"/>
              <a:gd name="connsiteX19" fmla="*/ 209550 w 3771900"/>
              <a:gd name="connsiteY19" fmla="*/ 903602 h 1502833"/>
              <a:gd name="connsiteX20" fmla="*/ 209550 w 3771900"/>
              <a:gd name="connsiteY20" fmla="*/ 703859 h 1502833"/>
              <a:gd name="connsiteX21" fmla="*/ 523875 w 3771900"/>
              <a:gd name="connsiteY21" fmla="*/ 703859 h 1502833"/>
              <a:gd name="connsiteX22" fmla="*/ 523875 w 3771900"/>
              <a:gd name="connsiteY22" fmla="*/ 599231 h 1502833"/>
              <a:gd name="connsiteX23" fmla="*/ 209550 w 3771900"/>
              <a:gd name="connsiteY23" fmla="*/ 599231 h 1502833"/>
              <a:gd name="connsiteX24" fmla="*/ 209550 w 3771900"/>
              <a:gd name="connsiteY24" fmla="*/ 703859 h 1502833"/>
              <a:gd name="connsiteX25" fmla="*/ 523875 w 3771900"/>
              <a:gd name="connsiteY25" fmla="*/ 399487 h 1502833"/>
              <a:gd name="connsiteX26" fmla="*/ 209550 w 3771900"/>
              <a:gd name="connsiteY26" fmla="*/ 399487 h 1502833"/>
              <a:gd name="connsiteX27" fmla="*/ 209550 w 3771900"/>
              <a:gd name="connsiteY27" fmla="*/ 504115 h 1502833"/>
              <a:gd name="connsiteX28" fmla="*/ 523875 w 3771900"/>
              <a:gd name="connsiteY28" fmla="*/ 504115 h 1502833"/>
              <a:gd name="connsiteX29" fmla="*/ 523875 w 3771900"/>
              <a:gd name="connsiteY29" fmla="*/ 399487 h 1502833"/>
              <a:gd name="connsiteX30" fmla="*/ 0 w 3771900"/>
              <a:gd name="connsiteY30" fmla="*/ 304371 h 1502833"/>
              <a:gd name="connsiteX31" fmla="*/ 733425 w 3771900"/>
              <a:gd name="connsiteY31" fmla="*/ 304371 h 1502833"/>
              <a:gd name="connsiteX32" fmla="*/ 733425 w 3771900"/>
              <a:gd name="connsiteY32" fmla="*/ 199744 h 1502833"/>
              <a:gd name="connsiteX33" fmla="*/ 0 w 3771900"/>
              <a:gd name="connsiteY33" fmla="*/ 199744 h 1502833"/>
              <a:gd name="connsiteX34" fmla="*/ 0 w 3771900"/>
              <a:gd name="connsiteY34" fmla="*/ 304371 h 1502833"/>
              <a:gd name="connsiteX35" fmla="*/ 0 w 3771900"/>
              <a:gd name="connsiteY35" fmla="*/ 104628 h 1502833"/>
              <a:gd name="connsiteX36" fmla="*/ 733425 w 3771900"/>
              <a:gd name="connsiteY36" fmla="*/ 104628 h 1502833"/>
              <a:gd name="connsiteX37" fmla="*/ 733425 w 3771900"/>
              <a:gd name="connsiteY37" fmla="*/ 0 h 1502833"/>
              <a:gd name="connsiteX38" fmla="*/ 0 w 3771900"/>
              <a:gd name="connsiteY38" fmla="*/ 0 h 1502833"/>
              <a:gd name="connsiteX39" fmla="*/ 0 w 3771900"/>
              <a:gd name="connsiteY39" fmla="*/ 104628 h 1502833"/>
              <a:gd name="connsiteX40" fmla="*/ 838200 w 3771900"/>
              <a:gd name="connsiteY40" fmla="*/ 1303090 h 1502833"/>
              <a:gd name="connsiteX41" fmla="*/ 1956435 w 3771900"/>
              <a:gd name="connsiteY41" fmla="*/ 1303090 h 1502833"/>
              <a:gd name="connsiteX42" fmla="*/ 1998345 w 3771900"/>
              <a:gd name="connsiteY42" fmla="*/ 1198462 h 1502833"/>
              <a:gd name="connsiteX43" fmla="*/ 838200 w 3771900"/>
              <a:gd name="connsiteY43" fmla="*/ 1198462 h 1502833"/>
              <a:gd name="connsiteX44" fmla="*/ 838200 w 3771900"/>
              <a:gd name="connsiteY44" fmla="*/ 1303090 h 1502833"/>
              <a:gd name="connsiteX45" fmla="*/ 1868805 w 3771900"/>
              <a:gd name="connsiteY45" fmla="*/ 798975 h 1502833"/>
              <a:gd name="connsiteX46" fmla="*/ 1047750 w 3771900"/>
              <a:gd name="connsiteY46" fmla="*/ 798975 h 1502833"/>
              <a:gd name="connsiteX47" fmla="*/ 1047750 w 3771900"/>
              <a:gd name="connsiteY47" fmla="*/ 903602 h 1502833"/>
              <a:gd name="connsiteX48" fmla="*/ 1956435 w 3771900"/>
              <a:gd name="connsiteY48" fmla="*/ 903602 h 1502833"/>
              <a:gd name="connsiteX49" fmla="*/ 1868805 w 3771900"/>
              <a:gd name="connsiteY49" fmla="*/ 798975 h 1502833"/>
              <a:gd name="connsiteX50" fmla="*/ 1047750 w 3771900"/>
              <a:gd name="connsiteY50" fmla="*/ 599231 h 1502833"/>
              <a:gd name="connsiteX51" fmla="*/ 1047750 w 3771900"/>
              <a:gd name="connsiteY51" fmla="*/ 703859 h 1502833"/>
              <a:gd name="connsiteX52" fmla="*/ 1868805 w 3771900"/>
              <a:gd name="connsiteY52" fmla="*/ 703859 h 1502833"/>
              <a:gd name="connsiteX53" fmla="*/ 1956435 w 3771900"/>
              <a:gd name="connsiteY53" fmla="*/ 599231 h 1502833"/>
              <a:gd name="connsiteX54" fmla="*/ 1047750 w 3771900"/>
              <a:gd name="connsiteY54" fmla="*/ 599231 h 1502833"/>
              <a:gd name="connsiteX55" fmla="*/ 1956435 w 3771900"/>
              <a:gd name="connsiteY55" fmla="*/ 199744 h 1502833"/>
              <a:gd name="connsiteX56" fmla="*/ 838200 w 3771900"/>
              <a:gd name="connsiteY56" fmla="*/ 199744 h 1502833"/>
              <a:gd name="connsiteX57" fmla="*/ 838200 w 3771900"/>
              <a:gd name="connsiteY57" fmla="*/ 304371 h 1502833"/>
              <a:gd name="connsiteX58" fmla="*/ 1998345 w 3771900"/>
              <a:gd name="connsiteY58" fmla="*/ 304371 h 1502833"/>
              <a:gd name="connsiteX59" fmla="*/ 1956435 w 3771900"/>
              <a:gd name="connsiteY59" fmla="*/ 199744 h 1502833"/>
              <a:gd name="connsiteX60" fmla="*/ 1609725 w 3771900"/>
              <a:gd name="connsiteY60" fmla="*/ 0 h 1502833"/>
              <a:gd name="connsiteX61" fmla="*/ 838200 w 3771900"/>
              <a:gd name="connsiteY61" fmla="*/ 0 h 1502833"/>
              <a:gd name="connsiteX62" fmla="*/ 838200 w 3771900"/>
              <a:gd name="connsiteY62" fmla="*/ 104628 h 1502833"/>
              <a:gd name="connsiteX63" fmla="*/ 1879282 w 3771900"/>
              <a:gd name="connsiteY63" fmla="*/ 104628 h 1502833"/>
              <a:gd name="connsiteX64" fmla="*/ 1609725 w 3771900"/>
              <a:gd name="connsiteY64" fmla="*/ 0 h 1502833"/>
              <a:gd name="connsiteX65" fmla="*/ 1047750 w 3771900"/>
              <a:gd name="connsiteY65" fmla="*/ 504115 h 1502833"/>
              <a:gd name="connsiteX66" fmla="*/ 1362075 w 3771900"/>
              <a:gd name="connsiteY66" fmla="*/ 504115 h 1502833"/>
              <a:gd name="connsiteX67" fmla="*/ 1362075 w 3771900"/>
              <a:gd name="connsiteY67" fmla="*/ 399487 h 1502833"/>
              <a:gd name="connsiteX68" fmla="*/ 1047750 w 3771900"/>
              <a:gd name="connsiteY68" fmla="*/ 399487 h 1502833"/>
              <a:gd name="connsiteX69" fmla="*/ 1047750 w 3771900"/>
              <a:gd name="connsiteY69" fmla="*/ 504115 h 1502833"/>
              <a:gd name="connsiteX70" fmla="*/ 1657350 w 3771900"/>
              <a:gd name="connsiteY70" fmla="*/ 504115 h 1502833"/>
              <a:gd name="connsiteX71" fmla="*/ 1995488 w 3771900"/>
              <a:gd name="connsiteY71" fmla="*/ 504115 h 1502833"/>
              <a:gd name="connsiteX72" fmla="*/ 2009775 w 3771900"/>
              <a:gd name="connsiteY72" fmla="*/ 399487 h 1502833"/>
              <a:gd name="connsiteX73" fmla="*/ 1657350 w 3771900"/>
              <a:gd name="connsiteY73" fmla="*/ 399487 h 1502833"/>
              <a:gd name="connsiteX74" fmla="*/ 1657350 w 3771900"/>
              <a:gd name="connsiteY74" fmla="*/ 504115 h 1502833"/>
              <a:gd name="connsiteX75" fmla="*/ 1047750 w 3771900"/>
              <a:gd name="connsiteY75" fmla="*/ 1103346 h 1502833"/>
              <a:gd name="connsiteX76" fmla="*/ 1362075 w 3771900"/>
              <a:gd name="connsiteY76" fmla="*/ 1103346 h 1502833"/>
              <a:gd name="connsiteX77" fmla="*/ 1362075 w 3771900"/>
              <a:gd name="connsiteY77" fmla="*/ 998718 h 1502833"/>
              <a:gd name="connsiteX78" fmla="*/ 1047750 w 3771900"/>
              <a:gd name="connsiteY78" fmla="*/ 998718 h 1502833"/>
              <a:gd name="connsiteX79" fmla="*/ 1047750 w 3771900"/>
              <a:gd name="connsiteY79" fmla="*/ 1103346 h 1502833"/>
              <a:gd name="connsiteX80" fmla="*/ 1657350 w 3771900"/>
              <a:gd name="connsiteY80" fmla="*/ 998718 h 1502833"/>
              <a:gd name="connsiteX81" fmla="*/ 1657350 w 3771900"/>
              <a:gd name="connsiteY81" fmla="*/ 1103346 h 1502833"/>
              <a:gd name="connsiteX82" fmla="*/ 2009775 w 3771900"/>
              <a:gd name="connsiteY82" fmla="*/ 1103346 h 1502833"/>
              <a:gd name="connsiteX83" fmla="*/ 1995488 w 3771900"/>
              <a:gd name="connsiteY83" fmla="*/ 998718 h 1502833"/>
              <a:gd name="connsiteX84" fmla="*/ 1657350 w 3771900"/>
              <a:gd name="connsiteY84" fmla="*/ 998718 h 1502833"/>
              <a:gd name="connsiteX85" fmla="*/ 838200 w 3771900"/>
              <a:gd name="connsiteY85" fmla="*/ 1502833 h 1502833"/>
              <a:gd name="connsiteX86" fmla="*/ 1609725 w 3771900"/>
              <a:gd name="connsiteY86" fmla="*/ 1502833 h 1502833"/>
              <a:gd name="connsiteX87" fmla="*/ 1879282 w 3771900"/>
              <a:gd name="connsiteY87" fmla="*/ 1398206 h 1502833"/>
              <a:gd name="connsiteX88" fmla="*/ 838200 w 3771900"/>
              <a:gd name="connsiteY88" fmla="*/ 1398206 h 1502833"/>
              <a:gd name="connsiteX89" fmla="*/ 838200 w 3771900"/>
              <a:gd name="connsiteY89" fmla="*/ 1502833 h 1502833"/>
              <a:gd name="connsiteX90" fmla="*/ 2933700 w 3771900"/>
              <a:gd name="connsiteY90" fmla="*/ 1502833 h 1502833"/>
              <a:gd name="connsiteX91" fmla="*/ 2969895 w 3771900"/>
              <a:gd name="connsiteY91" fmla="*/ 1398206 h 1502833"/>
              <a:gd name="connsiteX92" fmla="*/ 2897505 w 3771900"/>
              <a:gd name="connsiteY92" fmla="*/ 1398206 h 1502833"/>
              <a:gd name="connsiteX93" fmla="*/ 2933700 w 3771900"/>
              <a:gd name="connsiteY93" fmla="*/ 1502833 h 1502833"/>
              <a:gd name="connsiteX94" fmla="*/ 2864168 w 3771900"/>
              <a:gd name="connsiteY94" fmla="*/ 1303090 h 1502833"/>
              <a:gd name="connsiteX95" fmla="*/ 3004185 w 3771900"/>
              <a:gd name="connsiteY95" fmla="*/ 1303090 h 1502833"/>
              <a:gd name="connsiteX96" fmla="*/ 3041333 w 3771900"/>
              <a:gd name="connsiteY96" fmla="*/ 1198462 h 1502833"/>
              <a:gd name="connsiteX97" fmla="*/ 2827973 w 3771900"/>
              <a:gd name="connsiteY97" fmla="*/ 1198462 h 1502833"/>
              <a:gd name="connsiteX98" fmla="*/ 2864168 w 3771900"/>
              <a:gd name="connsiteY98" fmla="*/ 1303090 h 1502833"/>
              <a:gd name="connsiteX99" fmla="*/ 2793683 w 3771900"/>
              <a:gd name="connsiteY99" fmla="*/ 1103346 h 1502833"/>
              <a:gd name="connsiteX100" fmla="*/ 3073718 w 3771900"/>
              <a:gd name="connsiteY100" fmla="*/ 1103346 h 1502833"/>
              <a:gd name="connsiteX101" fmla="*/ 3110865 w 3771900"/>
              <a:gd name="connsiteY101" fmla="*/ 998718 h 1502833"/>
              <a:gd name="connsiteX102" fmla="*/ 2757488 w 3771900"/>
              <a:gd name="connsiteY102" fmla="*/ 998718 h 1502833"/>
              <a:gd name="connsiteX103" fmla="*/ 2793683 w 3771900"/>
              <a:gd name="connsiteY103" fmla="*/ 1103346 h 1502833"/>
              <a:gd name="connsiteX104" fmla="*/ 2723198 w 3771900"/>
              <a:gd name="connsiteY104" fmla="*/ 903602 h 1502833"/>
              <a:gd name="connsiteX105" fmla="*/ 3144203 w 3771900"/>
              <a:gd name="connsiteY105" fmla="*/ 903602 h 1502833"/>
              <a:gd name="connsiteX106" fmla="*/ 3181350 w 3771900"/>
              <a:gd name="connsiteY106" fmla="*/ 798975 h 1502833"/>
              <a:gd name="connsiteX107" fmla="*/ 2687003 w 3771900"/>
              <a:gd name="connsiteY107" fmla="*/ 798975 h 1502833"/>
              <a:gd name="connsiteX108" fmla="*/ 2723198 w 3771900"/>
              <a:gd name="connsiteY108" fmla="*/ 903602 h 1502833"/>
              <a:gd name="connsiteX109" fmla="*/ 2305050 w 3771900"/>
              <a:gd name="connsiteY109" fmla="*/ 504115 h 1502833"/>
              <a:gd name="connsiteX110" fmla="*/ 2870835 w 3771900"/>
              <a:gd name="connsiteY110" fmla="*/ 504115 h 1502833"/>
              <a:gd name="connsiteX111" fmla="*/ 2834640 w 3771900"/>
              <a:gd name="connsiteY111" fmla="*/ 399487 h 1502833"/>
              <a:gd name="connsiteX112" fmla="*/ 2305050 w 3771900"/>
              <a:gd name="connsiteY112" fmla="*/ 399487 h 1502833"/>
              <a:gd name="connsiteX113" fmla="*/ 2305050 w 3771900"/>
              <a:gd name="connsiteY113" fmla="*/ 504115 h 1502833"/>
              <a:gd name="connsiteX114" fmla="*/ 3066098 w 3771900"/>
              <a:gd name="connsiteY114" fmla="*/ 304371 h 1502833"/>
              <a:gd name="connsiteX115" fmla="*/ 3771900 w 3771900"/>
              <a:gd name="connsiteY115" fmla="*/ 304371 h 1502833"/>
              <a:gd name="connsiteX116" fmla="*/ 3771900 w 3771900"/>
              <a:gd name="connsiteY116" fmla="*/ 199744 h 1502833"/>
              <a:gd name="connsiteX117" fmla="*/ 3102293 w 3771900"/>
              <a:gd name="connsiteY117" fmla="*/ 199744 h 1502833"/>
              <a:gd name="connsiteX118" fmla="*/ 3066098 w 3771900"/>
              <a:gd name="connsiteY118" fmla="*/ 304371 h 1502833"/>
              <a:gd name="connsiteX119" fmla="*/ 3171825 w 3771900"/>
              <a:gd name="connsiteY119" fmla="*/ 0 h 1502833"/>
              <a:gd name="connsiteX120" fmla="*/ 3135630 w 3771900"/>
              <a:gd name="connsiteY120" fmla="*/ 104628 h 1502833"/>
              <a:gd name="connsiteX121" fmla="*/ 3771900 w 3771900"/>
              <a:gd name="connsiteY121" fmla="*/ 104628 h 1502833"/>
              <a:gd name="connsiteX122" fmla="*/ 3771900 w 3771900"/>
              <a:gd name="connsiteY122" fmla="*/ 0 h 1502833"/>
              <a:gd name="connsiteX123" fmla="*/ 3171825 w 3771900"/>
              <a:gd name="connsiteY123" fmla="*/ 0 h 1502833"/>
              <a:gd name="connsiteX124" fmla="*/ 2095500 w 3771900"/>
              <a:gd name="connsiteY124" fmla="*/ 1502833 h 1502833"/>
              <a:gd name="connsiteX125" fmla="*/ 2619375 w 3771900"/>
              <a:gd name="connsiteY125" fmla="*/ 1502833 h 1502833"/>
              <a:gd name="connsiteX126" fmla="*/ 2619375 w 3771900"/>
              <a:gd name="connsiteY126" fmla="*/ 1398206 h 1502833"/>
              <a:gd name="connsiteX127" fmla="*/ 2095500 w 3771900"/>
              <a:gd name="connsiteY127" fmla="*/ 1398206 h 1502833"/>
              <a:gd name="connsiteX128" fmla="*/ 2095500 w 3771900"/>
              <a:gd name="connsiteY128" fmla="*/ 1502833 h 1502833"/>
              <a:gd name="connsiteX129" fmla="*/ 2095500 w 3771900"/>
              <a:gd name="connsiteY129" fmla="*/ 1303090 h 1502833"/>
              <a:gd name="connsiteX130" fmla="*/ 2619375 w 3771900"/>
              <a:gd name="connsiteY130" fmla="*/ 1303090 h 1502833"/>
              <a:gd name="connsiteX131" fmla="*/ 2619375 w 3771900"/>
              <a:gd name="connsiteY131" fmla="*/ 1198462 h 1502833"/>
              <a:gd name="connsiteX132" fmla="*/ 2095500 w 3771900"/>
              <a:gd name="connsiteY132" fmla="*/ 1198462 h 1502833"/>
              <a:gd name="connsiteX133" fmla="*/ 2095500 w 3771900"/>
              <a:gd name="connsiteY133" fmla="*/ 1303090 h 1502833"/>
              <a:gd name="connsiteX134" fmla="*/ 2305050 w 3771900"/>
              <a:gd name="connsiteY134" fmla="*/ 1103346 h 1502833"/>
              <a:gd name="connsiteX135" fmla="*/ 2619375 w 3771900"/>
              <a:gd name="connsiteY135" fmla="*/ 1103346 h 1502833"/>
              <a:gd name="connsiteX136" fmla="*/ 2619375 w 3771900"/>
              <a:gd name="connsiteY136" fmla="*/ 998718 h 1502833"/>
              <a:gd name="connsiteX137" fmla="*/ 2305050 w 3771900"/>
              <a:gd name="connsiteY137" fmla="*/ 998718 h 1502833"/>
              <a:gd name="connsiteX138" fmla="*/ 2305050 w 3771900"/>
              <a:gd name="connsiteY138" fmla="*/ 1103346 h 1502833"/>
              <a:gd name="connsiteX139" fmla="*/ 2305050 w 3771900"/>
              <a:gd name="connsiteY139" fmla="*/ 903602 h 1502833"/>
              <a:gd name="connsiteX140" fmla="*/ 2619375 w 3771900"/>
              <a:gd name="connsiteY140" fmla="*/ 903602 h 1502833"/>
              <a:gd name="connsiteX141" fmla="*/ 2619375 w 3771900"/>
              <a:gd name="connsiteY141" fmla="*/ 798975 h 1502833"/>
              <a:gd name="connsiteX142" fmla="*/ 2305050 w 3771900"/>
              <a:gd name="connsiteY142" fmla="*/ 798975 h 1502833"/>
              <a:gd name="connsiteX143" fmla="*/ 2305050 w 3771900"/>
              <a:gd name="connsiteY143" fmla="*/ 903602 h 1502833"/>
              <a:gd name="connsiteX144" fmla="*/ 3562350 w 3771900"/>
              <a:gd name="connsiteY144" fmla="*/ 399487 h 1502833"/>
              <a:gd name="connsiteX145" fmla="*/ 3032760 w 3771900"/>
              <a:gd name="connsiteY145" fmla="*/ 399487 h 1502833"/>
              <a:gd name="connsiteX146" fmla="*/ 2996565 w 3771900"/>
              <a:gd name="connsiteY146" fmla="*/ 504115 h 1502833"/>
              <a:gd name="connsiteX147" fmla="*/ 3562350 w 3771900"/>
              <a:gd name="connsiteY147" fmla="*/ 504115 h 1502833"/>
              <a:gd name="connsiteX148" fmla="*/ 3562350 w 3771900"/>
              <a:gd name="connsiteY148" fmla="*/ 399487 h 1502833"/>
              <a:gd name="connsiteX149" fmla="*/ 3248025 w 3771900"/>
              <a:gd name="connsiteY149" fmla="*/ 703859 h 1502833"/>
              <a:gd name="connsiteX150" fmla="*/ 3562350 w 3771900"/>
              <a:gd name="connsiteY150" fmla="*/ 703859 h 1502833"/>
              <a:gd name="connsiteX151" fmla="*/ 3562350 w 3771900"/>
              <a:gd name="connsiteY151" fmla="*/ 599231 h 1502833"/>
              <a:gd name="connsiteX152" fmla="*/ 2963228 w 3771900"/>
              <a:gd name="connsiteY152" fmla="*/ 599231 h 1502833"/>
              <a:gd name="connsiteX153" fmla="*/ 2933700 w 3771900"/>
              <a:gd name="connsiteY153" fmla="*/ 683884 h 1502833"/>
              <a:gd name="connsiteX154" fmla="*/ 2904173 w 3771900"/>
              <a:gd name="connsiteY154" fmla="*/ 599231 h 1502833"/>
              <a:gd name="connsiteX155" fmla="*/ 2305050 w 3771900"/>
              <a:gd name="connsiteY155" fmla="*/ 599231 h 1502833"/>
              <a:gd name="connsiteX156" fmla="*/ 2305050 w 3771900"/>
              <a:gd name="connsiteY156" fmla="*/ 703859 h 1502833"/>
              <a:gd name="connsiteX157" fmla="*/ 2619375 w 3771900"/>
              <a:gd name="connsiteY157" fmla="*/ 703859 h 1502833"/>
              <a:gd name="connsiteX158" fmla="*/ 2619375 w 3771900"/>
              <a:gd name="connsiteY158" fmla="*/ 607791 h 1502833"/>
              <a:gd name="connsiteX159" fmla="*/ 2652713 w 3771900"/>
              <a:gd name="connsiteY159" fmla="*/ 703859 h 1502833"/>
              <a:gd name="connsiteX160" fmla="*/ 3213735 w 3771900"/>
              <a:gd name="connsiteY160" fmla="*/ 703859 h 1502833"/>
              <a:gd name="connsiteX161" fmla="*/ 3247073 w 3771900"/>
              <a:gd name="connsiteY161" fmla="*/ 607791 h 1502833"/>
              <a:gd name="connsiteX162" fmla="*/ 3248025 w 3771900"/>
              <a:gd name="connsiteY162" fmla="*/ 703859 h 1502833"/>
              <a:gd name="connsiteX163" fmla="*/ 3562350 w 3771900"/>
              <a:gd name="connsiteY163" fmla="*/ 798975 h 1502833"/>
              <a:gd name="connsiteX164" fmla="*/ 3248025 w 3771900"/>
              <a:gd name="connsiteY164" fmla="*/ 798975 h 1502833"/>
              <a:gd name="connsiteX165" fmla="*/ 3248025 w 3771900"/>
              <a:gd name="connsiteY165" fmla="*/ 903602 h 1502833"/>
              <a:gd name="connsiteX166" fmla="*/ 3562350 w 3771900"/>
              <a:gd name="connsiteY166" fmla="*/ 903602 h 1502833"/>
              <a:gd name="connsiteX167" fmla="*/ 3562350 w 3771900"/>
              <a:gd name="connsiteY167" fmla="*/ 798975 h 1502833"/>
              <a:gd name="connsiteX168" fmla="*/ 3248025 w 3771900"/>
              <a:gd name="connsiteY168" fmla="*/ 1103346 h 1502833"/>
              <a:gd name="connsiteX169" fmla="*/ 3562350 w 3771900"/>
              <a:gd name="connsiteY169" fmla="*/ 1103346 h 1502833"/>
              <a:gd name="connsiteX170" fmla="*/ 3562350 w 3771900"/>
              <a:gd name="connsiteY170" fmla="*/ 998718 h 1502833"/>
              <a:gd name="connsiteX171" fmla="*/ 3248025 w 3771900"/>
              <a:gd name="connsiteY171" fmla="*/ 998718 h 1502833"/>
              <a:gd name="connsiteX172" fmla="*/ 3248025 w 3771900"/>
              <a:gd name="connsiteY172" fmla="*/ 1103346 h 1502833"/>
              <a:gd name="connsiteX173" fmla="*/ 3248025 w 3771900"/>
              <a:gd name="connsiteY173" fmla="*/ 1303090 h 1502833"/>
              <a:gd name="connsiteX174" fmla="*/ 3771900 w 3771900"/>
              <a:gd name="connsiteY174" fmla="*/ 1303090 h 1502833"/>
              <a:gd name="connsiteX175" fmla="*/ 3771900 w 3771900"/>
              <a:gd name="connsiteY175" fmla="*/ 1198462 h 1502833"/>
              <a:gd name="connsiteX176" fmla="*/ 3248025 w 3771900"/>
              <a:gd name="connsiteY176" fmla="*/ 1198462 h 1502833"/>
              <a:gd name="connsiteX177" fmla="*/ 3248025 w 3771900"/>
              <a:gd name="connsiteY177" fmla="*/ 1303090 h 1502833"/>
              <a:gd name="connsiteX178" fmla="*/ 3248025 w 3771900"/>
              <a:gd name="connsiteY178" fmla="*/ 1502833 h 1502833"/>
              <a:gd name="connsiteX179" fmla="*/ 3771900 w 3771900"/>
              <a:gd name="connsiteY179" fmla="*/ 1502833 h 1502833"/>
              <a:gd name="connsiteX180" fmla="*/ 3771900 w 3771900"/>
              <a:gd name="connsiteY180" fmla="*/ 1398206 h 1502833"/>
              <a:gd name="connsiteX181" fmla="*/ 3248025 w 3771900"/>
              <a:gd name="connsiteY181" fmla="*/ 1398206 h 1502833"/>
              <a:gd name="connsiteX182" fmla="*/ 3248025 w 3771900"/>
              <a:gd name="connsiteY182" fmla="*/ 1502833 h 1502833"/>
              <a:gd name="connsiteX183" fmla="*/ 2801303 w 3771900"/>
              <a:gd name="connsiteY183" fmla="*/ 304371 h 1502833"/>
              <a:gd name="connsiteX184" fmla="*/ 2765108 w 3771900"/>
              <a:gd name="connsiteY184" fmla="*/ 199744 h 1502833"/>
              <a:gd name="connsiteX185" fmla="*/ 2095500 w 3771900"/>
              <a:gd name="connsiteY185" fmla="*/ 199744 h 1502833"/>
              <a:gd name="connsiteX186" fmla="*/ 2095500 w 3771900"/>
              <a:gd name="connsiteY186" fmla="*/ 304371 h 1502833"/>
              <a:gd name="connsiteX187" fmla="*/ 2801303 w 3771900"/>
              <a:gd name="connsiteY187" fmla="*/ 304371 h 1502833"/>
              <a:gd name="connsiteX188" fmla="*/ 2731770 w 3771900"/>
              <a:gd name="connsiteY188" fmla="*/ 104628 h 1502833"/>
              <a:gd name="connsiteX189" fmla="*/ 2695575 w 3771900"/>
              <a:gd name="connsiteY189" fmla="*/ 0 h 1502833"/>
              <a:gd name="connsiteX190" fmla="*/ 2095500 w 3771900"/>
              <a:gd name="connsiteY190" fmla="*/ 0 h 1502833"/>
              <a:gd name="connsiteX191" fmla="*/ 2095500 w 3771900"/>
              <a:gd name="connsiteY191" fmla="*/ 104628 h 1502833"/>
              <a:gd name="connsiteX192" fmla="*/ 2731770 w 3771900"/>
              <a:gd name="connsiteY192" fmla="*/ 104628 h 150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3771900" h="1502833">
                <a:moveTo>
                  <a:pt x="0" y="1398206"/>
                </a:moveTo>
                <a:lnTo>
                  <a:pt x="733425" y="1398206"/>
                </a:lnTo>
                <a:lnTo>
                  <a:pt x="733425" y="1502833"/>
                </a:lnTo>
                <a:lnTo>
                  <a:pt x="0" y="1502833"/>
                </a:lnTo>
                <a:lnTo>
                  <a:pt x="0" y="1398206"/>
                </a:lnTo>
                <a:close/>
                <a:moveTo>
                  <a:pt x="0" y="1303090"/>
                </a:moveTo>
                <a:lnTo>
                  <a:pt x="733425" y="1303090"/>
                </a:lnTo>
                <a:lnTo>
                  <a:pt x="733425" y="1198462"/>
                </a:lnTo>
                <a:lnTo>
                  <a:pt x="0" y="1198462"/>
                </a:lnTo>
                <a:lnTo>
                  <a:pt x="0" y="1303090"/>
                </a:lnTo>
                <a:close/>
                <a:moveTo>
                  <a:pt x="209550" y="1103346"/>
                </a:moveTo>
                <a:lnTo>
                  <a:pt x="523875" y="1103346"/>
                </a:lnTo>
                <a:lnTo>
                  <a:pt x="523875" y="998718"/>
                </a:lnTo>
                <a:lnTo>
                  <a:pt x="209550" y="998718"/>
                </a:lnTo>
                <a:lnTo>
                  <a:pt x="209550" y="1103346"/>
                </a:lnTo>
                <a:close/>
                <a:moveTo>
                  <a:pt x="209550" y="903602"/>
                </a:moveTo>
                <a:lnTo>
                  <a:pt x="523875" y="903602"/>
                </a:lnTo>
                <a:lnTo>
                  <a:pt x="523875" y="798975"/>
                </a:lnTo>
                <a:lnTo>
                  <a:pt x="209550" y="798975"/>
                </a:lnTo>
                <a:lnTo>
                  <a:pt x="209550" y="903602"/>
                </a:lnTo>
                <a:close/>
                <a:moveTo>
                  <a:pt x="209550" y="703859"/>
                </a:moveTo>
                <a:lnTo>
                  <a:pt x="523875" y="703859"/>
                </a:lnTo>
                <a:lnTo>
                  <a:pt x="523875" y="599231"/>
                </a:lnTo>
                <a:lnTo>
                  <a:pt x="209550" y="599231"/>
                </a:lnTo>
                <a:lnTo>
                  <a:pt x="209550" y="703859"/>
                </a:lnTo>
                <a:close/>
                <a:moveTo>
                  <a:pt x="523875" y="399487"/>
                </a:moveTo>
                <a:lnTo>
                  <a:pt x="209550" y="399487"/>
                </a:lnTo>
                <a:lnTo>
                  <a:pt x="209550" y="504115"/>
                </a:lnTo>
                <a:lnTo>
                  <a:pt x="523875" y="504115"/>
                </a:lnTo>
                <a:lnTo>
                  <a:pt x="523875" y="399487"/>
                </a:lnTo>
                <a:close/>
                <a:moveTo>
                  <a:pt x="0" y="304371"/>
                </a:moveTo>
                <a:lnTo>
                  <a:pt x="733425" y="304371"/>
                </a:lnTo>
                <a:lnTo>
                  <a:pt x="733425" y="199744"/>
                </a:lnTo>
                <a:lnTo>
                  <a:pt x="0" y="199744"/>
                </a:lnTo>
                <a:lnTo>
                  <a:pt x="0" y="304371"/>
                </a:lnTo>
                <a:close/>
                <a:moveTo>
                  <a:pt x="0" y="104628"/>
                </a:moveTo>
                <a:lnTo>
                  <a:pt x="733425" y="104628"/>
                </a:lnTo>
                <a:lnTo>
                  <a:pt x="733425" y="0"/>
                </a:lnTo>
                <a:lnTo>
                  <a:pt x="0" y="0"/>
                </a:lnTo>
                <a:lnTo>
                  <a:pt x="0" y="104628"/>
                </a:lnTo>
                <a:close/>
                <a:moveTo>
                  <a:pt x="838200" y="1303090"/>
                </a:moveTo>
                <a:lnTo>
                  <a:pt x="1956435" y="1303090"/>
                </a:lnTo>
                <a:cubicBezTo>
                  <a:pt x="1975485" y="1270750"/>
                  <a:pt x="1989773" y="1235557"/>
                  <a:pt x="1998345" y="1198462"/>
                </a:cubicBezTo>
                <a:lnTo>
                  <a:pt x="838200" y="1198462"/>
                </a:lnTo>
                <a:lnTo>
                  <a:pt x="838200" y="1303090"/>
                </a:lnTo>
                <a:close/>
                <a:moveTo>
                  <a:pt x="1868805" y="798975"/>
                </a:moveTo>
                <a:lnTo>
                  <a:pt x="1047750" y="798975"/>
                </a:lnTo>
                <a:lnTo>
                  <a:pt x="1047750" y="903602"/>
                </a:lnTo>
                <a:lnTo>
                  <a:pt x="1956435" y="903602"/>
                </a:lnTo>
                <a:cubicBezTo>
                  <a:pt x="1932623" y="863654"/>
                  <a:pt x="1903095" y="828461"/>
                  <a:pt x="1868805" y="798975"/>
                </a:cubicBezTo>
                <a:close/>
                <a:moveTo>
                  <a:pt x="1047750" y="599231"/>
                </a:moveTo>
                <a:lnTo>
                  <a:pt x="1047750" y="703859"/>
                </a:lnTo>
                <a:lnTo>
                  <a:pt x="1868805" y="703859"/>
                </a:lnTo>
                <a:cubicBezTo>
                  <a:pt x="1904048" y="674373"/>
                  <a:pt x="1933575" y="639180"/>
                  <a:pt x="1956435" y="599231"/>
                </a:cubicBezTo>
                <a:lnTo>
                  <a:pt x="1047750" y="599231"/>
                </a:lnTo>
                <a:close/>
                <a:moveTo>
                  <a:pt x="1956435" y="199744"/>
                </a:moveTo>
                <a:lnTo>
                  <a:pt x="838200" y="199744"/>
                </a:lnTo>
                <a:lnTo>
                  <a:pt x="838200" y="304371"/>
                </a:lnTo>
                <a:lnTo>
                  <a:pt x="1998345" y="304371"/>
                </a:lnTo>
                <a:cubicBezTo>
                  <a:pt x="1988820" y="267276"/>
                  <a:pt x="1974532" y="232083"/>
                  <a:pt x="1956435" y="199744"/>
                </a:cubicBezTo>
                <a:close/>
                <a:moveTo>
                  <a:pt x="1609725" y="0"/>
                </a:moveTo>
                <a:lnTo>
                  <a:pt x="838200" y="0"/>
                </a:lnTo>
                <a:lnTo>
                  <a:pt x="838200" y="104628"/>
                </a:lnTo>
                <a:lnTo>
                  <a:pt x="1879282" y="104628"/>
                </a:lnTo>
                <a:cubicBezTo>
                  <a:pt x="1808798" y="39949"/>
                  <a:pt x="1713548" y="0"/>
                  <a:pt x="1609725" y="0"/>
                </a:cubicBezTo>
                <a:close/>
                <a:moveTo>
                  <a:pt x="1047750" y="504115"/>
                </a:moveTo>
                <a:lnTo>
                  <a:pt x="1362075" y="504115"/>
                </a:lnTo>
                <a:lnTo>
                  <a:pt x="1362075" y="399487"/>
                </a:lnTo>
                <a:lnTo>
                  <a:pt x="1047750" y="399487"/>
                </a:lnTo>
                <a:lnTo>
                  <a:pt x="1047750" y="504115"/>
                </a:lnTo>
                <a:close/>
                <a:moveTo>
                  <a:pt x="1657350" y="504115"/>
                </a:moveTo>
                <a:lnTo>
                  <a:pt x="1995488" y="504115"/>
                </a:lnTo>
                <a:cubicBezTo>
                  <a:pt x="2004060" y="470824"/>
                  <a:pt x="2009775" y="435631"/>
                  <a:pt x="2009775" y="399487"/>
                </a:cubicBezTo>
                <a:lnTo>
                  <a:pt x="1657350" y="399487"/>
                </a:lnTo>
                <a:lnTo>
                  <a:pt x="1657350" y="504115"/>
                </a:lnTo>
                <a:close/>
                <a:moveTo>
                  <a:pt x="1047750" y="1103346"/>
                </a:moveTo>
                <a:lnTo>
                  <a:pt x="1362075" y="1103346"/>
                </a:lnTo>
                <a:lnTo>
                  <a:pt x="1362075" y="998718"/>
                </a:lnTo>
                <a:lnTo>
                  <a:pt x="1047750" y="998718"/>
                </a:lnTo>
                <a:lnTo>
                  <a:pt x="1047750" y="1103346"/>
                </a:lnTo>
                <a:close/>
                <a:moveTo>
                  <a:pt x="1657350" y="998718"/>
                </a:moveTo>
                <a:lnTo>
                  <a:pt x="1657350" y="1103346"/>
                </a:lnTo>
                <a:lnTo>
                  <a:pt x="2009775" y="1103346"/>
                </a:lnTo>
                <a:cubicBezTo>
                  <a:pt x="2009775" y="1067202"/>
                  <a:pt x="2005013" y="1032009"/>
                  <a:pt x="1995488" y="998718"/>
                </a:cubicBezTo>
                <a:lnTo>
                  <a:pt x="1657350" y="998718"/>
                </a:lnTo>
                <a:close/>
                <a:moveTo>
                  <a:pt x="838200" y="1502833"/>
                </a:moveTo>
                <a:lnTo>
                  <a:pt x="1609725" y="1502833"/>
                </a:lnTo>
                <a:cubicBezTo>
                  <a:pt x="1714500" y="1502833"/>
                  <a:pt x="1808798" y="1462885"/>
                  <a:pt x="1879282" y="1398206"/>
                </a:cubicBezTo>
                <a:lnTo>
                  <a:pt x="838200" y="1398206"/>
                </a:lnTo>
                <a:lnTo>
                  <a:pt x="838200" y="1502833"/>
                </a:lnTo>
                <a:close/>
                <a:moveTo>
                  <a:pt x="2933700" y="1502833"/>
                </a:moveTo>
                <a:lnTo>
                  <a:pt x="2969895" y="1398206"/>
                </a:lnTo>
                <a:lnTo>
                  <a:pt x="2897505" y="1398206"/>
                </a:lnTo>
                <a:lnTo>
                  <a:pt x="2933700" y="1502833"/>
                </a:lnTo>
                <a:close/>
                <a:moveTo>
                  <a:pt x="2864168" y="1303090"/>
                </a:moveTo>
                <a:lnTo>
                  <a:pt x="3004185" y="1303090"/>
                </a:lnTo>
                <a:lnTo>
                  <a:pt x="3041333" y="1198462"/>
                </a:lnTo>
                <a:lnTo>
                  <a:pt x="2827973" y="1198462"/>
                </a:lnTo>
                <a:lnTo>
                  <a:pt x="2864168" y="1303090"/>
                </a:lnTo>
                <a:close/>
                <a:moveTo>
                  <a:pt x="2793683" y="1103346"/>
                </a:moveTo>
                <a:lnTo>
                  <a:pt x="3073718" y="1103346"/>
                </a:lnTo>
                <a:lnTo>
                  <a:pt x="3110865" y="998718"/>
                </a:lnTo>
                <a:lnTo>
                  <a:pt x="2757488" y="998718"/>
                </a:lnTo>
                <a:lnTo>
                  <a:pt x="2793683" y="1103346"/>
                </a:lnTo>
                <a:close/>
                <a:moveTo>
                  <a:pt x="2723198" y="903602"/>
                </a:moveTo>
                <a:lnTo>
                  <a:pt x="3144203" y="903602"/>
                </a:lnTo>
                <a:lnTo>
                  <a:pt x="3181350" y="798975"/>
                </a:lnTo>
                <a:lnTo>
                  <a:pt x="2687003" y="798975"/>
                </a:lnTo>
                <a:lnTo>
                  <a:pt x="2723198" y="903602"/>
                </a:lnTo>
                <a:close/>
                <a:moveTo>
                  <a:pt x="2305050" y="504115"/>
                </a:moveTo>
                <a:lnTo>
                  <a:pt x="2870835" y="504115"/>
                </a:lnTo>
                <a:lnTo>
                  <a:pt x="2834640" y="399487"/>
                </a:lnTo>
                <a:lnTo>
                  <a:pt x="2305050" y="399487"/>
                </a:lnTo>
                <a:lnTo>
                  <a:pt x="2305050" y="504115"/>
                </a:lnTo>
                <a:close/>
                <a:moveTo>
                  <a:pt x="3066098" y="304371"/>
                </a:moveTo>
                <a:lnTo>
                  <a:pt x="3771900" y="304371"/>
                </a:lnTo>
                <a:lnTo>
                  <a:pt x="3771900" y="199744"/>
                </a:lnTo>
                <a:lnTo>
                  <a:pt x="3102293" y="199744"/>
                </a:lnTo>
                <a:lnTo>
                  <a:pt x="3066098" y="304371"/>
                </a:lnTo>
                <a:close/>
                <a:moveTo>
                  <a:pt x="3171825" y="0"/>
                </a:moveTo>
                <a:lnTo>
                  <a:pt x="3135630" y="104628"/>
                </a:lnTo>
                <a:lnTo>
                  <a:pt x="3771900" y="104628"/>
                </a:lnTo>
                <a:lnTo>
                  <a:pt x="3771900" y="0"/>
                </a:lnTo>
                <a:lnTo>
                  <a:pt x="3171825" y="0"/>
                </a:lnTo>
                <a:close/>
                <a:moveTo>
                  <a:pt x="2095500" y="1502833"/>
                </a:moveTo>
                <a:lnTo>
                  <a:pt x="2619375" y="1502833"/>
                </a:lnTo>
                <a:lnTo>
                  <a:pt x="2619375" y="1398206"/>
                </a:lnTo>
                <a:lnTo>
                  <a:pt x="2095500" y="1398206"/>
                </a:lnTo>
                <a:lnTo>
                  <a:pt x="2095500" y="1502833"/>
                </a:lnTo>
                <a:close/>
                <a:moveTo>
                  <a:pt x="2095500" y="1303090"/>
                </a:moveTo>
                <a:lnTo>
                  <a:pt x="2619375" y="1303090"/>
                </a:lnTo>
                <a:lnTo>
                  <a:pt x="2619375" y="1198462"/>
                </a:lnTo>
                <a:lnTo>
                  <a:pt x="2095500" y="1198462"/>
                </a:lnTo>
                <a:lnTo>
                  <a:pt x="2095500" y="1303090"/>
                </a:lnTo>
                <a:close/>
                <a:moveTo>
                  <a:pt x="2305050" y="1103346"/>
                </a:moveTo>
                <a:lnTo>
                  <a:pt x="2619375" y="1103346"/>
                </a:lnTo>
                <a:lnTo>
                  <a:pt x="2619375" y="998718"/>
                </a:lnTo>
                <a:lnTo>
                  <a:pt x="2305050" y="998718"/>
                </a:lnTo>
                <a:lnTo>
                  <a:pt x="2305050" y="1103346"/>
                </a:lnTo>
                <a:close/>
                <a:moveTo>
                  <a:pt x="2305050" y="903602"/>
                </a:moveTo>
                <a:lnTo>
                  <a:pt x="2619375" y="903602"/>
                </a:lnTo>
                <a:lnTo>
                  <a:pt x="2619375" y="798975"/>
                </a:lnTo>
                <a:lnTo>
                  <a:pt x="2305050" y="798975"/>
                </a:lnTo>
                <a:lnTo>
                  <a:pt x="2305050" y="903602"/>
                </a:lnTo>
                <a:close/>
                <a:moveTo>
                  <a:pt x="3562350" y="399487"/>
                </a:moveTo>
                <a:lnTo>
                  <a:pt x="3032760" y="399487"/>
                </a:lnTo>
                <a:lnTo>
                  <a:pt x="2996565" y="504115"/>
                </a:lnTo>
                <a:lnTo>
                  <a:pt x="3562350" y="504115"/>
                </a:lnTo>
                <a:lnTo>
                  <a:pt x="3562350" y="399487"/>
                </a:lnTo>
                <a:close/>
                <a:moveTo>
                  <a:pt x="3248025" y="703859"/>
                </a:moveTo>
                <a:lnTo>
                  <a:pt x="3562350" y="703859"/>
                </a:lnTo>
                <a:lnTo>
                  <a:pt x="3562350" y="599231"/>
                </a:lnTo>
                <a:lnTo>
                  <a:pt x="2963228" y="599231"/>
                </a:lnTo>
                <a:lnTo>
                  <a:pt x="2933700" y="683884"/>
                </a:lnTo>
                <a:lnTo>
                  <a:pt x="2904173" y="599231"/>
                </a:lnTo>
                <a:lnTo>
                  <a:pt x="2305050" y="599231"/>
                </a:lnTo>
                <a:lnTo>
                  <a:pt x="2305050" y="703859"/>
                </a:lnTo>
                <a:lnTo>
                  <a:pt x="2619375" y="703859"/>
                </a:lnTo>
                <a:lnTo>
                  <a:pt x="2619375" y="607791"/>
                </a:lnTo>
                <a:lnTo>
                  <a:pt x="2652713" y="703859"/>
                </a:lnTo>
                <a:lnTo>
                  <a:pt x="3213735" y="703859"/>
                </a:lnTo>
                <a:lnTo>
                  <a:pt x="3247073" y="607791"/>
                </a:lnTo>
                <a:lnTo>
                  <a:pt x="3248025" y="703859"/>
                </a:lnTo>
                <a:close/>
                <a:moveTo>
                  <a:pt x="3562350" y="798975"/>
                </a:moveTo>
                <a:lnTo>
                  <a:pt x="3248025" y="798975"/>
                </a:lnTo>
                <a:lnTo>
                  <a:pt x="3248025" y="903602"/>
                </a:lnTo>
                <a:lnTo>
                  <a:pt x="3562350" y="903602"/>
                </a:lnTo>
                <a:lnTo>
                  <a:pt x="3562350" y="798975"/>
                </a:lnTo>
                <a:close/>
                <a:moveTo>
                  <a:pt x="3248025" y="1103346"/>
                </a:moveTo>
                <a:lnTo>
                  <a:pt x="3562350" y="1103346"/>
                </a:lnTo>
                <a:lnTo>
                  <a:pt x="3562350" y="998718"/>
                </a:lnTo>
                <a:lnTo>
                  <a:pt x="3248025" y="998718"/>
                </a:lnTo>
                <a:lnTo>
                  <a:pt x="3248025" y="1103346"/>
                </a:lnTo>
                <a:close/>
                <a:moveTo>
                  <a:pt x="3248025" y="1303090"/>
                </a:moveTo>
                <a:lnTo>
                  <a:pt x="3771900" y="1303090"/>
                </a:lnTo>
                <a:lnTo>
                  <a:pt x="3771900" y="1198462"/>
                </a:lnTo>
                <a:lnTo>
                  <a:pt x="3248025" y="1198462"/>
                </a:lnTo>
                <a:lnTo>
                  <a:pt x="3248025" y="1303090"/>
                </a:lnTo>
                <a:close/>
                <a:moveTo>
                  <a:pt x="3248025" y="1502833"/>
                </a:moveTo>
                <a:lnTo>
                  <a:pt x="3771900" y="1502833"/>
                </a:lnTo>
                <a:lnTo>
                  <a:pt x="3771900" y="1398206"/>
                </a:lnTo>
                <a:lnTo>
                  <a:pt x="3248025" y="1398206"/>
                </a:lnTo>
                <a:lnTo>
                  <a:pt x="3248025" y="1502833"/>
                </a:lnTo>
                <a:close/>
                <a:moveTo>
                  <a:pt x="2801303" y="304371"/>
                </a:moveTo>
                <a:lnTo>
                  <a:pt x="2765108" y="199744"/>
                </a:lnTo>
                <a:lnTo>
                  <a:pt x="2095500" y="199744"/>
                </a:lnTo>
                <a:lnTo>
                  <a:pt x="2095500" y="304371"/>
                </a:lnTo>
                <a:lnTo>
                  <a:pt x="2801303" y="304371"/>
                </a:lnTo>
                <a:close/>
                <a:moveTo>
                  <a:pt x="2731770" y="104628"/>
                </a:moveTo>
                <a:lnTo>
                  <a:pt x="2695575" y="0"/>
                </a:lnTo>
                <a:lnTo>
                  <a:pt x="2095500" y="0"/>
                </a:lnTo>
                <a:lnTo>
                  <a:pt x="2095500" y="104628"/>
                </a:lnTo>
                <a:lnTo>
                  <a:pt x="2731770" y="104628"/>
                </a:lnTo>
                <a:close/>
              </a:path>
            </a:pathLst>
          </a:custGeom>
          <a:solidFill>
            <a:schemeClr val="accent1"/>
          </a:solidFill>
          <a:ln w="9525" cap="flat">
            <a:noFill/>
            <a:prstDash val="solid"/>
            <a:miter/>
          </a:ln>
        </p:spPr>
        <p:txBody>
          <a:bodyPr rtlCol="0" anchor="ctr"/>
          <a:lstStyle/>
          <a:p>
            <a:endParaRPr lang="en-US" sz="1800"/>
          </a:p>
        </p:txBody>
      </p:sp>
    </p:spTree>
    <p:extLst>
      <p:ext uri="{BB962C8B-B14F-4D97-AF65-F5344CB8AC3E}">
        <p14:creationId xmlns:p14="http://schemas.microsoft.com/office/powerpoint/2010/main" val="1559489224"/>
      </p:ext>
    </p:extLst>
  </p:cSld>
  <p:clrMapOvr>
    <a:masterClrMapping/>
  </p:clrMapOvr>
  <p:transition spd="med"/>
</p:sldLayout>
</file>

<file path=ppt/slideLayouts/slideLayout436.xml><?xml version="1.0" encoding="utf-8"?>
<p:sldLayout xmlns:a="http://schemas.openxmlformats.org/drawingml/2006/main" xmlns:r="http://schemas.openxmlformats.org/officeDocument/2006/relationships" xmlns:p="http://schemas.openxmlformats.org/presentationml/2006/main" userDrawn="1">
  <p:cSld name="1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704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411751" y="12938841"/>
            <a:ext cx="400750"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61631833"/>
      </p:ext>
    </p:extLst>
  </p:cSld>
  <p:clrMapOvr>
    <a:masterClrMapping/>
  </p:clrMapOvr>
  <p:transition spd="med"/>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2" y="818966"/>
            <a:ext cx="23236499" cy="701860"/>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2" y="261857"/>
            <a:ext cx="23236499" cy="318998"/>
          </a:xfrm>
        </p:spPr>
        <p:txBody>
          <a:bodyPr>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2416502000"/>
      </p:ext>
    </p:extLst>
  </p:cSld>
  <p:clrMapOvr>
    <a:masterClrMapping/>
  </p:clrMapOvr>
  <p:transition spd="med"/>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userDrawn="1">
  <p:cSld name="1_Blank slide + bg">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04C368F-0A2B-62F6-52C1-86D0B77A0063}"/>
              </a:ext>
            </a:extLst>
          </p:cNvPr>
          <p:cNvSpPr/>
          <p:nvPr userDrawn="1"/>
        </p:nvSpPr>
        <p:spPr bwMode="auto">
          <a:xfrm>
            <a:off x="1" y="0"/>
            <a:ext cx="6096000" cy="1371600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5999" y="818967"/>
            <a:ext cx="4948500" cy="1446678"/>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1" y="261857"/>
            <a:ext cx="5519999" cy="318998"/>
          </a:xfrm>
        </p:spPr>
        <p:txBody>
          <a:bodyPr wrap="square">
            <a:spAutoFit/>
          </a:bodyPr>
          <a:lstStyle>
            <a:lvl1pPr>
              <a:defRPr sz="20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2847224793"/>
      </p:ext>
    </p:extLst>
  </p:cSld>
  <p:clrMapOvr>
    <a:masterClrMapping/>
  </p:clrMapOvr>
  <p:transition spd="med"/>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userDrawn="1">
  <p:cSld name="1_End slide">
    <p:bg>
      <p:bgPr>
        <a:solidFill>
          <a:srgbClr val="D0E2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49EB9D3-DC93-6233-858C-ACC2287366D6}"/>
              </a:ext>
            </a:extLst>
          </p:cNvPr>
          <p:cNvGrpSpPr/>
          <p:nvPr userDrawn="1"/>
        </p:nvGrpSpPr>
        <p:grpSpPr>
          <a:xfrm>
            <a:off x="8328024" y="6433590"/>
            <a:ext cx="7731127" cy="848822"/>
            <a:chOff x="8385174" y="6433589"/>
            <a:chExt cx="7731126" cy="848822"/>
          </a:xfrm>
        </p:grpSpPr>
        <p:sp>
          <p:nvSpPr>
            <p:cNvPr id="4" name="Graphic 9">
              <a:extLst>
                <a:ext uri="{FF2B5EF4-FFF2-40B4-BE49-F238E27FC236}">
                  <a16:creationId xmlns:a16="http://schemas.microsoft.com/office/drawing/2014/main" id="{AEAE4290-C6B0-B32C-A2EB-A067FF5AAF76}"/>
                </a:ext>
              </a:extLst>
            </p:cNvPr>
            <p:cNvSpPr/>
            <p:nvPr userDrawn="1"/>
          </p:nvSpPr>
          <p:spPr>
            <a:xfrm>
              <a:off x="8385174" y="6433589"/>
              <a:ext cx="2130426" cy="848822"/>
            </a:xfrm>
            <a:custGeom>
              <a:avLst/>
              <a:gdLst>
                <a:gd name="connsiteX0" fmla="*/ 0 w 3771900"/>
                <a:gd name="connsiteY0" fmla="*/ 1398206 h 1502833"/>
                <a:gd name="connsiteX1" fmla="*/ 733425 w 3771900"/>
                <a:gd name="connsiteY1" fmla="*/ 1398206 h 1502833"/>
                <a:gd name="connsiteX2" fmla="*/ 733425 w 3771900"/>
                <a:gd name="connsiteY2" fmla="*/ 1502833 h 1502833"/>
                <a:gd name="connsiteX3" fmla="*/ 0 w 3771900"/>
                <a:gd name="connsiteY3" fmla="*/ 1502833 h 1502833"/>
                <a:gd name="connsiteX4" fmla="*/ 0 w 3771900"/>
                <a:gd name="connsiteY4" fmla="*/ 1398206 h 1502833"/>
                <a:gd name="connsiteX5" fmla="*/ 0 w 3771900"/>
                <a:gd name="connsiteY5" fmla="*/ 1303090 h 1502833"/>
                <a:gd name="connsiteX6" fmla="*/ 733425 w 3771900"/>
                <a:gd name="connsiteY6" fmla="*/ 1303090 h 1502833"/>
                <a:gd name="connsiteX7" fmla="*/ 733425 w 3771900"/>
                <a:gd name="connsiteY7" fmla="*/ 1198462 h 1502833"/>
                <a:gd name="connsiteX8" fmla="*/ 0 w 3771900"/>
                <a:gd name="connsiteY8" fmla="*/ 1198462 h 1502833"/>
                <a:gd name="connsiteX9" fmla="*/ 0 w 3771900"/>
                <a:gd name="connsiteY9" fmla="*/ 1303090 h 1502833"/>
                <a:gd name="connsiteX10" fmla="*/ 209550 w 3771900"/>
                <a:gd name="connsiteY10" fmla="*/ 1103346 h 1502833"/>
                <a:gd name="connsiteX11" fmla="*/ 523875 w 3771900"/>
                <a:gd name="connsiteY11" fmla="*/ 1103346 h 1502833"/>
                <a:gd name="connsiteX12" fmla="*/ 523875 w 3771900"/>
                <a:gd name="connsiteY12" fmla="*/ 998718 h 1502833"/>
                <a:gd name="connsiteX13" fmla="*/ 209550 w 3771900"/>
                <a:gd name="connsiteY13" fmla="*/ 998718 h 1502833"/>
                <a:gd name="connsiteX14" fmla="*/ 209550 w 3771900"/>
                <a:gd name="connsiteY14" fmla="*/ 1103346 h 1502833"/>
                <a:gd name="connsiteX15" fmla="*/ 209550 w 3771900"/>
                <a:gd name="connsiteY15" fmla="*/ 903602 h 1502833"/>
                <a:gd name="connsiteX16" fmla="*/ 523875 w 3771900"/>
                <a:gd name="connsiteY16" fmla="*/ 903602 h 1502833"/>
                <a:gd name="connsiteX17" fmla="*/ 523875 w 3771900"/>
                <a:gd name="connsiteY17" fmla="*/ 798975 h 1502833"/>
                <a:gd name="connsiteX18" fmla="*/ 209550 w 3771900"/>
                <a:gd name="connsiteY18" fmla="*/ 798975 h 1502833"/>
                <a:gd name="connsiteX19" fmla="*/ 209550 w 3771900"/>
                <a:gd name="connsiteY19" fmla="*/ 903602 h 1502833"/>
                <a:gd name="connsiteX20" fmla="*/ 209550 w 3771900"/>
                <a:gd name="connsiteY20" fmla="*/ 703859 h 1502833"/>
                <a:gd name="connsiteX21" fmla="*/ 523875 w 3771900"/>
                <a:gd name="connsiteY21" fmla="*/ 703859 h 1502833"/>
                <a:gd name="connsiteX22" fmla="*/ 523875 w 3771900"/>
                <a:gd name="connsiteY22" fmla="*/ 599231 h 1502833"/>
                <a:gd name="connsiteX23" fmla="*/ 209550 w 3771900"/>
                <a:gd name="connsiteY23" fmla="*/ 599231 h 1502833"/>
                <a:gd name="connsiteX24" fmla="*/ 209550 w 3771900"/>
                <a:gd name="connsiteY24" fmla="*/ 703859 h 1502833"/>
                <a:gd name="connsiteX25" fmla="*/ 523875 w 3771900"/>
                <a:gd name="connsiteY25" fmla="*/ 399487 h 1502833"/>
                <a:gd name="connsiteX26" fmla="*/ 209550 w 3771900"/>
                <a:gd name="connsiteY26" fmla="*/ 399487 h 1502833"/>
                <a:gd name="connsiteX27" fmla="*/ 209550 w 3771900"/>
                <a:gd name="connsiteY27" fmla="*/ 504115 h 1502833"/>
                <a:gd name="connsiteX28" fmla="*/ 523875 w 3771900"/>
                <a:gd name="connsiteY28" fmla="*/ 504115 h 1502833"/>
                <a:gd name="connsiteX29" fmla="*/ 523875 w 3771900"/>
                <a:gd name="connsiteY29" fmla="*/ 399487 h 1502833"/>
                <a:gd name="connsiteX30" fmla="*/ 0 w 3771900"/>
                <a:gd name="connsiteY30" fmla="*/ 304371 h 1502833"/>
                <a:gd name="connsiteX31" fmla="*/ 733425 w 3771900"/>
                <a:gd name="connsiteY31" fmla="*/ 304371 h 1502833"/>
                <a:gd name="connsiteX32" fmla="*/ 733425 w 3771900"/>
                <a:gd name="connsiteY32" fmla="*/ 199744 h 1502833"/>
                <a:gd name="connsiteX33" fmla="*/ 0 w 3771900"/>
                <a:gd name="connsiteY33" fmla="*/ 199744 h 1502833"/>
                <a:gd name="connsiteX34" fmla="*/ 0 w 3771900"/>
                <a:gd name="connsiteY34" fmla="*/ 304371 h 1502833"/>
                <a:gd name="connsiteX35" fmla="*/ 0 w 3771900"/>
                <a:gd name="connsiteY35" fmla="*/ 104628 h 1502833"/>
                <a:gd name="connsiteX36" fmla="*/ 733425 w 3771900"/>
                <a:gd name="connsiteY36" fmla="*/ 104628 h 1502833"/>
                <a:gd name="connsiteX37" fmla="*/ 733425 w 3771900"/>
                <a:gd name="connsiteY37" fmla="*/ 0 h 1502833"/>
                <a:gd name="connsiteX38" fmla="*/ 0 w 3771900"/>
                <a:gd name="connsiteY38" fmla="*/ 0 h 1502833"/>
                <a:gd name="connsiteX39" fmla="*/ 0 w 3771900"/>
                <a:gd name="connsiteY39" fmla="*/ 104628 h 1502833"/>
                <a:gd name="connsiteX40" fmla="*/ 838200 w 3771900"/>
                <a:gd name="connsiteY40" fmla="*/ 1303090 h 1502833"/>
                <a:gd name="connsiteX41" fmla="*/ 1956435 w 3771900"/>
                <a:gd name="connsiteY41" fmla="*/ 1303090 h 1502833"/>
                <a:gd name="connsiteX42" fmla="*/ 1998345 w 3771900"/>
                <a:gd name="connsiteY42" fmla="*/ 1198462 h 1502833"/>
                <a:gd name="connsiteX43" fmla="*/ 838200 w 3771900"/>
                <a:gd name="connsiteY43" fmla="*/ 1198462 h 1502833"/>
                <a:gd name="connsiteX44" fmla="*/ 838200 w 3771900"/>
                <a:gd name="connsiteY44" fmla="*/ 1303090 h 1502833"/>
                <a:gd name="connsiteX45" fmla="*/ 1868805 w 3771900"/>
                <a:gd name="connsiteY45" fmla="*/ 798975 h 1502833"/>
                <a:gd name="connsiteX46" fmla="*/ 1047750 w 3771900"/>
                <a:gd name="connsiteY46" fmla="*/ 798975 h 1502833"/>
                <a:gd name="connsiteX47" fmla="*/ 1047750 w 3771900"/>
                <a:gd name="connsiteY47" fmla="*/ 903602 h 1502833"/>
                <a:gd name="connsiteX48" fmla="*/ 1956435 w 3771900"/>
                <a:gd name="connsiteY48" fmla="*/ 903602 h 1502833"/>
                <a:gd name="connsiteX49" fmla="*/ 1868805 w 3771900"/>
                <a:gd name="connsiteY49" fmla="*/ 798975 h 1502833"/>
                <a:gd name="connsiteX50" fmla="*/ 1047750 w 3771900"/>
                <a:gd name="connsiteY50" fmla="*/ 599231 h 1502833"/>
                <a:gd name="connsiteX51" fmla="*/ 1047750 w 3771900"/>
                <a:gd name="connsiteY51" fmla="*/ 703859 h 1502833"/>
                <a:gd name="connsiteX52" fmla="*/ 1868805 w 3771900"/>
                <a:gd name="connsiteY52" fmla="*/ 703859 h 1502833"/>
                <a:gd name="connsiteX53" fmla="*/ 1956435 w 3771900"/>
                <a:gd name="connsiteY53" fmla="*/ 599231 h 1502833"/>
                <a:gd name="connsiteX54" fmla="*/ 1047750 w 3771900"/>
                <a:gd name="connsiteY54" fmla="*/ 599231 h 1502833"/>
                <a:gd name="connsiteX55" fmla="*/ 1956435 w 3771900"/>
                <a:gd name="connsiteY55" fmla="*/ 199744 h 1502833"/>
                <a:gd name="connsiteX56" fmla="*/ 838200 w 3771900"/>
                <a:gd name="connsiteY56" fmla="*/ 199744 h 1502833"/>
                <a:gd name="connsiteX57" fmla="*/ 838200 w 3771900"/>
                <a:gd name="connsiteY57" fmla="*/ 304371 h 1502833"/>
                <a:gd name="connsiteX58" fmla="*/ 1998345 w 3771900"/>
                <a:gd name="connsiteY58" fmla="*/ 304371 h 1502833"/>
                <a:gd name="connsiteX59" fmla="*/ 1956435 w 3771900"/>
                <a:gd name="connsiteY59" fmla="*/ 199744 h 1502833"/>
                <a:gd name="connsiteX60" fmla="*/ 1609725 w 3771900"/>
                <a:gd name="connsiteY60" fmla="*/ 0 h 1502833"/>
                <a:gd name="connsiteX61" fmla="*/ 838200 w 3771900"/>
                <a:gd name="connsiteY61" fmla="*/ 0 h 1502833"/>
                <a:gd name="connsiteX62" fmla="*/ 838200 w 3771900"/>
                <a:gd name="connsiteY62" fmla="*/ 104628 h 1502833"/>
                <a:gd name="connsiteX63" fmla="*/ 1879282 w 3771900"/>
                <a:gd name="connsiteY63" fmla="*/ 104628 h 1502833"/>
                <a:gd name="connsiteX64" fmla="*/ 1609725 w 3771900"/>
                <a:gd name="connsiteY64" fmla="*/ 0 h 1502833"/>
                <a:gd name="connsiteX65" fmla="*/ 1047750 w 3771900"/>
                <a:gd name="connsiteY65" fmla="*/ 504115 h 1502833"/>
                <a:gd name="connsiteX66" fmla="*/ 1362075 w 3771900"/>
                <a:gd name="connsiteY66" fmla="*/ 504115 h 1502833"/>
                <a:gd name="connsiteX67" fmla="*/ 1362075 w 3771900"/>
                <a:gd name="connsiteY67" fmla="*/ 399487 h 1502833"/>
                <a:gd name="connsiteX68" fmla="*/ 1047750 w 3771900"/>
                <a:gd name="connsiteY68" fmla="*/ 399487 h 1502833"/>
                <a:gd name="connsiteX69" fmla="*/ 1047750 w 3771900"/>
                <a:gd name="connsiteY69" fmla="*/ 504115 h 1502833"/>
                <a:gd name="connsiteX70" fmla="*/ 1657350 w 3771900"/>
                <a:gd name="connsiteY70" fmla="*/ 504115 h 1502833"/>
                <a:gd name="connsiteX71" fmla="*/ 1995488 w 3771900"/>
                <a:gd name="connsiteY71" fmla="*/ 504115 h 1502833"/>
                <a:gd name="connsiteX72" fmla="*/ 2009775 w 3771900"/>
                <a:gd name="connsiteY72" fmla="*/ 399487 h 1502833"/>
                <a:gd name="connsiteX73" fmla="*/ 1657350 w 3771900"/>
                <a:gd name="connsiteY73" fmla="*/ 399487 h 1502833"/>
                <a:gd name="connsiteX74" fmla="*/ 1657350 w 3771900"/>
                <a:gd name="connsiteY74" fmla="*/ 504115 h 1502833"/>
                <a:gd name="connsiteX75" fmla="*/ 1047750 w 3771900"/>
                <a:gd name="connsiteY75" fmla="*/ 1103346 h 1502833"/>
                <a:gd name="connsiteX76" fmla="*/ 1362075 w 3771900"/>
                <a:gd name="connsiteY76" fmla="*/ 1103346 h 1502833"/>
                <a:gd name="connsiteX77" fmla="*/ 1362075 w 3771900"/>
                <a:gd name="connsiteY77" fmla="*/ 998718 h 1502833"/>
                <a:gd name="connsiteX78" fmla="*/ 1047750 w 3771900"/>
                <a:gd name="connsiteY78" fmla="*/ 998718 h 1502833"/>
                <a:gd name="connsiteX79" fmla="*/ 1047750 w 3771900"/>
                <a:gd name="connsiteY79" fmla="*/ 1103346 h 1502833"/>
                <a:gd name="connsiteX80" fmla="*/ 1657350 w 3771900"/>
                <a:gd name="connsiteY80" fmla="*/ 998718 h 1502833"/>
                <a:gd name="connsiteX81" fmla="*/ 1657350 w 3771900"/>
                <a:gd name="connsiteY81" fmla="*/ 1103346 h 1502833"/>
                <a:gd name="connsiteX82" fmla="*/ 2009775 w 3771900"/>
                <a:gd name="connsiteY82" fmla="*/ 1103346 h 1502833"/>
                <a:gd name="connsiteX83" fmla="*/ 1995488 w 3771900"/>
                <a:gd name="connsiteY83" fmla="*/ 998718 h 1502833"/>
                <a:gd name="connsiteX84" fmla="*/ 1657350 w 3771900"/>
                <a:gd name="connsiteY84" fmla="*/ 998718 h 1502833"/>
                <a:gd name="connsiteX85" fmla="*/ 838200 w 3771900"/>
                <a:gd name="connsiteY85" fmla="*/ 1502833 h 1502833"/>
                <a:gd name="connsiteX86" fmla="*/ 1609725 w 3771900"/>
                <a:gd name="connsiteY86" fmla="*/ 1502833 h 1502833"/>
                <a:gd name="connsiteX87" fmla="*/ 1879282 w 3771900"/>
                <a:gd name="connsiteY87" fmla="*/ 1398206 h 1502833"/>
                <a:gd name="connsiteX88" fmla="*/ 838200 w 3771900"/>
                <a:gd name="connsiteY88" fmla="*/ 1398206 h 1502833"/>
                <a:gd name="connsiteX89" fmla="*/ 838200 w 3771900"/>
                <a:gd name="connsiteY89" fmla="*/ 1502833 h 1502833"/>
                <a:gd name="connsiteX90" fmla="*/ 2933700 w 3771900"/>
                <a:gd name="connsiteY90" fmla="*/ 1502833 h 1502833"/>
                <a:gd name="connsiteX91" fmla="*/ 2969895 w 3771900"/>
                <a:gd name="connsiteY91" fmla="*/ 1398206 h 1502833"/>
                <a:gd name="connsiteX92" fmla="*/ 2897505 w 3771900"/>
                <a:gd name="connsiteY92" fmla="*/ 1398206 h 1502833"/>
                <a:gd name="connsiteX93" fmla="*/ 2933700 w 3771900"/>
                <a:gd name="connsiteY93" fmla="*/ 1502833 h 1502833"/>
                <a:gd name="connsiteX94" fmla="*/ 2864168 w 3771900"/>
                <a:gd name="connsiteY94" fmla="*/ 1303090 h 1502833"/>
                <a:gd name="connsiteX95" fmla="*/ 3004185 w 3771900"/>
                <a:gd name="connsiteY95" fmla="*/ 1303090 h 1502833"/>
                <a:gd name="connsiteX96" fmla="*/ 3041333 w 3771900"/>
                <a:gd name="connsiteY96" fmla="*/ 1198462 h 1502833"/>
                <a:gd name="connsiteX97" fmla="*/ 2827973 w 3771900"/>
                <a:gd name="connsiteY97" fmla="*/ 1198462 h 1502833"/>
                <a:gd name="connsiteX98" fmla="*/ 2864168 w 3771900"/>
                <a:gd name="connsiteY98" fmla="*/ 1303090 h 1502833"/>
                <a:gd name="connsiteX99" fmla="*/ 2793683 w 3771900"/>
                <a:gd name="connsiteY99" fmla="*/ 1103346 h 1502833"/>
                <a:gd name="connsiteX100" fmla="*/ 3073718 w 3771900"/>
                <a:gd name="connsiteY100" fmla="*/ 1103346 h 1502833"/>
                <a:gd name="connsiteX101" fmla="*/ 3110865 w 3771900"/>
                <a:gd name="connsiteY101" fmla="*/ 998718 h 1502833"/>
                <a:gd name="connsiteX102" fmla="*/ 2757488 w 3771900"/>
                <a:gd name="connsiteY102" fmla="*/ 998718 h 1502833"/>
                <a:gd name="connsiteX103" fmla="*/ 2793683 w 3771900"/>
                <a:gd name="connsiteY103" fmla="*/ 1103346 h 1502833"/>
                <a:gd name="connsiteX104" fmla="*/ 2723198 w 3771900"/>
                <a:gd name="connsiteY104" fmla="*/ 903602 h 1502833"/>
                <a:gd name="connsiteX105" fmla="*/ 3144203 w 3771900"/>
                <a:gd name="connsiteY105" fmla="*/ 903602 h 1502833"/>
                <a:gd name="connsiteX106" fmla="*/ 3181350 w 3771900"/>
                <a:gd name="connsiteY106" fmla="*/ 798975 h 1502833"/>
                <a:gd name="connsiteX107" fmla="*/ 2687003 w 3771900"/>
                <a:gd name="connsiteY107" fmla="*/ 798975 h 1502833"/>
                <a:gd name="connsiteX108" fmla="*/ 2723198 w 3771900"/>
                <a:gd name="connsiteY108" fmla="*/ 903602 h 1502833"/>
                <a:gd name="connsiteX109" fmla="*/ 2305050 w 3771900"/>
                <a:gd name="connsiteY109" fmla="*/ 504115 h 1502833"/>
                <a:gd name="connsiteX110" fmla="*/ 2870835 w 3771900"/>
                <a:gd name="connsiteY110" fmla="*/ 504115 h 1502833"/>
                <a:gd name="connsiteX111" fmla="*/ 2834640 w 3771900"/>
                <a:gd name="connsiteY111" fmla="*/ 399487 h 1502833"/>
                <a:gd name="connsiteX112" fmla="*/ 2305050 w 3771900"/>
                <a:gd name="connsiteY112" fmla="*/ 399487 h 1502833"/>
                <a:gd name="connsiteX113" fmla="*/ 2305050 w 3771900"/>
                <a:gd name="connsiteY113" fmla="*/ 504115 h 1502833"/>
                <a:gd name="connsiteX114" fmla="*/ 3066098 w 3771900"/>
                <a:gd name="connsiteY114" fmla="*/ 304371 h 1502833"/>
                <a:gd name="connsiteX115" fmla="*/ 3771900 w 3771900"/>
                <a:gd name="connsiteY115" fmla="*/ 304371 h 1502833"/>
                <a:gd name="connsiteX116" fmla="*/ 3771900 w 3771900"/>
                <a:gd name="connsiteY116" fmla="*/ 199744 h 1502833"/>
                <a:gd name="connsiteX117" fmla="*/ 3102293 w 3771900"/>
                <a:gd name="connsiteY117" fmla="*/ 199744 h 1502833"/>
                <a:gd name="connsiteX118" fmla="*/ 3066098 w 3771900"/>
                <a:gd name="connsiteY118" fmla="*/ 304371 h 1502833"/>
                <a:gd name="connsiteX119" fmla="*/ 3171825 w 3771900"/>
                <a:gd name="connsiteY119" fmla="*/ 0 h 1502833"/>
                <a:gd name="connsiteX120" fmla="*/ 3135630 w 3771900"/>
                <a:gd name="connsiteY120" fmla="*/ 104628 h 1502833"/>
                <a:gd name="connsiteX121" fmla="*/ 3771900 w 3771900"/>
                <a:gd name="connsiteY121" fmla="*/ 104628 h 1502833"/>
                <a:gd name="connsiteX122" fmla="*/ 3771900 w 3771900"/>
                <a:gd name="connsiteY122" fmla="*/ 0 h 1502833"/>
                <a:gd name="connsiteX123" fmla="*/ 3171825 w 3771900"/>
                <a:gd name="connsiteY123" fmla="*/ 0 h 1502833"/>
                <a:gd name="connsiteX124" fmla="*/ 2095500 w 3771900"/>
                <a:gd name="connsiteY124" fmla="*/ 1502833 h 1502833"/>
                <a:gd name="connsiteX125" fmla="*/ 2619375 w 3771900"/>
                <a:gd name="connsiteY125" fmla="*/ 1502833 h 1502833"/>
                <a:gd name="connsiteX126" fmla="*/ 2619375 w 3771900"/>
                <a:gd name="connsiteY126" fmla="*/ 1398206 h 1502833"/>
                <a:gd name="connsiteX127" fmla="*/ 2095500 w 3771900"/>
                <a:gd name="connsiteY127" fmla="*/ 1398206 h 1502833"/>
                <a:gd name="connsiteX128" fmla="*/ 2095500 w 3771900"/>
                <a:gd name="connsiteY128" fmla="*/ 1502833 h 1502833"/>
                <a:gd name="connsiteX129" fmla="*/ 2095500 w 3771900"/>
                <a:gd name="connsiteY129" fmla="*/ 1303090 h 1502833"/>
                <a:gd name="connsiteX130" fmla="*/ 2619375 w 3771900"/>
                <a:gd name="connsiteY130" fmla="*/ 1303090 h 1502833"/>
                <a:gd name="connsiteX131" fmla="*/ 2619375 w 3771900"/>
                <a:gd name="connsiteY131" fmla="*/ 1198462 h 1502833"/>
                <a:gd name="connsiteX132" fmla="*/ 2095500 w 3771900"/>
                <a:gd name="connsiteY132" fmla="*/ 1198462 h 1502833"/>
                <a:gd name="connsiteX133" fmla="*/ 2095500 w 3771900"/>
                <a:gd name="connsiteY133" fmla="*/ 1303090 h 1502833"/>
                <a:gd name="connsiteX134" fmla="*/ 2305050 w 3771900"/>
                <a:gd name="connsiteY134" fmla="*/ 1103346 h 1502833"/>
                <a:gd name="connsiteX135" fmla="*/ 2619375 w 3771900"/>
                <a:gd name="connsiteY135" fmla="*/ 1103346 h 1502833"/>
                <a:gd name="connsiteX136" fmla="*/ 2619375 w 3771900"/>
                <a:gd name="connsiteY136" fmla="*/ 998718 h 1502833"/>
                <a:gd name="connsiteX137" fmla="*/ 2305050 w 3771900"/>
                <a:gd name="connsiteY137" fmla="*/ 998718 h 1502833"/>
                <a:gd name="connsiteX138" fmla="*/ 2305050 w 3771900"/>
                <a:gd name="connsiteY138" fmla="*/ 1103346 h 1502833"/>
                <a:gd name="connsiteX139" fmla="*/ 2305050 w 3771900"/>
                <a:gd name="connsiteY139" fmla="*/ 903602 h 1502833"/>
                <a:gd name="connsiteX140" fmla="*/ 2619375 w 3771900"/>
                <a:gd name="connsiteY140" fmla="*/ 903602 h 1502833"/>
                <a:gd name="connsiteX141" fmla="*/ 2619375 w 3771900"/>
                <a:gd name="connsiteY141" fmla="*/ 798975 h 1502833"/>
                <a:gd name="connsiteX142" fmla="*/ 2305050 w 3771900"/>
                <a:gd name="connsiteY142" fmla="*/ 798975 h 1502833"/>
                <a:gd name="connsiteX143" fmla="*/ 2305050 w 3771900"/>
                <a:gd name="connsiteY143" fmla="*/ 903602 h 1502833"/>
                <a:gd name="connsiteX144" fmla="*/ 3562350 w 3771900"/>
                <a:gd name="connsiteY144" fmla="*/ 399487 h 1502833"/>
                <a:gd name="connsiteX145" fmla="*/ 3032760 w 3771900"/>
                <a:gd name="connsiteY145" fmla="*/ 399487 h 1502833"/>
                <a:gd name="connsiteX146" fmla="*/ 2996565 w 3771900"/>
                <a:gd name="connsiteY146" fmla="*/ 504115 h 1502833"/>
                <a:gd name="connsiteX147" fmla="*/ 3562350 w 3771900"/>
                <a:gd name="connsiteY147" fmla="*/ 504115 h 1502833"/>
                <a:gd name="connsiteX148" fmla="*/ 3562350 w 3771900"/>
                <a:gd name="connsiteY148" fmla="*/ 399487 h 1502833"/>
                <a:gd name="connsiteX149" fmla="*/ 3248025 w 3771900"/>
                <a:gd name="connsiteY149" fmla="*/ 703859 h 1502833"/>
                <a:gd name="connsiteX150" fmla="*/ 3562350 w 3771900"/>
                <a:gd name="connsiteY150" fmla="*/ 703859 h 1502833"/>
                <a:gd name="connsiteX151" fmla="*/ 3562350 w 3771900"/>
                <a:gd name="connsiteY151" fmla="*/ 599231 h 1502833"/>
                <a:gd name="connsiteX152" fmla="*/ 2963228 w 3771900"/>
                <a:gd name="connsiteY152" fmla="*/ 599231 h 1502833"/>
                <a:gd name="connsiteX153" fmla="*/ 2933700 w 3771900"/>
                <a:gd name="connsiteY153" fmla="*/ 683884 h 1502833"/>
                <a:gd name="connsiteX154" fmla="*/ 2904173 w 3771900"/>
                <a:gd name="connsiteY154" fmla="*/ 599231 h 1502833"/>
                <a:gd name="connsiteX155" fmla="*/ 2305050 w 3771900"/>
                <a:gd name="connsiteY155" fmla="*/ 599231 h 1502833"/>
                <a:gd name="connsiteX156" fmla="*/ 2305050 w 3771900"/>
                <a:gd name="connsiteY156" fmla="*/ 703859 h 1502833"/>
                <a:gd name="connsiteX157" fmla="*/ 2619375 w 3771900"/>
                <a:gd name="connsiteY157" fmla="*/ 703859 h 1502833"/>
                <a:gd name="connsiteX158" fmla="*/ 2619375 w 3771900"/>
                <a:gd name="connsiteY158" fmla="*/ 607791 h 1502833"/>
                <a:gd name="connsiteX159" fmla="*/ 2652713 w 3771900"/>
                <a:gd name="connsiteY159" fmla="*/ 703859 h 1502833"/>
                <a:gd name="connsiteX160" fmla="*/ 3213735 w 3771900"/>
                <a:gd name="connsiteY160" fmla="*/ 703859 h 1502833"/>
                <a:gd name="connsiteX161" fmla="*/ 3247073 w 3771900"/>
                <a:gd name="connsiteY161" fmla="*/ 607791 h 1502833"/>
                <a:gd name="connsiteX162" fmla="*/ 3248025 w 3771900"/>
                <a:gd name="connsiteY162" fmla="*/ 703859 h 1502833"/>
                <a:gd name="connsiteX163" fmla="*/ 3562350 w 3771900"/>
                <a:gd name="connsiteY163" fmla="*/ 798975 h 1502833"/>
                <a:gd name="connsiteX164" fmla="*/ 3248025 w 3771900"/>
                <a:gd name="connsiteY164" fmla="*/ 798975 h 1502833"/>
                <a:gd name="connsiteX165" fmla="*/ 3248025 w 3771900"/>
                <a:gd name="connsiteY165" fmla="*/ 903602 h 1502833"/>
                <a:gd name="connsiteX166" fmla="*/ 3562350 w 3771900"/>
                <a:gd name="connsiteY166" fmla="*/ 903602 h 1502833"/>
                <a:gd name="connsiteX167" fmla="*/ 3562350 w 3771900"/>
                <a:gd name="connsiteY167" fmla="*/ 798975 h 1502833"/>
                <a:gd name="connsiteX168" fmla="*/ 3248025 w 3771900"/>
                <a:gd name="connsiteY168" fmla="*/ 1103346 h 1502833"/>
                <a:gd name="connsiteX169" fmla="*/ 3562350 w 3771900"/>
                <a:gd name="connsiteY169" fmla="*/ 1103346 h 1502833"/>
                <a:gd name="connsiteX170" fmla="*/ 3562350 w 3771900"/>
                <a:gd name="connsiteY170" fmla="*/ 998718 h 1502833"/>
                <a:gd name="connsiteX171" fmla="*/ 3248025 w 3771900"/>
                <a:gd name="connsiteY171" fmla="*/ 998718 h 1502833"/>
                <a:gd name="connsiteX172" fmla="*/ 3248025 w 3771900"/>
                <a:gd name="connsiteY172" fmla="*/ 1103346 h 1502833"/>
                <a:gd name="connsiteX173" fmla="*/ 3248025 w 3771900"/>
                <a:gd name="connsiteY173" fmla="*/ 1303090 h 1502833"/>
                <a:gd name="connsiteX174" fmla="*/ 3771900 w 3771900"/>
                <a:gd name="connsiteY174" fmla="*/ 1303090 h 1502833"/>
                <a:gd name="connsiteX175" fmla="*/ 3771900 w 3771900"/>
                <a:gd name="connsiteY175" fmla="*/ 1198462 h 1502833"/>
                <a:gd name="connsiteX176" fmla="*/ 3248025 w 3771900"/>
                <a:gd name="connsiteY176" fmla="*/ 1198462 h 1502833"/>
                <a:gd name="connsiteX177" fmla="*/ 3248025 w 3771900"/>
                <a:gd name="connsiteY177" fmla="*/ 1303090 h 1502833"/>
                <a:gd name="connsiteX178" fmla="*/ 3248025 w 3771900"/>
                <a:gd name="connsiteY178" fmla="*/ 1502833 h 1502833"/>
                <a:gd name="connsiteX179" fmla="*/ 3771900 w 3771900"/>
                <a:gd name="connsiteY179" fmla="*/ 1502833 h 1502833"/>
                <a:gd name="connsiteX180" fmla="*/ 3771900 w 3771900"/>
                <a:gd name="connsiteY180" fmla="*/ 1398206 h 1502833"/>
                <a:gd name="connsiteX181" fmla="*/ 3248025 w 3771900"/>
                <a:gd name="connsiteY181" fmla="*/ 1398206 h 1502833"/>
                <a:gd name="connsiteX182" fmla="*/ 3248025 w 3771900"/>
                <a:gd name="connsiteY182" fmla="*/ 1502833 h 1502833"/>
                <a:gd name="connsiteX183" fmla="*/ 2801303 w 3771900"/>
                <a:gd name="connsiteY183" fmla="*/ 304371 h 1502833"/>
                <a:gd name="connsiteX184" fmla="*/ 2765108 w 3771900"/>
                <a:gd name="connsiteY184" fmla="*/ 199744 h 1502833"/>
                <a:gd name="connsiteX185" fmla="*/ 2095500 w 3771900"/>
                <a:gd name="connsiteY185" fmla="*/ 199744 h 1502833"/>
                <a:gd name="connsiteX186" fmla="*/ 2095500 w 3771900"/>
                <a:gd name="connsiteY186" fmla="*/ 304371 h 1502833"/>
                <a:gd name="connsiteX187" fmla="*/ 2801303 w 3771900"/>
                <a:gd name="connsiteY187" fmla="*/ 304371 h 1502833"/>
                <a:gd name="connsiteX188" fmla="*/ 2731770 w 3771900"/>
                <a:gd name="connsiteY188" fmla="*/ 104628 h 1502833"/>
                <a:gd name="connsiteX189" fmla="*/ 2695575 w 3771900"/>
                <a:gd name="connsiteY189" fmla="*/ 0 h 1502833"/>
                <a:gd name="connsiteX190" fmla="*/ 2095500 w 3771900"/>
                <a:gd name="connsiteY190" fmla="*/ 0 h 1502833"/>
                <a:gd name="connsiteX191" fmla="*/ 2095500 w 3771900"/>
                <a:gd name="connsiteY191" fmla="*/ 104628 h 1502833"/>
                <a:gd name="connsiteX192" fmla="*/ 2731770 w 3771900"/>
                <a:gd name="connsiteY192" fmla="*/ 104628 h 150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3771900" h="1502833">
                  <a:moveTo>
                    <a:pt x="0" y="1398206"/>
                  </a:moveTo>
                  <a:lnTo>
                    <a:pt x="733425" y="1398206"/>
                  </a:lnTo>
                  <a:lnTo>
                    <a:pt x="733425" y="1502833"/>
                  </a:lnTo>
                  <a:lnTo>
                    <a:pt x="0" y="1502833"/>
                  </a:lnTo>
                  <a:lnTo>
                    <a:pt x="0" y="1398206"/>
                  </a:lnTo>
                  <a:close/>
                  <a:moveTo>
                    <a:pt x="0" y="1303090"/>
                  </a:moveTo>
                  <a:lnTo>
                    <a:pt x="733425" y="1303090"/>
                  </a:lnTo>
                  <a:lnTo>
                    <a:pt x="733425" y="1198462"/>
                  </a:lnTo>
                  <a:lnTo>
                    <a:pt x="0" y="1198462"/>
                  </a:lnTo>
                  <a:lnTo>
                    <a:pt x="0" y="1303090"/>
                  </a:lnTo>
                  <a:close/>
                  <a:moveTo>
                    <a:pt x="209550" y="1103346"/>
                  </a:moveTo>
                  <a:lnTo>
                    <a:pt x="523875" y="1103346"/>
                  </a:lnTo>
                  <a:lnTo>
                    <a:pt x="523875" y="998718"/>
                  </a:lnTo>
                  <a:lnTo>
                    <a:pt x="209550" y="998718"/>
                  </a:lnTo>
                  <a:lnTo>
                    <a:pt x="209550" y="1103346"/>
                  </a:lnTo>
                  <a:close/>
                  <a:moveTo>
                    <a:pt x="209550" y="903602"/>
                  </a:moveTo>
                  <a:lnTo>
                    <a:pt x="523875" y="903602"/>
                  </a:lnTo>
                  <a:lnTo>
                    <a:pt x="523875" y="798975"/>
                  </a:lnTo>
                  <a:lnTo>
                    <a:pt x="209550" y="798975"/>
                  </a:lnTo>
                  <a:lnTo>
                    <a:pt x="209550" y="903602"/>
                  </a:lnTo>
                  <a:close/>
                  <a:moveTo>
                    <a:pt x="209550" y="703859"/>
                  </a:moveTo>
                  <a:lnTo>
                    <a:pt x="523875" y="703859"/>
                  </a:lnTo>
                  <a:lnTo>
                    <a:pt x="523875" y="599231"/>
                  </a:lnTo>
                  <a:lnTo>
                    <a:pt x="209550" y="599231"/>
                  </a:lnTo>
                  <a:lnTo>
                    <a:pt x="209550" y="703859"/>
                  </a:lnTo>
                  <a:close/>
                  <a:moveTo>
                    <a:pt x="523875" y="399487"/>
                  </a:moveTo>
                  <a:lnTo>
                    <a:pt x="209550" y="399487"/>
                  </a:lnTo>
                  <a:lnTo>
                    <a:pt x="209550" y="504115"/>
                  </a:lnTo>
                  <a:lnTo>
                    <a:pt x="523875" y="504115"/>
                  </a:lnTo>
                  <a:lnTo>
                    <a:pt x="523875" y="399487"/>
                  </a:lnTo>
                  <a:close/>
                  <a:moveTo>
                    <a:pt x="0" y="304371"/>
                  </a:moveTo>
                  <a:lnTo>
                    <a:pt x="733425" y="304371"/>
                  </a:lnTo>
                  <a:lnTo>
                    <a:pt x="733425" y="199744"/>
                  </a:lnTo>
                  <a:lnTo>
                    <a:pt x="0" y="199744"/>
                  </a:lnTo>
                  <a:lnTo>
                    <a:pt x="0" y="304371"/>
                  </a:lnTo>
                  <a:close/>
                  <a:moveTo>
                    <a:pt x="0" y="104628"/>
                  </a:moveTo>
                  <a:lnTo>
                    <a:pt x="733425" y="104628"/>
                  </a:lnTo>
                  <a:lnTo>
                    <a:pt x="733425" y="0"/>
                  </a:lnTo>
                  <a:lnTo>
                    <a:pt x="0" y="0"/>
                  </a:lnTo>
                  <a:lnTo>
                    <a:pt x="0" y="104628"/>
                  </a:lnTo>
                  <a:close/>
                  <a:moveTo>
                    <a:pt x="838200" y="1303090"/>
                  </a:moveTo>
                  <a:lnTo>
                    <a:pt x="1956435" y="1303090"/>
                  </a:lnTo>
                  <a:cubicBezTo>
                    <a:pt x="1975485" y="1270750"/>
                    <a:pt x="1989773" y="1235557"/>
                    <a:pt x="1998345" y="1198462"/>
                  </a:cubicBezTo>
                  <a:lnTo>
                    <a:pt x="838200" y="1198462"/>
                  </a:lnTo>
                  <a:lnTo>
                    <a:pt x="838200" y="1303090"/>
                  </a:lnTo>
                  <a:close/>
                  <a:moveTo>
                    <a:pt x="1868805" y="798975"/>
                  </a:moveTo>
                  <a:lnTo>
                    <a:pt x="1047750" y="798975"/>
                  </a:lnTo>
                  <a:lnTo>
                    <a:pt x="1047750" y="903602"/>
                  </a:lnTo>
                  <a:lnTo>
                    <a:pt x="1956435" y="903602"/>
                  </a:lnTo>
                  <a:cubicBezTo>
                    <a:pt x="1932623" y="863654"/>
                    <a:pt x="1903095" y="828461"/>
                    <a:pt x="1868805" y="798975"/>
                  </a:cubicBezTo>
                  <a:close/>
                  <a:moveTo>
                    <a:pt x="1047750" y="599231"/>
                  </a:moveTo>
                  <a:lnTo>
                    <a:pt x="1047750" y="703859"/>
                  </a:lnTo>
                  <a:lnTo>
                    <a:pt x="1868805" y="703859"/>
                  </a:lnTo>
                  <a:cubicBezTo>
                    <a:pt x="1904048" y="674373"/>
                    <a:pt x="1933575" y="639180"/>
                    <a:pt x="1956435" y="599231"/>
                  </a:cubicBezTo>
                  <a:lnTo>
                    <a:pt x="1047750" y="599231"/>
                  </a:lnTo>
                  <a:close/>
                  <a:moveTo>
                    <a:pt x="1956435" y="199744"/>
                  </a:moveTo>
                  <a:lnTo>
                    <a:pt x="838200" y="199744"/>
                  </a:lnTo>
                  <a:lnTo>
                    <a:pt x="838200" y="304371"/>
                  </a:lnTo>
                  <a:lnTo>
                    <a:pt x="1998345" y="304371"/>
                  </a:lnTo>
                  <a:cubicBezTo>
                    <a:pt x="1988820" y="267276"/>
                    <a:pt x="1974532" y="232083"/>
                    <a:pt x="1956435" y="199744"/>
                  </a:cubicBezTo>
                  <a:close/>
                  <a:moveTo>
                    <a:pt x="1609725" y="0"/>
                  </a:moveTo>
                  <a:lnTo>
                    <a:pt x="838200" y="0"/>
                  </a:lnTo>
                  <a:lnTo>
                    <a:pt x="838200" y="104628"/>
                  </a:lnTo>
                  <a:lnTo>
                    <a:pt x="1879282" y="104628"/>
                  </a:lnTo>
                  <a:cubicBezTo>
                    <a:pt x="1808798" y="39949"/>
                    <a:pt x="1713548" y="0"/>
                    <a:pt x="1609725" y="0"/>
                  </a:cubicBezTo>
                  <a:close/>
                  <a:moveTo>
                    <a:pt x="1047750" y="504115"/>
                  </a:moveTo>
                  <a:lnTo>
                    <a:pt x="1362075" y="504115"/>
                  </a:lnTo>
                  <a:lnTo>
                    <a:pt x="1362075" y="399487"/>
                  </a:lnTo>
                  <a:lnTo>
                    <a:pt x="1047750" y="399487"/>
                  </a:lnTo>
                  <a:lnTo>
                    <a:pt x="1047750" y="504115"/>
                  </a:lnTo>
                  <a:close/>
                  <a:moveTo>
                    <a:pt x="1657350" y="504115"/>
                  </a:moveTo>
                  <a:lnTo>
                    <a:pt x="1995488" y="504115"/>
                  </a:lnTo>
                  <a:cubicBezTo>
                    <a:pt x="2004060" y="470824"/>
                    <a:pt x="2009775" y="435631"/>
                    <a:pt x="2009775" y="399487"/>
                  </a:cubicBezTo>
                  <a:lnTo>
                    <a:pt x="1657350" y="399487"/>
                  </a:lnTo>
                  <a:lnTo>
                    <a:pt x="1657350" y="504115"/>
                  </a:lnTo>
                  <a:close/>
                  <a:moveTo>
                    <a:pt x="1047750" y="1103346"/>
                  </a:moveTo>
                  <a:lnTo>
                    <a:pt x="1362075" y="1103346"/>
                  </a:lnTo>
                  <a:lnTo>
                    <a:pt x="1362075" y="998718"/>
                  </a:lnTo>
                  <a:lnTo>
                    <a:pt x="1047750" y="998718"/>
                  </a:lnTo>
                  <a:lnTo>
                    <a:pt x="1047750" y="1103346"/>
                  </a:lnTo>
                  <a:close/>
                  <a:moveTo>
                    <a:pt x="1657350" y="998718"/>
                  </a:moveTo>
                  <a:lnTo>
                    <a:pt x="1657350" y="1103346"/>
                  </a:lnTo>
                  <a:lnTo>
                    <a:pt x="2009775" y="1103346"/>
                  </a:lnTo>
                  <a:cubicBezTo>
                    <a:pt x="2009775" y="1067202"/>
                    <a:pt x="2005013" y="1032009"/>
                    <a:pt x="1995488" y="998718"/>
                  </a:cubicBezTo>
                  <a:lnTo>
                    <a:pt x="1657350" y="998718"/>
                  </a:lnTo>
                  <a:close/>
                  <a:moveTo>
                    <a:pt x="838200" y="1502833"/>
                  </a:moveTo>
                  <a:lnTo>
                    <a:pt x="1609725" y="1502833"/>
                  </a:lnTo>
                  <a:cubicBezTo>
                    <a:pt x="1714500" y="1502833"/>
                    <a:pt x="1808798" y="1462885"/>
                    <a:pt x="1879282" y="1398206"/>
                  </a:cubicBezTo>
                  <a:lnTo>
                    <a:pt x="838200" y="1398206"/>
                  </a:lnTo>
                  <a:lnTo>
                    <a:pt x="838200" y="1502833"/>
                  </a:lnTo>
                  <a:close/>
                  <a:moveTo>
                    <a:pt x="2933700" y="1502833"/>
                  </a:moveTo>
                  <a:lnTo>
                    <a:pt x="2969895" y="1398206"/>
                  </a:lnTo>
                  <a:lnTo>
                    <a:pt x="2897505" y="1398206"/>
                  </a:lnTo>
                  <a:lnTo>
                    <a:pt x="2933700" y="1502833"/>
                  </a:lnTo>
                  <a:close/>
                  <a:moveTo>
                    <a:pt x="2864168" y="1303090"/>
                  </a:moveTo>
                  <a:lnTo>
                    <a:pt x="3004185" y="1303090"/>
                  </a:lnTo>
                  <a:lnTo>
                    <a:pt x="3041333" y="1198462"/>
                  </a:lnTo>
                  <a:lnTo>
                    <a:pt x="2827973" y="1198462"/>
                  </a:lnTo>
                  <a:lnTo>
                    <a:pt x="2864168" y="1303090"/>
                  </a:lnTo>
                  <a:close/>
                  <a:moveTo>
                    <a:pt x="2793683" y="1103346"/>
                  </a:moveTo>
                  <a:lnTo>
                    <a:pt x="3073718" y="1103346"/>
                  </a:lnTo>
                  <a:lnTo>
                    <a:pt x="3110865" y="998718"/>
                  </a:lnTo>
                  <a:lnTo>
                    <a:pt x="2757488" y="998718"/>
                  </a:lnTo>
                  <a:lnTo>
                    <a:pt x="2793683" y="1103346"/>
                  </a:lnTo>
                  <a:close/>
                  <a:moveTo>
                    <a:pt x="2723198" y="903602"/>
                  </a:moveTo>
                  <a:lnTo>
                    <a:pt x="3144203" y="903602"/>
                  </a:lnTo>
                  <a:lnTo>
                    <a:pt x="3181350" y="798975"/>
                  </a:lnTo>
                  <a:lnTo>
                    <a:pt x="2687003" y="798975"/>
                  </a:lnTo>
                  <a:lnTo>
                    <a:pt x="2723198" y="903602"/>
                  </a:lnTo>
                  <a:close/>
                  <a:moveTo>
                    <a:pt x="2305050" y="504115"/>
                  </a:moveTo>
                  <a:lnTo>
                    <a:pt x="2870835" y="504115"/>
                  </a:lnTo>
                  <a:lnTo>
                    <a:pt x="2834640" y="399487"/>
                  </a:lnTo>
                  <a:lnTo>
                    <a:pt x="2305050" y="399487"/>
                  </a:lnTo>
                  <a:lnTo>
                    <a:pt x="2305050" y="504115"/>
                  </a:lnTo>
                  <a:close/>
                  <a:moveTo>
                    <a:pt x="3066098" y="304371"/>
                  </a:moveTo>
                  <a:lnTo>
                    <a:pt x="3771900" y="304371"/>
                  </a:lnTo>
                  <a:lnTo>
                    <a:pt x="3771900" y="199744"/>
                  </a:lnTo>
                  <a:lnTo>
                    <a:pt x="3102293" y="199744"/>
                  </a:lnTo>
                  <a:lnTo>
                    <a:pt x="3066098" y="304371"/>
                  </a:lnTo>
                  <a:close/>
                  <a:moveTo>
                    <a:pt x="3171825" y="0"/>
                  </a:moveTo>
                  <a:lnTo>
                    <a:pt x="3135630" y="104628"/>
                  </a:lnTo>
                  <a:lnTo>
                    <a:pt x="3771900" y="104628"/>
                  </a:lnTo>
                  <a:lnTo>
                    <a:pt x="3771900" y="0"/>
                  </a:lnTo>
                  <a:lnTo>
                    <a:pt x="3171825" y="0"/>
                  </a:lnTo>
                  <a:close/>
                  <a:moveTo>
                    <a:pt x="2095500" y="1502833"/>
                  </a:moveTo>
                  <a:lnTo>
                    <a:pt x="2619375" y="1502833"/>
                  </a:lnTo>
                  <a:lnTo>
                    <a:pt x="2619375" y="1398206"/>
                  </a:lnTo>
                  <a:lnTo>
                    <a:pt x="2095500" y="1398206"/>
                  </a:lnTo>
                  <a:lnTo>
                    <a:pt x="2095500" y="1502833"/>
                  </a:lnTo>
                  <a:close/>
                  <a:moveTo>
                    <a:pt x="2095500" y="1303090"/>
                  </a:moveTo>
                  <a:lnTo>
                    <a:pt x="2619375" y="1303090"/>
                  </a:lnTo>
                  <a:lnTo>
                    <a:pt x="2619375" y="1198462"/>
                  </a:lnTo>
                  <a:lnTo>
                    <a:pt x="2095500" y="1198462"/>
                  </a:lnTo>
                  <a:lnTo>
                    <a:pt x="2095500" y="1303090"/>
                  </a:lnTo>
                  <a:close/>
                  <a:moveTo>
                    <a:pt x="2305050" y="1103346"/>
                  </a:moveTo>
                  <a:lnTo>
                    <a:pt x="2619375" y="1103346"/>
                  </a:lnTo>
                  <a:lnTo>
                    <a:pt x="2619375" y="998718"/>
                  </a:lnTo>
                  <a:lnTo>
                    <a:pt x="2305050" y="998718"/>
                  </a:lnTo>
                  <a:lnTo>
                    <a:pt x="2305050" y="1103346"/>
                  </a:lnTo>
                  <a:close/>
                  <a:moveTo>
                    <a:pt x="2305050" y="903602"/>
                  </a:moveTo>
                  <a:lnTo>
                    <a:pt x="2619375" y="903602"/>
                  </a:lnTo>
                  <a:lnTo>
                    <a:pt x="2619375" y="798975"/>
                  </a:lnTo>
                  <a:lnTo>
                    <a:pt x="2305050" y="798975"/>
                  </a:lnTo>
                  <a:lnTo>
                    <a:pt x="2305050" y="903602"/>
                  </a:lnTo>
                  <a:close/>
                  <a:moveTo>
                    <a:pt x="3562350" y="399487"/>
                  </a:moveTo>
                  <a:lnTo>
                    <a:pt x="3032760" y="399487"/>
                  </a:lnTo>
                  <a:lnTo>
                    <a:pt x="2996565" y="504115"/>
                  </a:lnTo>
                  <a:lnTo>
                    <a:pt x="3562350" y="504115"/>
                  </a:lnTo>
                  <a:lnTo>
                    <a:pt x="3562350" y="399487"/>
                  </a:lnTo>
                  <a:close/>
                  <a:moveTo>
                    <a:pt x="3248025" y="703859"/>
                  </a:moveTo>
                  <a:lnTo>
                    <a:pt x="3562350" y="703859"/>
                  </a:lnTo>
                  <a:lnTo>
                    <a:pt x="3562350" y="599231"/>
                  </a:lnTo>
                  <a:lnTo>
                    <a:pt x="2963228" y="599231"/>
                  </a:lnTo>
                  <a:lnTo>
                    <a:pt x="2933700" y="683884"/>
                  </a:lnTo>
                  <a:lnTo>
                    <a:pt x="2904173" y="599231"/>
                  </a:lnTo>
                  <a:lnTo>
                    <a:pt x="2305050" y="599231"/>
                  </a:lnTo>
                  <a:lnTo>
                    <a:pt x="2305050" y="703859"/>
                  </a:lnTo>
                  <a:lnTo>
                    <a:pt x="2619375" y="703859"/>
                  </a:lnTo>
                  <a:lnTo>
                    <a:pt x="2619375" y="607791"/>
                  </a:lnTo>
                  <a:lnTo>
                    <a:pt x="2652713" y="703859"/>
                  </a:lnTo>
                  <a:lnTo>
                    <a:pt x="3213735" y="703859"/>
                  </a:lnTo>
                  <a:lnTo>
                    <a:pt x="3247073" y="607791"/>
                  </a:lnTo>
                  <a:lnTo>
                    <a:pt x="3248025" y="703859"/>
                  </a:lnTo>
                  <a:close/>
                  <a:moveTo>
                    <a:pt x="3562350" y="798975"/>
                  </a:moveTo>
                  <a:lnTo>
                    <a:pt x="3248025" y="798975"/>
                  </a:lnTo>
                  <a:lnTo>
                    <a:pt x="3248025" y="903602"/>
                  </a:lnTo>
                  <a:lnTo>
                    <a:pt x="3562350" y="903602"/>
                  </a:lnTo>
                  <a:lnTo>
                    <a:pt x="3562350" y="798975"/>
                  </a:lnTo>
                  <a:close/>
                  <a:moveTo>
                    <a:pt x="3248025" y="1103346"/>
                  </a:moveTo>
                  <a:lnTo>
                    <a:pt x="3562350" y="1103346"/>
                  </a:lnTo>
                  <a:lnTo>
                    <a:pt x="3562350" y="998718"/>
                  </a:lnTo>
                  <a:lnTo>
                    <a:pt x="3248025" y="998718"/>
                  </a:lnTo>
                  <a:lnTo>
                    <a:pt x="3248025" y="1103346"/>
                  </a:lnTo>
                  <a:close/>
                  <a:moveTo>
                    <a:pt x="3248025" y="1303090"/>
                  </a:moveTo>
                  <a:lnTo>
                    <a:pt x="3771900" y="1303090"/>
                  </a:lnTo>
                  <a:lnTo>
                    <a:pt x="3771900" y="1198462"/>
                  </a:lnTo>
                  <a:lnTo>
                    <a:pt x="3248025" y="1198462"/>
                  </a:lnTo>
                  <a:lnTo>
                    <a:pt x="3248025" y="1303090"/>
                  </a:lnTo>
                  <a:close/>
                  <a:moveTo>
                    <a:pt x="3248025" y="1502833"/>
                  </a:moveTo>
                  <a:lnTo>
                    <a:pt x="3771900" y="1502833"/>
                  </a:lnTo>
                  <a:lnTo>
                    <a:pt x="3771900" y="1398206"/>
                  </a:lnTo>
                  <a:lnTo>
                    <a:pt x="3248025" y="1398206"/>
                  </a:lnTo>
                  <a:lnTo>
                    <a:pt x="3248025" y="1502833"/>
                  </a:lnTo>
                  <a:close/>
                  <a:moveTo>
                    <a:pt x="2801303" y="304371"/>
                  </a:moveTo>
                  <a:lnTo>
                    <a:pt x="2765108" y="199744"/>
                  </a:lnTo>
                  <a:lnTo>
                    <a:pt x="2095500" y="199744"/>
                  </a:lnTo>
                  <a:lnTo>
                    <a:pt x="2095500" y="304371"/>
                  </a:lnTo>
                  <a:lnTo>
                    <a:pt x="2801303" y="304371"/>
                  </a:lnTo>
                  <a:close/>
                  <a:moveTo>
                    <a:pt x="2731770" y="104628"/>
                  </a:moveTo>
                  <a:lnTo>
                    <a:pt x="2695575" y="0"/>
                  </a:lnTo>
                  <a:lnTo>
                    <a:pt x="2095500" y="0"/>
                  </a:lnTo>
                  <a:lnTo>
                    <a:pt x="2095500" y="104628"/>
                  </a:lnTo>
                  <a:lnTo>
                    <a:pt x="2731770" y="104628"/>
                  </a:lnTo>
                  <a:close/>
                </a:path>
              </a:pathLst>
            </a:custGeom>
            <a:solidFill>
              <a:schemeClr val="accent1"/>
            </a:solidFill>
            <a:ln w="9525" cap="flat">
              <a:noFill/>
              <a:prstDash val="solid"/>
              <a:miter/>
            </a:ln>
          </p:spPr>
          <p:txBody>
            <a:bodyPr rtlCol="0" anchor="ctr"/>
            <a:lstStyle/>
            <a:p>
              <a:endParaRPr lang="en-US" sz="1800"/>
            </a:p>
          </p:txBody>
        </p:sp>
        <p:pic>
          <p:nvPicPr>
            <p:cNvPr id="5" name="Picture 4" descr="A blue text on a black background  AI-generated content may be incorrect.">
              <a:extLst>
                <a:ext uri="{FF2B5EF4-FFF2-40B4-BE49-F238E27FC236}">
                  <a16:creationId xmlns:a16="http://schemas.microsoft.com/office/drawing/2014/main" id="{854E8206-F061-C432-81C6-20B2A2ABC131}"/>
                </a:ext>
              </a:extLst>
            </p:cNvPr>
            <p:cNvPicPr>
              <a:picLocks noChangeAspect="1"/>
            </p:cNvPicPr>
            <p:nvPr userDrawn="1"/>
          </p:nvPicPr>
          <p:blipFill>
            <a:blip r:embed="rId2"/>
            <a:stretch>
              <a:fillRect/>
            </a:stretch>
          </p:blipFill>
          <p:spPr>
            <a:xfrm>
              <a:off x="13258800" y="6462713"/>
              <a:ext cx="2857500" cy="790575"/>
            </a:xfrm>
            <a:prstGeom prst="rect">
              <a:avLst/>
            </a:prstGeom>
          </p:spPr>
        </p:pic>
        <p:sp>
          <p:nvSpPr>
            <p:cNvPr id="6" name="TextBox 5">
              <a:extLst>
                <a:ext uri="{FF2B5EF4-FFF2-40B4-BE49-F238E27FC236}">
                  <a16:creationId xmlns:a16="http://schemas.microsoft.com/office/drawing/2014/main" id="{ADEE34AB-7972-6DDA-DC7B-D73F94561151}"/>
                </a:ext>
              </a:extLst>
            </p:cNvPr>
            <p:cNvSpPr txBox="1"/>
            <p:nvPr userDrawn="1"/>
          </p:nvSpPr>
          <p:spPr>
            <a:xfrm>
              <a:off x="11430000" y="6519447"/>
              <a:ext cx="914401" cy="67710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chor="ctr">
              <a:spAutoFit/>
            </a:bodyPr>
            <a:lstStyle/>
            <a:p>
              <a:pPr marL="0" indent="0" algn="ctr" defTabSz="2437912">
                <a:spcBef>
                  <a:spcPts val="2900"/>
                </a:spcBef>
                <a:buSzPct val="100000"/>
                <a:buFontTx/>
                <a:buNone/>
              </a:pPr>
              <a:r>
                <a:rPr lang="en-US" sz="4400" kern="0">
                  <a:solidFill>
                    <a:srgbClr val="000000"/>
                  </a:solidFill>
                  <a:ea typeface="+mj-ea"/>
                  <a:cs typeface="+mj-cs"/>
                  <a:sym typeface="IBM Plex Sans Light"/>
                </a:rPr>
                <a:t>&amp;</a:t>
              </a:r>
            </a:p>
          </p:txBody>
        </p:sp>
      </p:grpSp>
    </p:spTree>
    <p:extLst>
      <p:ext uri="{BB962C8B-B14F-4D97-AF65-F5344CB8AC3E}">
        <p14:creationId xmlns:p14="http://schemas.microsoft.com/office/powerpoint/2010/main" val="3101255290"/>
      </p:ext>
    </p:extLst>
  </p:cSld>
  <p:clrMapOvr>
    <a:masterClrMapping/>
  </p:clrMapOvr>
  <p:transition spd="med"/>
</p:sldLayout>
</file>

<file path=ppt/slideLayouts/slideLayout440.xml><?xml version="1.0" encoding="utf-8"?>
<p:sldLayout xmlns:a="http://schemas.openxmlformats.org/drawingml/2006/main" xmlns:r="http://schemas.openxmlformats.org/officeDocument/2006/relationships" xmlns:p="http://schemas.openxmlformats.org/presentationml/2006/main" userDrawn="1">
  <p:cSld name="CV">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2" y="818966"/>
            <a:ext cx="23236499" cy="701860"/>
          </a:xfrm>
        </p:spPr>
        <p:txBody>
          <a:bodyPr wrap="square">
            <a:spAutoFit/>
          </a:bodyPr>
          <a:lstStyle>
            <a:lvl1pPr>
              <a:lnSpc>
                <a:spcPct val="110000"/>
              </a:lnSpc>
              <a:defRPr sz="4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2" y="261857"/>
            <a:ext cx="23236499" cy="318998"/>
          </a:xfrm>
        </p:spPr>
        <p:txBody>
          <a:bodyPr>
            <a:spAutoFit/>
          </a:bodyPr>
          <a:lstStyle>
            <a:lvl1pPr>
              <a:defRPr sz="2000">
                <a:solidFill>
                  <a:schemeClr val="accent1"/>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95705686-89DC-2BEF-1E46-1396535BB55E}"/>
              </a:ext>
            </a:extLst>
          </p:cNvPr>
          <p:cNvSpPr/>
          <p:nvPr userDrawn="1"/>
        </p:nvSpPr>
        <p:spPr bwMode="auto">
          <a:xfrm>
            <a:off x="1" y="3044824"/>
            <a:ext cx="6096000" cy="10671176"/>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9" name="Picture Placeholder 8">
            <a:extLst>
              <a:ext uri="{FF2B5EF4-FFF2-40B4-BE49-F238E27FC236}">
                <a16:creationId xmlns:a16="http://schemas.microsoft.com/office/drawing/2014/main" id="{4BCFBEFD-5B8D-47C5-28B0-5D7685794DF0}"/>
              </a:ext>
            </a:extLst>
          </p:cNvPr>
          <p:cNvSpPr>
            <a:spLocks noGrp="1"/>
          </p:cNvSpPr>
          <p:nvPr>
            <p:ph type="pic" sz="quarter" idx="14"/>
          </p:nvPr>
        </p:nvSpPr>
        <p:spPr>
          <a:xfrm>
            <a:off x="576264" y="3551238"/>
            <a:ext cx="4956175" cy="5589588"/>
          </a:xfrm>
          <a:solidFill>
            <a:srgbClr val="F4F4F4"/>
          </a:solidFill>
        </p:spPr>
        <p:txBody>
          <a:bodyPr anchor="ctr"/>
          <a:lstStyle>
            <a:lvl1pPr algn="ctr">
              <a:defRPr/>
            </a:lvl1pPr>
          </a:lstStyle>
          <a:p>
            <a:endParaRPr lang="en-US"/>
          </a:p>
        </p:txBody>
      </p:sp>
      <p:sp>
        <p:nvSpPr>
          <p:cNvPr id="11" name="Text Placeholder 10">
            <a:extLst>
              <a:ext uri="{FF2B5EF4-FFF2-40B4-BE49-F238E27FC236}">
                <a16:creationId xmlns:a16="http://schemas.microsoft.com/office/drawing/2014/main" id="{13ACB8C3-591B-F2D6-9744-A71507A9EA0F}"/>
              </a:ext>
            </a:extLst>
          </p:cNvPr>
          <p:cNvSpPr>
            <a:spLocks noGrp="1"/>
          </p:cNvSpPr>
          <p:nvPr>
            <p:ph type="body" sz="quarter" idx="15" hasCustomPrompt="1"/>
          </p:nvPr>
        </p:nvSpPr>
        <p:spPr>
          <a:xfrm>
            <a:off x="576264" y="9512619"/>
            <a:ext cx="4956175" cy="1183658"/>
          </a:xfrm>
        </p:spPr>
        <p:txBody>
          <a:bodyPr wrap="square">
            <a:spAutoFit/>
          </a:bodyPr>
          <a:lstStyle>
            <a:lvl1pPr>
              <a:defRPr>
                <a:solidFill>
                  <a:schemeClr val="accent1"/>
                </a:solidFill>
                <a:latin typeface="IBM Plex Sans Medm" panose="020B0603050203000203" pitchFamily="34" charset="0"/>
              </a:defRPr>
            </a:lvl1pPr>
            <a:lvl2pPr>
              <a:defRPr>
                <a:solidFill>
                  <a:schemeClr val="accent1"/>
                </a:solidFill>
                <a:latin typeface="IBM Plex Sans Medm" panose="020B0603050203000203" pitchFamily="34" charset="0"/>
              </a:defRPr>
            </a:lvl2pPr>
            <a:lvl3pPr>
              <a:defRPr>
                <a:solidFill>
                  <a:schemeClr val="accent1"/>
                </a:solidFill>
                <a:latin typeface="IBM Plex Sans Medm" panose="020B0603050203000203" pitchFamily="34" charset="0"/>
              </a:defRPr>
            </a:lvl3pPr>
            <a:lvl4pPr>
              <a:defRPr>
                <a:solidFill>
                  <a:schemeClr val="accent1"/>
                </a:solidFill>
                <a:latin typeface="IBM Plex Sans Medm" panose="020B0603050203000203" pitchFamily="34" charset="0"/>
              </a:defRPr>
            </a:lvl4pPr>
            <a:lvl5pPr>
              <a:defRPr>
                <a:solidFill>
                  <a:schemeClr val="accent1"/>
                </a:solidFill>
                <a:latin typeface="IBM Plex Sans Medm" panose="020B0603050203000203" pitchFamily="34" charset="0"/>
              </a:defRPr>
            </a:lvl5pPr>
          </a:lstStyle>
          <a:p>
            <a:pPr lvl="0"/>
            <a:r>
              <a:rPr lang="en-US"/>
              <a:t>Name </a:t>
            </a:r>
            <a:br>
              <a:rPr lang="en-US"/>
            </a:br>
            <a:r>
              <a:rPr lang="en-US"/>
              <a:t>Surname</a:t>
            </a:r>
          </a:p>
        </p:txBody>
      </p:sp>
      <p:sp>
        <p:nvSpPr>
          <p:cNvPr id="12" name="Text Placeholder 10">
            <a:extLst>
              <a:ext uri="{FF2B5EF4-FFF2-40B4-BE49-F238E27FC236}">
                <a16:creationId xmlns:a16="http://schemas.microsoft.com/office/drawing/2014/main" id="{D47B08DB-F694-63D4-0A6F-9E495364F6B2}"/>
              </a:ext>
            </a:extLst>
          </p:cNvPr>
          <p:cNvSpPr>
            <a:spLocks noGrp="1"/>
          </p:cNvSpPr>
          <p:nvPr>
            <p:ph type="body" sz="quarter" idx="16" hasCustomPrompt="1"/>
          </p:nvPr>
        </p:nvSpPr>
        <p:spPr>
          <a:xfrm>
            <a:off x="576264" y="10973420"/>
            <a:ext cx="4956175" cy="574260"/>
          </a:xfrm>
        </p:spPr>
        <p:txBody>
          <a:bodyPr wrap="square">
            <a:spAutoFit/>
          </a:bodyPr>
          <a:lstStyle>
            <a:lvl1pPr>
              <a:defRPr>
                <a:solidFill>
                  <a:schemeClr val="accent1"/>
                </a:solidFill>
                <a:latin typeface="+mj-lt"/>
              </a:defRPr>
            </a:lvl1pPr>
            <a:lvl2pPr>
              <a:defRPr>
                <a:solidFill>
                  <a:schemeClr val="accent1"/>
                </a:solidFill>
                <a:latin typeface="IBM Plex Sans Medm" panose="020B0603050203000203" pitchFamily="34" charset="0"/>
              </a:defRPr>
            </a:lvl2pPr>
            <a:lvl3pPr>
              <a:defRPr>
                <a:solidFill>
                  <a:schemeClr val="accent1"/>
                </a:solidFill>
                <a:latin typeface="IBM Plex Sans Medm" panose="020B0603050203000203" pitchFamily="34" charset="0"/>
              </a:defRPr>
            </a:lvl3pPr>
            <a:lvl4pPr>
              <a:defRPr>
                <a:solidFill>
                  <a:schemeClr val="accent1"/>
                </a:solidFill>
                <a:latin typeface="IBM Plex Sans Medm" panose="020B0603050203000203" pitchFamily="34" charset="0"/>
              </a:defRPr>
            </a:lvl4pPr>
            <a:lvl5pPr>
              <a:defRPr>
                <a:solidFill>
                  <a:schemeClr val="accent1"/>
                </a:solidFill>
                <a:latin typeface="IBM Plex Sans Medm" panose="020B0603050203000203" pitchFamily="34" charset="0"/>
              </a:defRPr>
            </a:lvl5pPr>
          </a:lstStyle>
          <a:p>
            <a:pPr lvl="0"/>
            <a:r>
              <a:rPr lang="en-US"/>
              <a:t>Role</a:t>
            </a:r>
          </a:p>
        </p:txBody>
      </p:sp>
      <p:sp>
        <p:nvSpPr>
          <p:cNvPr id="19" name="Text Placeholder 18">
            <a:extLst>
              <a:ext uri="{FF2B5EF4-FFF2-40B4-BE49-F238E27FC236}">
                <a16:creationId xmlns:a16="http://schemas.microsoft.com/office/drawing/2014/main" id="{6BC954C3-9E7B-E1E3-14D8-F0A0FC378631}"/>
              </a:ext>
            </a:extLst>
          </p:cNvPr>
          <p:cNvSpPr>
            <a:spLocks noGrp="1"/>
          </p:cNvSpPr>
          <p:nvPr>
            <p:ph type="body" sz="quarter" idx="18"/>
          </p:nvPr>
        </p:nvSpPr>
        <p:spPr>
          <a:xfrm>
            <a:off x="6672266" y="3522586"/>
            <a:ext cx="8343656" cy="1411668"/>
          </a:xfrm>
        </p:spPr>
        <p:txBody>
          <a:bodyPr>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8">
            <a:extLst>
              <a:ext uri="{FF2B5EF4-FFF2-40B4-BE49-F238E27FC236}">
                <a16:creationId xmlns:a16="http://schemas.microsoft.com/office/drawing/2014/main" id="{DEFE9CEC-5EA2-76BC-1E27-F57F35A2F249}"/>
              </a:ext>
            </a:extLst>
          </p:cNvPr>
          <p:cNvSpPr>
            <a:spLocks noGrp="1"/>
          </p:cNvSpPr>
          <p:nvPr>
            <p:ph type="body" sz="quarter" idx="19"/>
          </p:nvPr>
        </p:nvSpPr>
        <p:spPr>
          <a:xfrm>
            <a:off x="15460903" y="3522586"/>
            <a:ext cx="8343658" cy="1411668"/>
          </a:xfrm>
        </p:spPr>
        <p:txBody>
          <a:bodyPr>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Box 20">
            <a:extLst>
              <a:ext uri="{FF2B5EF4-FFF2-40B4-BE49-F238E27FC236}">
                <a16:creationId xmlns:a16="http://schemas.microsoft.com/office/drawing/2014/main" id="{00709631-7DE2-F2E8-1D05-D1FB4494AE42}"/>
              </a:ext>
            </a:extLst>
          </p:cNvPr>
          <p:cNvSpPr txBox="1"/>
          <p:nvPr userDrawn="1"/>
        </p:nvSpPr>
        <p:spPr>
          <a:xfrm>
            <a:off x="6672264" y="3044825"/>
            <a:ext cx="17132300" cy="3859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Key Skills / Expertise</a:t>
            </a:r>
          </a:p>
        </p:txBody>
      </p:sp>
      <p:cxnSp>
        <p:nvCxnSpPr>
          <p:cNvPr id="23" name="Straight Connector 22">
            <a:extLst>
              <a:ext uri="{FF2B5EF4-FFF2-40B4-BE49-F238E27FC236}">
                <a16:creationId xmlns:a16="http://schemas.microsoft.com/office/drawing/2014/main" id="{B8C1F454-3D9E-FE42-7785-422FBF13A2DE}"/>
              </a:ext>
            </a:extLst>
          </p:cNvPr>
          <p:cNvCxnSpPr>
            <a:cxnSpLocks/>
          </p:cNvCxnSpPr>
          <p:nvPr userDrawn="1"/>
        </p:nvCxnSpPr>
        <p:spPr bwMode="auto">
          <a:xfrm>
            <a:off x="6672264" y="5577466"/>
            <a:ext cx="171323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Text Placeholder 18">
            <a:extLst>
              <a:ext uri="{FF2B5EF4-FFF2-40B4-BE49-F238E27FC236}">
                <a16:creationId xmlns:a16="http://schemas.microsoft.com/office/drawing/2014/main" id="{2C3E7960-7C7A-A894-CBE8-EE4B90534D99}"/>
              </a:ext>
            </a:extLst>
          </p:cNvPr>
          <p:cNvSpPr>
            <a:spLocks noGrp="1"/>
          </p:cNvSpPr>
          <p:nvPr>
            <p:ph type="body" sz="quarter" idx="20"/>
          </p:nvPr>
        </p:nvSpPr>
        <p:spPr>
          <a:xfrm>
            <a:off x="6672264" y="6169166"/>
            <a:ext cx="17132300" cy="1411668"/>
          </a:xfrm>
        </p:spPr>
        <p:txBody>
          <a:bodyPr wrap="square">
            <a:spAutoFit/>
          </a:bodyPr>
          <a:lstStyle>
            <a:lvl1pPr>
              <a:spcAft>
                <a:spcPts val="100"/>
              </a:spcAft>
              <a:defRPr sz="2000"/>
            </a:lvl1pPr>
            <a:lvl2pPr>
              <a:spcAft>
                <a:spcPts val="100"/>
              </a:spcAft>
              <a:defRPr sz="2000"/>
            </a:lvl2pPr>
            <a:lvl3pPr>
              <a:spcAft>
                <a:spcPts val="100"/>
              </a:spcAft>
              <a:defRPr sz="2000"/>
            </a:lvl3pPr>
            <a:lvl4pPr>
              <a:spcAft>
                <a:spcPts val="100"/>
              </a:spcAft>
              <a:defRPr sz="20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TextBox 24">
            <a:extLst>
              <a:ext uri="{FF2B5EF4-FFF2-40B4-BE49-F238E27FC236}">
                <a16:creationId xmlns:a16="http://schemas.microsoft.com/office/drawing/2014/main" id="{102F504B-A77B-C2FA-B6A9-9AC40551A7E2}"/>
              </a:ext>
            </a:extLst>
          </p:cNvPr>
          <p:cNvSpPr txBox="1"/>
          <p:nvPr userDrawn="1"/>
        </p:nvSpPr>
        <p:spPr>
          <a:xfrm>
            <a:off x="6672264" y="5691405"/>
            <a:ext cx="17132300" cy="3859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Experience / Representative Engagements</a:t>
            </a:r>
          </a:p>
        </p:txBody>
      </p:sp>
      <p:cxnSp>
        <p:nvCxnSpPr>
          <p:cNvPr id="26" name="Straight Connector 25">
            <a:extLst>
              <a:ext uri="{FF2B5EF4-FFF2-40B4-BE49-F238E27FC236}">
                <a16:creationId xmlns:a16="http://schemas.microsoft.com/office/drawing/2014/main" id="{96C899B3-BFD3-EBEE-8162-886833EE4AB9}"/>
              </a:ext>
            </a:extLst>
          </p:cNvPr>
          <p:cNvCxnSpPr>
            <a:cxnSpLocks/>
          </p:cNvCxnSpPr>
          <p:nvPr userDrawn="1"/>
        </p:nvCxnSpPr>
        <p:spPr bwMode="auto">
          <a:xfrm>
            <a:off x="6672264" y="10935310"/>
            <a:ext cx="171323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Text Placeholder 18">
            <a:extLst>
              <a:ext uri="{FF2B5EF4-FFF2-40B4-BE49-F238E27FC236}">
                <a16:creationId xmlns:a16="http://schemas.microsoft.com/office/drawing/2014/main" id="{8EDCD54E-E468-BA4E-C7FE-B5786E65F323}"/>
              </a:ext>
            </a:extLst>
          </p:cNvPr>
          <p:cNvSpPr>
            <a:spLocks noGrp="1"/>
          </p:cNvSpPr>
          <p:nvPr>
            <p:ph type="body" sz="quarter" idx="21"/>
          </p:nvPr>
        </p:nvSpPr>
        <p:spPr>
          <a:xfrm>
            <a:off x="6672264" y="11567018"/>
            <a:ext cx="17132300" cy="696024"/>
          </a:xfrm>
        </p:spPr>
        <p:txBody>
          <a:bodyPr wrap="square">
            <a:spAutoFit/>
          </a:bodyPr>
          <a:lstStyle>
            <a:lvl1pPr>
              <a:spcAft>
                <a:spcPts val="100"/>
              </a:spcAft>
              <a:defRPr sz="2000"/>
            </a:lvl1pPr>
            <a:lvl2pPr>
              <a:spcAft>
                <a:spcPts val="100"/>
              </a:spcAft>
              <a:defRPr sz="2000"/>
            </a:lvl2pPr>
            <a:lvl3pPr>
              <a:spcAft>
                <a:spcPts val="300"/>
              </a:spcAft>
              <a:defRPr sz="2400"/>
            </a:lvl3pPr>
            <a:lvl4pPr>
              <a:spcAft>
                <a:spcPts val="300"/>
              </a:spcAft>
              <a:defRPr sz="2400"/>
            </a:lvl4pPr>
            <a:lvl5pPr>
              <a:defRPr sz="2400"/>
            </a:lvl5pPr>
          </a:lstStyle>
          <a:p>
            <a:pPr lvl="0"/>
            <a:r>
              <a:rPr lang="en-US"/>
              <a:t>Click to edit Master text styles</a:t>
            </a:r>
          </a:p>
          <a:p>
            <a:pPr lvl="1"/>
            <a:r>
              <a:rPr lang="en-US"/>
              <a:t>Second level</a:t>
            </a:r>
          </a:p>
        </p:txBody>
      </p:sp>
      <p:sp>
        <p:nvSpPr>
          <p:cNvPr id="28" name="TextBox 27">
            <a:extLst>
              <a:ext uri="{FF2B5EF4-FFF2-40B4-BE49-F238E27FC236}">
                <a16:creationId xmlns:a16="http://schemas.microsoft.com/office/drawing/2014/main" id="{28E5E079-EBB8-7D76-5F45-86C6675866CD}"/>
              </a:ext>
            </a:extLst>
          </p:cNvPr>
          <p:cNvSpPr txBox="1"/>
          <p:nvPr userDrawn="1"/>
        </p:nvSpPr>
        <p:spPr>
          <a:xfrm>
            <a:off x="6672264" y="11089257"/>
            <a:ext cx="17132300" cy="3859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marR="0" lvl="0" indent="0" defTabSz="2438400">
              <a:lnSpc>
                <a:spcPct val="110000"/>
              </a:lnSpc>
              <a:spcBef>
                <a:spcPts val="0"/>
              </a:spcBef>
              <a:spcAft>
                <a:spcPts val="0"/>
              </a:spcAft>
              <a:buClrTx/>
              <a:buSzTx/>
              <a:buFontTx/>
              <a:buNone/>
              <a:tabLst/>
              <a:defRPr sz="2800" b="0" i="0" u="none" strike="noStrike" cap="none" spc="0" baseline="0">
                <a:solidFill>
                  <a:schemeClr val="accent1"/>
                </a:solidFill>
                <a:uFillTx/>
                <a:latin typeface="IBM Plex Sans Medm" panose="020B0603050203000203" pitchFamily="34" charset="0"/>
                <a:ea typeface="+mj-ea"/>
                <a:cs typeface="+mj-cs"/>
                <a:sym typeface="IBM Plex Sans Light"/>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4pPr>
            <a:lvl5pPr marL="1143000" marR="0" indent="-457200" defTabSz="2438400">
              <a:lnSpc>
                <a:spcPct val="110000"/>
              </a:lnSpc>
              <a:spcBef>
                <a:spcPts val="2900"/>
              </a:spcBef>
              <a:spcAft>
                <a:spcPts val="0"/>
              </a:spcAft>
              <a:buClrTx/>
              <a:buSzPct val="100000"/>
              <a:buFont typeface="IBM Plex Sans" panose="020B0604020202020204" pitchFamily="34" charset="0"/>
              <a:buChar char="•"/>
              <a:tabLst/>
              <a:defRPr b="0" i="0" u="none" strike="noStrike" cap="none" spc="0" baseline="0">
                <a:solidFill>
                  <a:schemeClr val="accent1"/>
                </a:solidFill>
                <a:uFillTx/>
                <a:latin typeface="IBM Plex Sans Medm" panose="020B0603050203000203" pitchFamily="34" charset="0"/>
                <a:ea typeface="+mj-ea"/>
                <a:cs typeface="+mj-cs"/>
                <a:sym typeface="IBM Plex Sans Light"/>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sym typeface="IBM Plex Sans Light"/>
              </a:defRPr>
            </a:lvl9pPr>
          </a:lstStyle>
          <a:p>
            <a:pPr lvl="0"/>
            <a:r>
              <a:rPr lang="en-US" sz="2400" noProof="0">
                <a:sym typeface="IBM Plex Sans Light"/>
              </a:rPr>
              <a:t>Credentials</a:t>
            </a:r>
          </a:p>
        </p:txBody>
      </p:sp>
    </p:spTree>
    <p:extLst>
      <p:ext uri="{BB962C8B-B14F-4D97-AF65-F5344CB8AC3E}">
        <p14:creationId xmlns:p14="http://schemas.microsoft.com/office/powerpoint/2010/main" val="3054930132"/>
      </p:ext>
    </p:extLst>
  </p:cSld>
  <p:clrMapOvr>
    <a:masterClrMapping/>
  </p:clrMapOvr>
  <p:transition spd="med"/>
</p:sldLayout>
</file>

<file path=ppt/slideLayouts/slideLayout441.xml><?xml version="1.0" encoding="utf-8"?>
<p:sldLayout xmlns:a="http://schemas.openxmlformats.org/drawingml/2006/main" xmlns:r="http://schemas.openxmlformats.org/officeDocument/2006/relationships" xmlns:p="http://schemas.openxmlformats.org/presentationml/2006/main" userDrawn="1">
  <p:cSld name="Client Reference ">
    <p:bg>
      <p:bgPr>
        <a:solidFill>
          <a:schemeClr val="bg1"/>
        </a:solidFill>
        <a:effectLst/>
      </p:bgPr>
    </p:bg>
    <p:spTree>
      <p:nvGrpSpPr>
        <p:cNvPr id="1" name=""/>
        <p:cNvGrpSpPr/>
        <p:nvPr/>
      </p:nvGrpSpPr>
      <p:grpSpPr>
        <a:xfrm>
          <a:off x="0" y="0"/>
          <a:ext cx="0" cy="0"/>
          <a:chOff x="0" y="0"/>
          <a:chExt cx="0" cy="0"/>
        </a:xfrm>
      </p:grpSpPr>
      <p:sp>
        <p:nvSpPr>
          <p:cNvPr id="3" name="矩形 3">
            <a:extLst>
              <a:ext uri="{FF2B5EF4-FFF2-40B4-BE49-F238E27FC236}">
                <a16:creationId xmlns:a16="http://schemas.microsoft.com/office/drawing/2014/main" id="{CDA27505-A3E8-BB7D-FC6A-11C87CE849B5}"/>
              </a:ext>
            </a:extLst>
          </p:cNvPr>
          <p:cNvSpPr/>
          <p:nvPr userDrawn="1"/>
        </p:nvSpPr>
        <p:spPr>
          <a:xfrm>
            <a:off x="12193589" y="7472751"/>
            <a:ext cx="12193573" cy="6243250"/>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R="0" lvl="0" indent="0" defTabSz="914218" fontAlgn="base">
              <a:lnSpc>
                <a:spcPct val="100000"/>
              </a:lnSpc>
              <a:spcBef>
                <a:spcPct val="0"/>
              </a:spcBef>
              <a:spcAft>
                <a:spcPct val="0"/>
              </a:spcAft>
              <a:buClrTx/>
              <a:buSzTx/>
              <a:buFont typeface="IBM Plex Sans Light"/>
              <a:buNone/>
              <a:tabLst/>
            </a:pPr>
            <a:endParaRPr kumimoji="0" sz="1400" b="0" i="0" u="none" strike="noStrike" cap="none" normalizeH="0" baseline="0">
              <a:ln>
                <a:noFill/>
              </a:ln>
              <a:solidFill>
                <a:schemeClr val="bg1"/>
              </a:solidFill>
              <a:effectLst/>
              <a:sym typeface="IBM Plex Sans Light"/>
            </a:endParaRP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2" name="Picture Placeholder 11">
            <a:extLst>
              <a:ext uri="{FF2B5EF4-FFF2-40B4-BE49-F238E27FC236}">
                <a16:creationId xmlns:a16="http://schemas.microsoft.com/office/drawing/2014/main" id="{9822AA61-3371-A626-A60A-587B58A930CD}"/>
              </a:ext>
            </a:extLst>
          </p:cNvPr>
          <p:cNvSpPr>
            <a:spLocks noGrp="1"/>
          </p:cNvSpPr>
          <p:nvPr>
            <p:ph type="pic" sz="quarter" idx="13"/>
          </p:nvPr>
        </p:nvSpPr>
        <p:spPr>
          <a:xfrm>
            <a:off x="12193588" y="0"/>
            <a:ext cx="12193575" cy="8572500"/>
          </a:xfrm>
          <a:prstGeom prst="rect">
            <a:avLst/>
          </a:prstGeom>
          <a:solidFill>
            <a:srgbClr val="F4F4F4"/>
          </a:solidFill>
        </p:spPr>
        <p:txBody>
          <a:bodyPr/>
          <a:lstStyle/>
          <a:p>
            <a:endParaRPr lang="en-GB"/>
          </a:p>
        </p:txBody>
      </p:sp>
      <p:sp>
        <p:nvSpPr>
          <p:cNvPr id="18" name="Text Placeholder 17">
            <a:extLst>
              <a:ext uri="{FF2B5EF4-FFF2-40B4-BE49-F238E27FC236}">
                <a16:creationId xmlns:a16="http://schemas.microsoft.com/office/drawing/2014/main" id="{696D94F7-823C-EF10-4ED1-C5C94E3E50EB}"/>
              </a:ext>
            </a:extLst>
          </p:cNvPr>
          <p:cNvSpPr>
            <a:spLocks noGrp="1"/>
          </p:cNvSpPr>
          <p:nvPr>
            <p:ph type="body" sz="quarter" idx="22"/>
          </p:nvPr>
        </p:nvSpPr>
        <p:spPr>
          <a:xfrm>
            <a:off x="576072" y="2640015"/>
            <a:ext cx="4946650" cy="382798"/>
          </a:xfrm>
          <a:prstGeom prst="rect">
            <a:avLst/>
          </a:prstGeom>
        </p:spPr>
        <p:txBody>
          <a:bodyPr lIns="0" tIns="0" rIns="0" bIns="0">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19" name="Text Placeholder 17">
            <a:extLst>
              <a:ext uri="{FF2B5EF4-FFF2-40B4-BE49-F238E27FC236}">
                <a16:creationId xmlns:a16="http://schemas.microsoft.com/office/drawing/2014/main" id="{6F947815-666D-DB45-4B01-5CA6A5A9DA63}"/>
              </a:ext>
            </a:extLst>
          </p:cNvPr>
          <p:cNvSpPr>
            <a:spLocks noGrp="1"/>
          </p:cNvSpPr>
          <p:nvPr>
            <p:ph type="body" sz="quarter" idx="23"/>
          </p:nvPr>
        </p:nvSpPr>
        <p:spPr>
          <a:xfrm>
            <a:off x="576072" y="3187461"/>
            <a:ext cx="10468801" cy="318998"/>
          </a:xfrm>
          <a:prstGeom prst="rect">
            <a:avLst/>
          </a:prstGeom>
        </p:spPr>
        <p:txBody>
          <a:bodyPr wrap="square" lIns="0" tIns="0" rIns="0" bIns="0">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0" name="Text Placeholder 17">
            <a:extLst>
              <a:ext uri="{FF2B5EF4-FFF2-40B4-BE49-F238E27FC236}">
                <a16:creationId xmlns:a16="http://schemas.microsoft.com/office/drawing/2014/main" id="{EF0E5681-FECD-ABB0-3071-687B566CD7DF}"/>
              </a:ext>
            </a:extLst>
          </p:cNvPr>
          <p:cNvSpPr>
            <a:spLocks noGrp="1"/>
          </p:cNvSpPr>
          <p:nvPr>
            <p:ph type="body" sz="quarter" idx="24"/>
          </p:nvPr>
        </p:nvSpPr>
        <p:spPr>
          <a:xfrm>
            <a:off x="576072" y="5128917"/>
            <a:ext cx="4946650" cy="382798"/>
          </a:xfrm>
          <a:prstGeom prst="rect">
            <a:avLst/>
          </a:prstGeom>
        </p:spPr>
        <p:txBody>
          <a:bodyPr lIns="0" tIns="0" rIns="0" bIns="0">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1" name="Text Placeholder 17">
            <a:extLst>
              <a:ext uri="{FF2B5EF4-FFF2-40B4-BE49-F238E27FC236}">
                <a16:creationId xmlns:a16="http://schemas.microsoft.com/office/drawing/2014/main" id="{3B7BBE13-DE8F-FBAC-928B-8DCBF063820E}"/>
              </a:ext>
            </a:extLst>
          </p:cNvPr>
          <p:cNvSpPr>
            <a:spLocks noGrp="1"/>
          </p:cNvSpPr>
          <p:nvPr>
            <p:ph type="body" sz="quarter" idx="25"/>
          </p:nvPr>
        </p:nvSpPr>
        <p:spPr>
          <a:xfrm>
            <a:off x="576072" y="5676363"/>
            <a:ext cx="10468801" cy="318998"/>
          </a:xfrm>
          <a:prstGeom prst="rect">
            <a:avLst/>
          </a:prstGeom>
        </p:spPr>
        <p:txBody>
          <a:bodyPr wrap="square" lIns="0" tIns="0" rIns="0" bIns="0">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2" name="Text Placeholder 17">
            <a:extLst>
              <a:ext uri="{FF2B5EF4-FFF2-40B4-BE49-F238E27FC236}">
                <a16:creationId xmlns:a16="http://schemas.microsoft.com/office/drawing/2014/main" id="{5B28A337-7B1E-3F1F-39F4-DF019B346A4C}"/>
              </a:ext>
            </a:extLst>
          </p:cNvPr>
          <p:cNvSpPr>
            <a:spLocks noGrp="1"/>
          </p:cNvSpPr>
          <p:nvPr>
            <p:ph type="body" sz="quarter" idx="26"/>
          </p:nvPr>
        </p:nvSpPr>
        <p:spPr>
          <a:xfrm>
            <a:off x="576072" y="8269135"/>
            <a:ext cx="4946650" cy="382798"/>
          </a:xfrm>
          <a:prstGeom prst="rect">
            <a:avLst/>
          </a:prstGeom>
        </p:spPr>
        <p:txBody>
          <a:bodyPr lIns="0" tIns="0" rIns="0" bIns="0">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3" name="Text Placeholder 17">
            <a:extLst>
              <a:ext uri="{FF2B5EF4-FFF2-40B4-BE49-F238E27FC236}">
                <a16:creationId xmlns:a16="http://schemas.microsoft.com/office/drawing/2014/main" id="{C3E648D6-9DA5-F8E3-7891-5EA8D368F22D}"/>
              </a:ext>
            </a:extLst>
          </p:cNvPr>
          <p:cNvSpPr>
            <a:spLocks noGrp="1"/>
          </p:cNvSpPr>
          <p:nvPr>
            <p:ph type="body" sz="quarter" idx="27"/>
          </p:nvPr>
        </p:nvSpPr>
        <p:spPr>
          <a:xfrm>
            <a:off x="576072" y="8816583"/>
            <a:ext cx="10468801" cy="318998"/>
          </a:xfrm>
          <a:prstGeom prst="rect">
            <a:avLst/>
          </a:prstGeom>
        </p:spPr>
        <p:txBody>
          <a:bodyPr wrap="square" lIns="0" tIns="0" rIns="0" bIns="0">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4" name="Text Placeholder 17">
            <a:extLst>
              <a:ext uri="{FF2B5EF4-FFF2-40B4-BE49-F238E27FC236}">
                <a16:creationId xmlns:a16="http://schemas.microsoft.com/office/drawing/2014/main" id="{CD6826CE-B899-56B3-CE31-84C70FDCBD57}"/>
              </a:ext>
            </a:extLst>
          </p:cNvPr>
          <p:cNvSpPr>
            <a:spLocks noGrp="1"/>
          </p:cNvSpPr>
          <p:nvPr>
            <p:ph type="body" sz="quarter" idx="28"/>
          </p:nvPr>
        </p:nvSpPr>
        <p:spPr>
          <a:xfrm>
            <a:off x="12763500" y="10766199"/>
            <a:ext cx="4953001" cy="382798"/>
          </a:xfrm>
          <a:prstGeom prst="rect">
            <a:avLst/>
          </a:prstGeo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9" name="Text Placeholder 17">
            <a:extLst>
              <a:ext uri="{FF2B5EF4-FFF2-40B4-BE49-F238E27FC236}">
                <a16:creationId xmlns:a16="http://schemas.microsoft.com/office/drawing/2014/main" id="{3F79E11A-4F30-77C7-A6AA-D0717B2CE5AC}"/>
              </a:ext>
            </a:extLst>
          </p:cNvPr>
          <p:cNvSpPr>
            <a:spLocks noGrp="1"/>
          </p:cNvSpPr>
          <p:nvPr>
            <p:ph type="body" sz="quarter" idx="29"/>
          </p:nvPr>
        </p:nvSpPr>
        <p:spPr>
          <a:xfrm>
            <a:off x="18864034" y="10766199"/>
            <a:ext cx="4953001" cy="382798"/>
          </a:xfrm>
          <a:prstGeom prst="rect">
            <a:avLst/>
          </a:prstGeo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31" name="Text Placeholder 17">
            <a:extLst>
              <a:ext uri="{FF2B5EF4-FFF2-40B4-BE49-F238E27FC236}">
                <a16:creationId xmlns:a16="http://schemas.microsoft.com/office/drawing/2014/main" id="{CA4A69F3-1732-0612-A615-B2F77B8255F3}"/>
              </a:ext>
            </a:extLst>
          </p:cNvPr>
          <p:cNvSpPr>
            <a:spLocks noGrp="1"/>
          </p:cNvSpPr>
          <p:nvPr>
            <p:ph type="body" sz="quarter" idx="30"/>
          </p:nvPr>
        </p:nvSpPr>
        <p:spPr>
          <a:xfrm>
            <a:off x="12763500" y="9175747"/>
            <a:ext cx="4953001" cy="1371786"/>
          </a:xfrm>
          <a:prstGeom prst="rect">
            <a:avLst/>
          </a:prstGeom>
        </p:spPr>
        <p:txBody>
          <a:bodyPr wrap="square">
            <a:spAutoFit/>
          </a:bodyPr>
          <a:lstStyle>
            <a:lvl1pPr>
              <a:defRPr sz="8598" b="0" i="0">
                <a:solidFill>
                  <a:schemeClr val="accent1"/>
                </a:solidFill>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sp>
        <p:nvSpPr>
          <p:cNvPr id="32" name="Text Placeholder 17">
            <a:extLst>
              <a:ext uri="{FF2B5EF4-FFF2-40B4-BE49-F238E27FC236}">
                <a16:creationId xmlns:a16="http://schemas.microsoft.com/office/drawing/2014/main" id="{D782C184-182A-21E9-BD3B-0E6674CE42C8}"/>
              </a:ext>
            </a:extLst>
          </p:cNvPr>
          <p:cNvSpPr>
            <a:spLocks noGrp="1"/>
          </p:cNvSpPr>
          <p:nvPr>
            <p:ph type="body" sz="quarter" idx="31"/>
          </p:nvPr>
        </p:nvSpPr>
        <p:spPr>
          <a:xfrm>
            <a:off x="18864034" y="9175747"/>
            <a:ext cx="4953001" cy="1371786"/>
          </a:xfrm>
          <a:prstGeom prst="rect">
            <a:avLst/>
          </a:prstGeom>
        </p:spPr>
        <p:txBody>
          <a:bodyPr wrap="square">
            <a:spAutoFit/>
          </a:bodyPr>
          <a:lstStyle>
            <a:lvl1pPr>
              <a:defRPr sz="8598" b="0" i="0">
                <a:solidFill>
                  <a:schemeClr val="accent1"/>
                </a:solidFill>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cxnSp>
        <p:nvCxnSpPr>
          <p:cNvPr id="7" name="Straight Connector 6">
            <a:extLst>
              <a:ext uri="{FF2B5EF4-FFF2-40B4-BE49-F238E27FC236}">
                <a16:creationId xmlns:a16="http://schemas.microsoft.com/office/drawing/2014/main" id="{16B20E9C-BA12-761A-EDF3-FFF6CE53D0A5}"/>
              </a:ext>
            </a:extLst>
          </p:cNvPr>
          <p:cNvCxnSpPr>
            <a:cxnSpLocks/>
          </p:cNvCxnSpPr>
          <p:nvPr userDrawn="1"/>
        </p:nvCxnSpPr>
        <p:spPr bwMode="auto">
          <a:xfrm>
            <a:off x="18288001" y="9204774"/>
            <a:ext cx="0" cy="279196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ext Placeholder 5">
            <a:extLst>
              <a:ext uri="{FF2B5EF4-FFF2-40B4-BE49-F238E27FC236}">
                <a16:creationId xmlns:a16="http://schemas.microsoft.com/office/drawing/2014/main" id="{00981306-0CD1-AB5B-0CE8-41DB31C9A2F9}"/>
              </a:ext>
            </a:extLst>
          </p:cNvPr>
          <p:cNvSpPr>
            <a:spLocks noGrp="1"/>
          </p:cNvSpPr>
          <p:nvPr>
            <p:ph type="body" sz="quarter" idx="32"/>
          </p:nvPr>
        </p:nvSpPr>
        <p:spPr>
          <a:xfrm>
            <a:off x="575999" y="261857"/>
            <a:ext cx="8561579" cy="318998"/>
          </a:xfrm>
        </p:spPr>
        <p:txBody>
          <a:bodyPr>
            <a:spAutoFit/>
          </a:bodyPr>
          <a:lstStyle>
            <a:lvl1pPr>
              <a:defRPr sz="2000">
                <a:solidFill>
                  <a:schemeClr val="accent1"/>
                </a:solidFill>
              </a:defRPr>
            </a:lvl1pPr>
          </a:lstStyle>
          <a:p>
            <a:pPr lvl="0"/>
            <a:r>
              <a:rPr lang="en-US"/>
              <a:t>Click to edit Master text styles</a:t>
            </a:r>
          </a:p>
        </p:txBody>
      </p:sp>
      <p:sp>
        <p:nvSpPr>
          <p:cNvPr id="6" name="Title 5">
            <a:extLst>
              <a:ext uri="{FF2B5EF4-FFF2-40B4-BE49-F238E27FC236}">
                <a16:creationId xmlns:a16="http://schemas.microsoft.com/office/drawing/2014/main" id="{9853EFB3-D128-ED9B-4DD4-B1389BF8C216}"/>
              </a:ext>
            </a:extLst>
          </p:cNvPr>
          <p:cNvSpPr>
            <a:spLocks noGrp="1"/>
          </p:cNvSpPr>
          <p:nvPr>
            <p:ph type="title"/>
          </p:nvPr>
        </p:nvSpPr>
        <p:spPr>
          <a:xfrm>
            <a:off x="576000" y="819060"/>
            <a:ext cx="10468801" cy="701860"/>
          </a:xfrm>
          <a:ln w="12700">
            <a:miter lim="400000"/>
          </a:ln>
        </p:spPr>
        <p:txBody>
          <a:bodyPr wrap="square" lIns="0" tIns="0" rIns="0" bIns="0">
            <a:spAutoFit/>
          </a:bodyPr>
          <a:lstStyle>
            <a:lvl1pPr>
              <a:defRPr lang="en-US" sz="4400" dirty="0"/>
            </a:lvl1pPr>
          </a:lstStyle>
          <a:p>
            <a:pPr lvl="0">
              <a:lnSpc>
                <a:spcPct val="110000"/>
              </a:lnSpc>
            </a:pPr>
            <a:r>
              <a:rPr lang="en-US"/>
              <a:t>Click to edit Master title style</a:t>
            </a:r>
          </a:p>
        </p:txBody>
      </p:sp>
    </p:spTree>
    <p:extLst>
      <p:ext uri="{BB962C8B-B14F-4D97-AF65-F5344CB8AC3E}">
        <p14:creationId xmlns:p14="http://schemas.microsoft.com/office/powerpoint/2010/main" val="3509471757"/>
      </p:ext>
    </p:extLst>
  </p:cSld>
  <p:clrMapOvr>
    <a:masterClrMapping/>
  </p:clrMapOvr>
  <p:transition spd="med"/>
</p:sldLayout>
</file>

<file path=ppt/slideLayouts/slideLayout442.xml><?xml version="1.0" encoding="utf-8"?>
<p:sldLayout xmlns:a="http://schemas.openxmlformats.org/drawingml/2006/main" xmlns:r="http://schemas.openxmlformats.org/officeDocument/2006/relationships" xmlns:p="http://schemas.openxmlformats.org/presentationml/2006/main" userDrawn="1">
  <p:cSld name="1_Client Reference ">
    <p:bg>
      <p:bgPr>
        <a:solidFill>
          <a:schemeClr val="bg1"/>
        </a:solidFill>
        <a:effectLst/>
      </p:bgPr>
    </p:bg>
    <p:spTree>
      <p:nvGrpSpPr>
        <p:cNvPr id="1" name=""/>
        <p:cNvGrpSpPr/>
        <p:nvPr/>
      </p:nvGrpSpPr>
      <p:grpSpPr>
        <a:xfrm>
          <a:off x="0" y="0"/>
          <a:ext cx="0" cy="0"/>
          <a:chOff x="0" y="0"/>
          <a:chExt cx="0" cy="0"/>
        </a:xfrm>
      </p:grpSpPr>
      <p:sp>
        <p:nvSpPr>
          <p:cNvPr id="3" name="矩形 3">
            <a:extLst>
              <a:ext uri="{FF2B5EF4-FFF2-40B4-BE49-F238E27FC236}">
                <a16:creationId xmlns:a16="http://schemas.microsoft.com/office/drawing/2014/main" id="{CDA27505-A3E8-BB7D-FC6A-11C87CE849B5}"/>
              </a:ext>
            </a:extLst>
          </p:cNvPr>
          <p:cNvSpPr/>
          <p:nvPr userDrawn="1"/>
        </p:nvSpPr>
        <p:spPr>
          <a:xfrm>
            <a:off x="12184062" y="7472751"/>
            <a:ext cx="12201525" cy="6243250"/>
          </a:xfrm>
          <a:prstGeom prst="rect">
            <a:avLst/>
          </a:prstGeom>
          <a:solidFill>
            <a:srgbClr val="F4F4F4"/>
          </a:solidFill>
          <a:ln w="12700">
            <a:miter lim="400000"/>
          </a:ln>
        </p:spPr>
        <p:txBody>
          <a:bodyPr lIns="243806" tIns="243806" rIns="243806" bIns="243806"/>
          <a:lstStyle/>
          <a:p>
            <a:pPr defTabSz="2437912" hangingPunct="0">
              <a:defRPr/>
            </a:pPr>
            <a:endParaRPr sz="1800" kern="0">
              <a:solidFill>
                <a:srgbClr val="FFFFFF"/>
              </a:solidFill>
              <a:latin typeface="IBM Plex Sans Light"/>
              <a:sym typeface="IBM Plex Sans Light"/>
            </a:endParaRP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Consulting for Nestlé | IBM confidential</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2" name="Picture Placeholder 11">
            <a:extLst>
              <a:ext uri="{FF2B5EF4-FFF2-40B4-BE49-F238E27FC236}">
                <a16:creationId xmlns:a16="http://schemas.microsoft.com/office/drawing/2014/main" id="{9822AA61-3371-A626-A60A-587B58A930CD}"/>
              </a:ext>
            </a:extLst>
          </p:cNvPr>
          <p:cNvSpPr>
            <a:spLocks noGrp="1"/>
          </p:cNvSpPr>
          <p:nvPr>
            <p:ph type="pic" sz="quarter" idx="13"/>
          </p:nvPr>
        </p:nvSpPr>
        <p:spPr>
          <a:xfrm>
            <a:off x="12193588" y="0"/>
            <a:ext cx="12191999" cy="8572500"/>
          </a:xfrm>
          <a:solidFill>
            <a:srgbClr val="EDF5FF"/>
          </a:solidFill>
        </p:spPr>
        <p:txBody>
          <a:bodyPr/>
          <a:lstStyle/>
          <a:p>
            <a:endParaRPr lang="en-GB"/>
          </a:p>
        </p:txBody>
      </p:sp>
      <p:sp>
        <p:nvSpPr>
          <p:cNvPr id="14" name="Text Placeholder 6">
            <a:extLst>
              <a:ext uri="{FF2B5EF4-FFF2-40B4-BE49-F238E27FC236}">
                <a16:creationId xmlns:a16="http://schemas.microsoft.com/office/drawing/2014/main" id="{A127AFB9-0756-745C-AD7C-E46AD7738DE7}"/>
              </a:ext>
            </a:extLst>
          </p:cNvPr>
          <p:cNvSpPr>
            <a:spLocks noGrp="1"/>
          </p:cNvSpPr>
          <p:nvPr>
            <p:ph type="body" sz="quarter" idx="21"/>
          </p:nvPr>
        </p:nvSpPr>
        <p:spPr>
          <a:xfrm>
            <a:off x="576074" y="576073"/>
            <a:ext cx="4956175" cy="382798"/>
          </a:xfrm>
        </p:spPr>
        <p:txBody>
          <a:bodyPr>
            <a:spAutoFit/>
          </a:bodyPr>
          <a:lstStyle>
            <a:lvl1pPr>
              <a:defRPr sz="2400">
                <a:solidFill>
                  <a:schemeClr val="tx2"/>
                </a:solidFill>
              </a:defRPr>
            </a:lvl1pPr>
          </a:lstStyle>
          <a:p>
            <a:pPr lvl="0"/>
            <a:r>
              <a:rPr lang="en-GB"/>
              <a:t>Click to edit Master text styles</a:t>
            </a:r>
          </a:p>
        </p:txBody>
      </p:sp>
      <p:sp>
        <p:nvSpPr>
          <p:cNvPr id="15" name="Title 1">
            <a:extLst>
              <a:ext uri="{FF2B5EF4-FFF2-40B4-BE49-F238E27FC236}">
                <a16:creationId xmlns:a16="http://schemas.microsoft.com/office/drawing/2014/main" id="{89562629-63EE-05EF-D753-F3F04284032A}"/>
              </a:ext>
            </a:extLst>
          </p:cNvPr>
          <p:cNvSpPr>
            <a:spLocks noGrp="1"/>
          </p:cNvSpPr>
          <p:nvPr>
            <p:ph type="title"/>
          </p:nvPr>
        </p:nvSpPr>
        <p:spPr>
          <a:xfrm>
            <a:off x="576071" y="1162950"/>
            <a:ext cx="8561579" cy="701860"/>
          </a:xfrm>
        </p:spPr>
        <p:txBody>
          <a:bodyPr>
            <a:spAutoFit/>
          </a:bodyPr>
          <a:lstStyle>
            <a:lvl1pPr>
              <a:lnSpc>
                <a:spcPct val="110000"/>
              </a:lnSpc>
              <a:defRPr sz="4400">
                <a:solidFill>
                  <a:schemeClr val="tx2"/>
                </a:solidFill>
              </a:defRPr>
            </a:lvl1pPr>
          </a:lstStyle>
          <a:p>
            <a:r>
              <a:rPr lang="en-GB"/>
              <a:t>Click to edit Master title style</a:t>
            </a:r>
            <a:endParaRPr lang="en-US"/>
          </a:p>
        </p:txBody>
      </p:sp>
      <p:sp>
        <p:nvSpPr>
          <p:cNvPr id="18" name="Text Placeholder 17">
            <a:extLst>
              <a:ext uri="{FF2B5EF4-FFF2-40B4-BE49-F238E27FC236}">
                <a16:creationId xmlns:a16="http://schemas.microsoft.com/office/drawing/2014/main" id="{696D94F7-823C-EF10-4ED1-C5C94E3E50EB}"/>
              </a:ext>
            </a:extLst>
          </p:cNvPr>
          <p:cNvSpPr>
            <a:spLocks noGrp="1"/>
          </p:cNvSpPr>
          <p:nvPr>
            <p:ph type="body" sz="quarter" idx="22"/>
          </p:nvPr>
        </p:nvSpPr>
        <p:spPr>
          <a:xfrm>
            <a:off x="576072" y="3126397"/>
            <a:ext cx="4946650" cy="382798"/>
          </a:xfrm>
        </p:spPr>
        <p:txBody>
          <a:bodyPr>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19" name="Text Placeholder 17">
            <a:extLst>
              <a:ext uri="{FF2B5EF4-FFF2-40B4-BE49-F238E27FC236}">
                <a16:creationId xmlns:a16="http://schemas.microsoft.com/office/drawing/2014/main" id="{6F947815-666D-DB45-4B01-5CA6A5A9DA63}"/>
              </a:ext>
            </a:extLst>
          </p:cNvPr>
          <p:cNvSpPr>
            <a:spLocks noGrp="1"/>
          </p:cNvSpPr>
          <p:nvPr>
            <p:ph type="body" sz="quarter" idx="23"/>
          </p:nvPr>
        </p:nvSpPr>
        <p:spPr>
          <a:xfrm>
            <a:off x="576071" y="3673841"/>
            <a:ext cx="8561579" cy="318998"/>
          </a:xfrm>
        </p:spPr>
        <p:txBody>
          <a:bodyPr wrap="square">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0" name="Text Placeholder 17">
            <a:extLst>
              <a:ext uri="{FF2B5EF4-FFF2-40B4-BE49-F238E27FC236}">
                <a16:creationId xmlns:a16="http://schemas.microsoft.com/office/drawing/2014/main" id="{EF0E5681-FECD-ABB0-3071-687B566CD7DF}"/>
              </a:ext>
            </a:extLst>
          </p:cNvPr>
          <p:cNvSpPr>
            <a:spLocks noGrp="1"/>
          </p:cNvSpPr>
          <p:nvPr>
            <p:ph type="body" sz="quarter" idx="24"/>
          </p:nvPr>
        </p:nvSpPr>
        <p:spPr>
          <a:xfrm>
            <a:off x="576072" y="5615299"/>
            <a:ext cx="4946650" cy="382798"/>
          </a:xfrm>
        </p:spPr>
        <p:txBody>
          <a:bodyPr>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1" name="Text Placeholder 17">
            <a:extLst>
              <a:ext uri="{FF2B5EF4-FFF2-40B4-BE49-F238E27FC236}">
                <a16:creationId xmlns:a16="http://schemas.microsoft.com/office/drawing/2014/main" id="{3B7BBE13-DE8F-FBAC-928B-8DCBF063820E}"/>
              </a:ext>
            </a:extLst>
          </p:cNvPr>
          <p:cNvSpPr>
            <a:spLocks noGrp="1"/>
          </p:cNvSpPr>
          <p:nvPr>
            <p:ph type="body" sz="quarter" idx="25"/>
          </p:nvPr>
        </p:nvSpPr>
        <p:spPr>
          <a:xfrm>
            <a:off x="576071" y="6162745"/>
            <a:ext cx="8561579" cy="318998"/>
          </a:xfrm>
        </p:spPr>
        <p:txBody>
          <a:bodyPr wrap="square">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2" name="Text Placeholder 17">
            <a:extLst>
              <a:ext uri="{FF2B5EF4-FFF2-40B4-BE49-F238E27FC236}">
                <a16:creationId xmlns:a16="http://schemas.microsoft.com/office/drawing/2014/main" id="{5B28A337-7B1E-3F1F-39F4-DF019B346A4C}"/>
              </a:ext>
            </a:extLst>
          </p:cNvPr>
          <p:cNvSpPr>
            <a:spLocks noGrp="1"/>
          </p:cNvSpPr>
          <p:nvPr>
            <p:ph type="body" sz="quarter" idx="26"/>
          </p:nvPr>
        </p:nvSpPr>
        <p:spPr>
          <a:xfrm>
            <a:off x="576072" y="8104203"/>
            <a:ext cx="4946650" cy="382798"/>
          </a:xfrm>
        </p:spPr>
        <p:txBody>
          <a:bodyPr>
            <a:spAutoFit/>
          </a:bodyPr>
          <a:lstStyle>
            <a:lvl1pPr>
              <a:defRPr sz="2400" b="0" i="0">
                <a:latin typeface="IBM Plex Sans Medm" panose="020B0503050203000203" pitchFamily="34" charset="0"/>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3" name="Text Placeholder 17">
            <a:extLst>
              <a:ext uri="{FF2B5EF4-FFF2-40B4-BE49-F238E27FC236}">
                <a16:creationId xmlns:a16="http://schemas.microsoft.com/office/drawing/2014/main" id="{C3E648D6-9DA5-F8E3-7891-5EA8D368F22D}"/>
              </a:ext>
            </a:extLst>
          </p:cNvPr>
          <p:cNvSpPr>
            <a:spLocks noGrp="1"/>
          </p:cNvSpPr>
          <p:nvPr>
            <p:ph type="body" sz="quarter" idx="27"/>
          </p:nvPr>
        </p:nvSpPr>
        <p:spPr>
          <a:xfrm>
            <a:off x="576071" y="8651647"/>
            <a:ext cx="8561579" cy="318998"/>
          </a:xfrm>
        </p:spPr>
        <p:txBody>
          <a:bodyPr wrap="square">
            <a:spAutoFit/>
          </a:bodyPr>
          <a:lstStyle>
            <a:lvl1pPr>
              <a:spcAft>
                <a:spcPts val="1000"/>
              </a:spcAft>
              <a:defRPr sz="20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4" name="Text Placeholder 17">
            <a:extLst>
              <a:ext uri="{FF2B5EF4-FFF2-40B4-BE49-F238E27FC236}">
                <a16:creationId xmlns:a16="http://schemas.microsoft.com/office/drawing/2014/main" id="{CD6826CE-B899-56B3-CE31-84C70FDCBD57}"/>
              </a:ext>
            </a:extLst>
          </p:cNvPr>
          <p:cNvSpPr>
            <a:spLocks noGrp="1"/>
          </p:cNvSpPr>
          <p:nvPr>
            <p:ph type="body" sz="quarter" idx="28"/>
          </p:nvPr>
        </p:nvSpPr>
        <p:spPr>
          <a:xfrm>
            <a:off x="12763500" y="10564481"/>
            <a:ext cx="4953001" cy="382798"/>
          </a:xfr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29" name="Text Placeholder 17">
            <a:extLst>
              <a:ext uri="{FF2B5EF4-FFF2-40B4-BE49-F238E27FC236}">
                <a16:creationId xmlns:a16="http://schemas.microsoft.com/office/drawing/2014/main" id="{3F79E11A-4F30-77C7-A6AA-D0717B2CE5AC}"/>
              </a:ext>
            </a:extLst>
          </p:cNvPr>
          <p:cNvSpPr>
            <a:spLocks noGrp="1"/>
          </p:cNvSpPr>
          <p:nvPr>
            <p:ph type="body" sz="quarter" idx="29"/>
          </p:nvPr>
        </p:nvSpPr>
        <p:spPr>
          <a:xfrm>
            <a:off x="18861087" y="10564481"/>
            <a:ext cx="4953001" cy="382798"/>
          </a:xfrm>
        </p:spPr>
        <p:txBody>
          <a:bodyPr wrap="square">
            <a:spAutoFit/>
          </a:bodyPr>
          <a:lstStyle>
            <a:lvl1pPr>
              <a:defRPr sz="2400"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 to edit Master text styles</a:t>
            </a:r>
          </a:p>
        </p:txBody>
      </p:sp>
      <p:sp>
        <p:nvSpPr>
          <p:cNvPr id="31" name="Text Placeholder 17">
            <a:extLst>
              <a:ext uri="{FF2B5EF4-FFF2-40B4-BE49-F238E27FC236}">
                <a16:creationId xmlns:a16="http://schemas.microsoft.com/office/drawing/2014/main" id="{CA4A69F3-1732-0612-A615-B2F77B8255F3}"/>
              </a:ext>
            </a:extLst>
          </p:cNvPr>
          <p:cNvSpPr>
            <a:spLocks noGrp="1"/>
          </p:cNvSpPr>
          <p:nvPr>
            <p:ph type="body" sz="quarter" idx="30"/>
          </p:nvPr>
        </p:nvSpPr>
        <p:spPr>
          <a:xfrm>
            <a:off x="12763500" y="8988543"/>
            <a:ext cx="4953001" cy="1371786"/>
          </a:xfrm>
        </p:spPr>
        <p:txBody>
          <a:bodyPr wrap="square">
            <a:spAutoFit/>
          </a:bodyPr>
          <a:lstStyle>
            <a:lvl1pPr>
              <a:defRPr sz="8598"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sp>
        <p:nvSpPr>
          <p:cNvPr id="32" name="Text Placeholder 17">
            <a:extLst>
              <a:ext uri="{FF2B5EF4-FFF2-40B4-BE49-F238E27FC236}">
                <a16:creationId xmlns:a16="http://schemas.microsoft.com/office/drawing/2014/main" id="{D782C184-182A-21E9-BD3B-0E6674CE42C8}"/>
              </a:ext>
            </a:extLst>
          </p:cNvPr>
          <p:cNvSpPr>
            <a:spLocks noGrp="1"/>
          </p:cNvSpPr>
          <p:nvPr>
            <p:ph type="body" sz="quarter" idx="31"/>
          </p:nvPr>
        </p:nvSpPr>
        <p:spPr>
          <a:xfrm>
            <a:off x="18878548" y="8988543"/>
            <a:ext cx="4953001" cy="1371786"/>
          </a:xfrm>
        </p:spPr>
        <p:txBody>
          <a:bodyPr wrap="square">
            <a:spAutoFit/>
          </a:bodyPr>
          <a:lstStyle>
            <a:lvl1pPr>
              <a:defRPr sz="8598" b="0" i="0">
                <a:latin typeface="+mn-lt"/>
              </a:defRPr>
            </a:lvl1pPr>
            <a:lvl2pPr>
              <a:defRPr sz="2800" b="0" i="0">
                <a:latin typeface="IBM Plex Sans Medm" panose="020B0503050203000203" pitchFamily="34" charset="0"/>
              </a:defRPr>
            </a:lvl2pPr>
            <a:lvl3pPr>
              <a:defRPr sz="2800" b="0" i="0">
                <a:latin typeface="IBM Plex Sans Medm" panose="020B0503050203000203" pitchFamily="34" charset="0"/>
              </a:defRPr>
            </a:lvl3pPr>
            <a:lvl4pPr>
              <a:defRPr sz="2800" b="0" i="0">
                <a:latin typeface="IBM Plex Sans Medm" panose="020B0503050203000203" pitchFamily="34" charset="0"/>
              </a:defRPr>
            </a:lvl4pPr>
            <a:lvl5pPr>
              <a:defRPr sz="2800" b="0" i="0">
                <a:latin typeface="IBM Plex Sans Medm" panose="020B0503050203000203" pitchFamily="34" charset="0"/>
              </a:defRPr>
            </a:lvl5pPr>
          </a:lstStyle>
          <a:p>
            <a:pPr lvl="0"/>
            <a:r>
              <a:rPr lang="en-GB"/>
              <a:t>Click</a:t>
            </a:r>
          </a:p>
        </p:txBody>
      </p:sp>
      <p:cxnSp>
        <p:nvCxnSpPr>
          <p:cNvPr id="2" name="Straight Connector 1">
            <a:extLst>
              <a:ext uri="{FF2B5EF4-FFF2-40B4-BE49-F238E27FC236}">
                <a16:creationId xmlns:a16="http://schemas.microsoft.com/office/drawing/2014/main" id="{162E3BAF-83E9-F247-84D4-5C8F49CDDA30}"/>
              </a:ext>
            </a:extLst>
          </p:cNvPr>
          <p:cNvCxnSpPr>
            <a:cxnSpLocks/>
          </p:cNvCxnSpPr>
          <p:nvPr userDrawn="1"/>
        </p:nvCxnSpPr>
        <p:spPr bwMode="auto">
          <a:xfrm flipV="1">
            <a:off x="18289587" y="9012295"/>
            <a:ext cx="0" cy="2984446"/>
          </a:xfrm>
          <a:prstGeom prst="line">
            <a:avLst/>
          </a:prstGeom>
          <a:ln w="12700">
            <a:gradFill>
              <a:gsLst>
                <a:gs pos="100000">
                  <a:schemeClr val="accent1"/>
                </a:gs>
                <a:gs pos="0">
                  <a:srgbClr val="E0E0E0"/>
                </a:gs>
                <a:gs pos="50000">
                  <a:srgbClr val="EE5396"/>
                </a:gs>
              </a:gsLst>
              <a:lin ang="5400000" scaled="0"/>
            </a:gra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11398836"/>
      </p:ext>
    </p:extLst>
  </p:cSld>
  <p:clrMapOvr>
    <a:masterClrMapping/>
  </p:clrMapOvr>
  <p:transition spd="med"/>
</p:sldLayout>
</file>

<file path=ppt/slideLayouts/slideLayout443.xml><?xml version="1.0" encoding="utf-8"?>
<p:sldLayout xmlns:a="http://schemas.openxmlformats.org/drawingml/2006/main" xmlns:r="http://schemas.openxmlformats.org/officeDocument/2006/relationships" xmlns:p="http://schemas.openxmlformats.org/presentationml/2006/main" type="tx">
  <p:cSld name="1_Text, 4 columns ">
    <p:spTree>
      <p:nvGrpSpPr>
        <p:cNvPr id="1" name=""/>
        <p:cNvGrpSpPr/>
        <p:nvPr/>
      </p:nvGrpSpPr>
      <p:grpSpPr>
        <a:xfrm>
          <a:off x="0" y="0"/>
          <a:ext cx="0" cy="0"/>
          <a:chOff x="0" y="0"/>
          <a:chExt cx="0" cy="0"/>
        </a:xfrm>
      </p:grpSpPr>
      <p:sp>
        <p:nvSpPr>
          <p:cNvPr id="174" name="Title Text"/>
          <p:cNvSpPr txBox="1">
            <a:spLocks noGrp="1"/>
          </p:cNvSpPr>
          <p:nvPr>
            <p:ph type="title"/>
          </p:nvPr>
        </p:nvSpPr>
        <p:spPr>
          <a:xfrm>
            <a:off x="576078" y="576072"/>
            <a:ext cx="4942721" cy="1525588"/>
          </a:xfrm>
          <a:prstGeom prst="rect">
            <a:avLst/>
          </a:prstGeom>
        </p:spPr>
        <p:txBody>
          <a:bodyPr>
            <a:normAutofit/>
          </a:bodyPr>
          <a:lstStyle>
            <a:lvl1pPr>
              <a:lnSpc>
                <a:spcPct val="110000"/>
              </a:lnSpc>
              <a:defRPr sz="2800"/>
            </a:lvl1pPr>
          </a:lstStyle>
          <a:p>
            <a:r>
              <a:t>Title Text</a:t>
            </a:r>
          </a:p>
        </p:txBody>
      </p:sp>
      <p:sp>
        <p:nvSpPr>
          <p:cNvPr id="175" name="Body Level One…"/>
          <p:cNvSpPr txBox="1">
            <a:spLocks noGrp="1"/>
          </p:cNvSpPr>
          <p:nvPr>
            <p:ph type="body" sz="quarter" idx="1"/>
          </p:nvPr>
        </p:nvSpPr>
        <p:spPr>
          <a:xfrm>
            <a:off x="576075" y="3048001"/>
            <a:ext cx="4956821" cy="9153526"/>
          </a:xfrm>
          <a:prstGeom prst="rect">
            <a:avLst/>
          </a:prstGeom>
        </p:spPr>
        <p:txBody>
          <a:bodyPr>
            <a:normAutofit/>
          </a:bodyPr>
          <a:lstStyle>
            <a:lvl1pPr>
              <a:defRPr sz="2000">
                <a:latin typeface="IBM Plex Sans"/>
                <a:ea typeface="IBM Plex Sans"/>
                <a:cs typeface="IBM Plex Sans"/>
                <a:sym typeface="IBM Plex Sans"/>
              </a:defRPr>
            </a:lvl1pPr>
            <a:lvl2pPr marL="182842" indent="-182842">
              <a:defRPr sz="2000">
                <a:latin typeface="IBM Plex Sans"/>
                <a:ea typeface="IBM Plex Sans"/>
                <a:cs typeface="IBM Plex Sans"/>
                <a:sym typeface="IBM Plex Sans"/>
              </a:defRPr>
            </a:lvl2pPr>
            <a:lvl3pPr marL="365686" indent="-182842">
              <a:defRPr sz="2000">
                <a:latin typeface="IBM Plex Sans"/>
                <a:ea typeface="IBM Plex Sans"/>
                <a:cs typeface="IBM Plex Sans"/>
                <a:sym typeface="IBM Plex Sans"/>
              </a:defRPr>
            </a:lvl3pPr>
            <a:lvl4pPr marL="548530" indent="-182842">
              <a:defRPr sz="2000">
                <a:latin typeface="IBM Plex Sans"/>
                <a:ea typeface="IBM Plex Sans"/>
                <a:cs typeface="IBM Plex Sans"/>
                <a:sym typeface="IBM Plex Sans"/>
              </a:defRPr>
            </a:lvl4pPr>
            <a:lvl5pPr>
              <a:defRPr sz="2000">
                <a:latin typeface="IBM Plex Sans"/>
                <a:ea typeface="IBM Plex Sans"/>
                <a:cs typeface="IBM Plex San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76" name="Text Placeholder 6"/>
          <p:cNvSpPr>
            <a:spLocks noGrp="1"/>
          </p:cNvSpPr>
          <p:nvPr>
            <p:ph type="body" sz="quarter" idx="21"/>
          </p:nvPr>
        </p:nvSpPr>
        <p:spPr>
          <a:xfrm>
            <a:off x="6671545" y="3048001"/>
            <a:ext cx="4952059" cy="9153526"/>
          </a:xfrm>
          <a:prstGeom prst="rect">
            <a:avLst/>
          </a:prstGeom>
        </p:spPr>
        <p:txBody>
          <a:bodyPr>
            <a:normAutofit/>
          </a:bodyPr>
          <a:lstStyle/>
          <a:p>
            <a:pPr>
              <a:defRPr sz="2000">
                <a:latin typeface="IBM Plex Sans"/>
                <a:ea typeface="IBM Plex Sans"/>
                <a:cs typeface="IBM Plex Sans"/>
                <a:sym typeface="IBM Plex Sans"/>
              </a:defRPr>
            </a:pPr>
            <a:endParaRPr/>
          </a:p>
        </p:txBody>
      </p:sp>
      <p:sp>
        <p:nvSpPr>
          <p:cNvPr id="177" name="Text Placeholder 8"/>
          <p:cNvSpPr>
            <a:spLocks noGrp="1"/>
          </p:cNvSpPr>
          <p:nvPr>
            <p:ph type="body" sz="quarter" idx="22"/>
          </p:nvPr>
        </p:nvSpPr>
        <p:spPr>
          <a:xfrm>
            <a:off x="12781665" y="3048001"/>
            <a:ext cx="4953647" cy="9153526"/>
          </a:xfrm>
          <a:prstGeom prst="rect">
            <a:avLst/>
          </a:prstGeom>
        </p:spPr>
        <p:txBody>
          <a:bodyPr>
            <a:normAutofit/>
          </a:bodyPr>
          <a:lstStyle/>
          <a:p>
            <a:pPr>
              <a:defRPr sz="2000">
                <a:latin typeface="IBM Plex Sans"/>
                <a:ea typeface="IBM Plex Sans"/>
                <a:cs typeface="IBM Plex Sans"/>
                <a:sym typeface="IBM Plex Sans"/>
              </a:defRPr>
            </a:pPr>
            <a:endParaRPr/>
          </a:p>
        </p:txBody>
      </p:sp>
      <p:sp>
        <p:nvSpPr>
          <p:cNvPr id="178" name="Text Placeholder 10"/>
          <p:cNvSpPr>
            <a:spLocks noGrp="1"/>
          </p:cNvSpPr>
          <p:nvPr>
            <p:ph type="body" sz="quarter" idx="23"/>
          </p:nvPr>
        </p:nvSpPr>
        <p:spPr>
          <a:xfrm>
            <a:off x="18865133" y="3048001"/>
            <a:ext cx="4959996" cy="9153526"/>
          </a:xfrm>
          <a:prstGeom prst="rect">
            <a:avLst/>
          </a:prstGeom>
        </p:spPr>
        <p:txBody>
          <a:bodyPr>
            <a:normAutofit/>
          </a:bodyPr>
          <a:lstStyle/>
          <a:p>
            <a:pPr>
              <a:defRPr sz="2000">
                <a:latin typeface="IBM Plex Sans"/>
                <a:ea typeface="IBM Plex Sans"/>
                <a:cs typeface="IBM Plex Sans"/>
                <a:sym typeface="IBM Plex Sans"/>
              </a:defRPr>
            </a:pPr>
            <a:endParaRPr/>
          </a:p>
        </p:txBody>
      </p:sp>
      <p:sp>
        <p:nvSpPr>
          <p:cNvPr id="179" name="Slide Number"/>
          <p:cNvSpPr txBox="1">
            <a:spLocks noGrp="1"/>
          </p:cNvSpPr>
          <p:nvPr>
            <p:ph type="sldNum" sz="quarter" idx="2"/>
          </p:nvPr>
        </p:nvSpPr>
        <p:spPr>
          <a:prstGeom prst="rect">
            <a:avLst/>
          </a:prstGeom>
        </p:spPr>
        <p:txBody>
          <a:bodyPr/>
          <a:lstStyle/>
          <a:p>
            <a:pPr defTabSz="1829014">
              <a:defRPr/>
            </a:pPr>
            <a:fld id="{86CB4B4D-7CA3-9044-876B-883B54F8677D}" type="slidenum">
              <a:rPr lang="de-DE" smtClean="0">
                <a:solidFill>
                  <a:srgbClr val="000000"/>
                </a:solidFill>
              </a:rPr>
              <a:pPr defTabSz="1829014">
                <a:defRPr/>
              </a:pPr>
              <a:t>‹#›</a:t>
            </a:fld>
            <a:endParaRPr lang="de-DE">
              <a:solidFill>
                <a:srgbClr val="000000"/>
              </a:solidFill>
            </a:endParaRPr>
          </a:p>
        </p:txBody>
      </p:sp>
    </p:spTree>
    <p:extLst>
      <p:ext uri="{BB962C8B-B14F-4D97-AF65-F5344CB8AC3E}">
        <p14:creationId xmlns:p14="http://schemas.microsoft.com/office/powerpoint/2010/main" val="970026144"/>
      </p:ext>
    </p:extLst>
  </p:cSld>
  <p:clrMapOvr>
    <a:masterClrMapping/>
  </p:clrMapOvr>
  <p:transition spd="med"/>
</p:sldLayout>
</file>

<file path=ppt/slideLayouts/slideLayout444.xml><?xml version="1.0" encoding="utf-8"?>
<p:sldLayout xmlns:a="http://schemas.openxmlformats.org/drawingml/2006/main" xmlns:r="http://schemas.openxmlformats.org/officeDocument/2006/relationships" xmlns:p="http://schemas.openxmlformats.org/presentationml/2006/main" type="tx">
  <p:cSld name="2_Blank slide">
    <p:spTree>
      <p:nvGrpSpPr>
        <p:cNvPr id="1" name=""/>
        <p:cNvGrpSpPr/>
        <p:nvPr/>
      </p:nvGrpSpPr>
      <p:grpSpPr>
        <a:xfrm>
          <a:off x="0" y="0"/>
          <a:ext cx="0" cy="0"/>
          <a:chOff x="0" y="0"/>
          <a:chExt cx="0" cy="0"/>
        </a:xfrm>
      </p:grpSpPr>
      <p:sp>
        <p:nvSpPr>
          <p:cNvPr id="563" name="Title Text"/>
          <p:cNvSpPr txBox="1">
            <a:spLocks noGrp="1"/>
          </p:cNvSpPr>
          <p:nvPr>
            <p:ph type="title"/>
          </p:nvPr>
        </p:nvSpPr>
        <p:spPr>
          <a:xfrm>
            <a:off x="576076" y="576071"/>
            <a:ext cx="4950471" cy="2468754"/>
          </a:xfrm>
          <a:prstGeom prst="rect">
            <a:avLst/>
          </a:prstGeom>
        </p:spPr>
        <p:txBody>
          <a:bodyPr>
            <a:normAutofit/>
          </a:bodyPr>
          <a:lstStyle>
            <a:lvl1pPr>
              <a:lnSpc>
                <a:spcPct val="110000"/>
              </a:lnSpc>
              <a:defRPr sz="2800"/>
            </a:lvl1pPr>
          </a:lstStyle>
          <a:p>
            <a:r>
              <a:t>Title Text</a:t>
            </a:r>
          </a:p>
        </p:txBody>
      </p:sp>
      <p:sp>
        <p:nvSpPr>
          <p:cNvPr id="564" name="Slide Number"/>
          <p:cNvSpPr txBox="1">
            <a:spLocks noGrp="1"/>
          </p:cNvSpPr>
          <p:nvPr>
            <p:ph type="sldNum" sz="quarter" idx="2"/>
          </p:nvPr>
        </p:nvSpPr>
        <p:spPr>
          <a:prstGeom prst="rect">
            <a:avLst/>
          </a:prstGeom>
        </p:spPr>
        <p:txBody>
          <a:bodyPr/>
          <a:lstStyle/>
          <a:p>
            <a:pPr defTabSz="1829014">
              <a:defRPr/>
            </a:pPr>
            <a:fld id="{86CB4B4D-7CA3-9044-876B-883B54F8677D}" type="slidenum">
              <a:rPr lang="de-DE" smtClean="0">
                <a:solidFill>
                  <a:srgbClr val="000000"/>
                </a:solidFill>
              </a:rPr>
              <a:pPr defTabSz="1829014">
                <a:defRPr/>
              </a:pPr>
              <a:t>‹#›</a:t>
            </a:fld>
            <a:endParaRPr lang="de-DE">
              <a:solidFill>
                <a:srgbClr val="000000"/>
              </a:solidFill>
            </a:endParaRPr>
          </a:p>
        </p:txBody>
      </p:sp>
    </p:spTree>
    <p:extLst>
      <p:ext uri="{BB962C8B-B14F-4D97-AF65-F5344CB8AC3E}">
        <p14:creationId xmlns:p14="http://schemas.microsoft.com/office/powerpoint/2010/main" val="2682935002"/>
      </p:ext>
    </p:extLst>
  </p:cSld>
  <p:clrMapOvr>
    <a:masterClrMapping/>
  </p:clrMapOvr>
  <p:transition spd="med"/>
</p:sldLayout>
</file>

<file path=ppt/slideLayouts/slideLayout44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620" y="12712707"/>
            <a:ext cx="5487114" cy="730250"/>
          </a:xfrm>
          <a:prstGeom prst="rect">
            <a:avLst/>
          </a:prstGeom>
        </p:spPr>
        <p:txBody>
          <a:bodyPr/>
          <a:lstStyle/>
          <a:p>
            <a:endParaRPr lang="en-US"/>
          </a:p>
        </p:txBody>
      </p:sp>
      <p:sp>
        <p:nvSpPr>
          <p:cNvPr id="3" name="Footer Placeholder 2"/>
          <p:cNvSpPr>
            <a:spLocks noGrp="1"/>
          </p:cNvSpPr>
          <p:nvPr>
            <p:ph type="ftr" sz="quarter" idx="11"/>
          </p:nvPr>
        </p:nvSpPr>
        <p:spPr>
          <a:xfrm>
            <a:off x="8078254" y="12712707"/>
            <a:ext cx="8230672" cy="730250"/>
          </a:xfrm>
          <a:prstGeom prst="rect">
            <a:avLst/>
          </a:prstGeom>
        </p:spPr>
        <p:txBody>
          <a:bodyPr/>
          <a:lstStyle/>
          <a:p>
            <a:r>
              <a:rPr lang="en-US"/>
              <a:t>IBM Consulting for Nestlé | IBM confidential</a:t>
            </a:r>
          </a:p>
        </p:txBody>
      </p:sp>
      <p:sp>
        <p:nvSpPr>
          <p:cNvPr id="4" name="Slide Number Placeholder 3"/>
          <p:cNvSpPr>
            <a:spLocks noGrp="1"/>
          </p:cNvSpPr>
          <p:nvPr>
            <p:ph type="sldNum" sz="quarter" idx="12"/>
          </p:nvPr>
        </p:nvSpPr>
        <p:spPr>
          <a:xfrm>
            <a:off x="22309810" y="13196735"/>
            <a:ext cx="400750" cy="246222"/>
          </a:xfrm>
          <a:prstGeom prst="rect">
            <a:avLst/>
          </a:prstGeom>
        </p:spPr>
        <p:txBody>
          <a:bodyPr/>
          <a:lstStyle/>
          <a:p>
            <a:fld id="{48F63A3B-78C7-47BE-AE5E-E10140E04643}" type="slidenum">
              <a:rPr lang="en-US"/>
              <a:t>‹#›</a:t>
            </a:fld>
            <a:endParaRPr lang="en-US"/>
          </a:p>
        </p:txBody>
      </p:sp>
    </p:spTree>
    <p:extLst>
      <p:ext uri="{BB962C8B-B14F-4D97-AF65-F5344CB8AC3E}">
        <p14:creationId xmlns:p14="http://schemas.microsoft.com/office/powerpoint/2010/main" val="1124805524"/>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showMasterSp="0" userDrawn="1">
  <p:cSld name="Blank 1">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ECDE9CB-8D90-1246-95AA-5B67F2D8A901}"/>
              </a:ext>
            </a:extLst>
          </p:cNvPr>
          <p:cNvGrpSpPr/>
          <p:nvPr userDrawn="1"/>
        </p:nvGrpSpPr>
        <p:grpSpPr>
          <a:xfrm>
            <a:off x="762102" y="12954000"/>
            <a:ext cx="4522839" cy="381000"/>
            <a:chOff x="914400" y="7891626"/>
            <a:chExt cx="2713350" cy="228600"/>
          </a:xfrm>
        </p:grpSpPr>
        <p:sp>
          <p:nvSpPr>
            <p:cNvPr id="9" name="Footer Placeholder 3">
              <a:extLst>
                <a:ext uri="{FF2B5EF4-FFF2-40B4-BE49-F238E27FC236}">
                  <a16:creationId xmlns:a16="http://schemas.microsoft.com/office/drawing/2014/main" id="{17AA24E7-66D1-244F-9274-F27A2912CAEB}"/>
                </a:ext>
              </a:extLst>
            </p:cNvPr>
            <p:cNvSpPr txBox="1">
              <a:spLocks/>
            </p:cNvSpPr>
            <p:nvPr userDrawn="1"/>
          </p:nvSpPr>
          <p:spPr>
            <a:xfrm>
              <a:off x="914400" y="7891626"/>
              <a:ext cx="1523474" cy="22784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2" b="0" i="0">
                  <a:solidFill>
                    <a:schemeClr val="bg2"/>
                  </a:solidFill>
                  <a:latin typeface="IBM Plex Sans" charset="0"/>
                  <a:ea typeface="IBM Plex Sans" charset="0"/>
                  <a:cs typeface="IBM Plex Sans" charset="0"/>
                </a:rPr>
                <a:t>© Copyright IBM Corporation</a:t>
              </a:r>
            </a:p>
          </p:txBody>
        </p:sp>
        <p:sp>
          <p:nvSpPr>
            <p:cNvPr id="11" name="Date Placeholder 2">
              <a:extLst>
                <a:ext uri="{FF2B5EF4-FFF2-40B4-BE49-F238E27FC236}">
                  <a16:creationId xmlns:a16="http://schemas.microsoft.com/office/drawing/2014/main" id="{06949419-1724-F046-B603-B77963C93BFD}"/>
                </a:ext>
              </a:extLst>
            </p:cNvPr>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fontAlgn="auto">
                <a:spcBef>
                  <a:spcPts val="0"/>
                </a:spcBef>
                <a:spcAft>
                  <a:spcPts val="0"/>
                </a:spcAft>
                <a:tabLst/>
                <a:defRPr/>
              </a:pPr>
              <a:r>
                <a:rPr lang="en-US" sz="1332" b="0" i="0">
                  <a:solidFill>
                    <a:schemeClr val="bg2"/>
                  </a:solidFill>
                  <a:latin typeface="IBM Plex Sans" charset="0"/>
                  <a:ea typeface="IBM Plex Sans" charset="0"/>
                  <a:cs typeface="IBM Plex Sans" charset="0"/>
                </a:rPr>
                <a:t> </a:t>
              </a:r>
              <a:fld id="{7C9968D1-C8E5-4FE3-AED4-7D4518C301B3}" type="datetime3">
                <a:rPr lang="en-US" sz="1332" b="0" i="0" smtClean="0">
                  <a:solidFill>
                    <a:schemeClr val="bg2"/>
                  </a:solidFill>
                  <a:latin typeface="IBM Plex Sans" charset="0"/>
                  <a:ea typeface="IBM Plex Sans" charset="0"/>
                  <a:cs typeface="IBM Plex Sans" charset="0"/>
                </a:rPr>
                <a:pPr marL="0" indent="0" algn="r" fontAlgn="auto">
                  <a:spcBef>
                    <a:spcPts val="0"/>
                  </a:spcBef>
                  <a:spcAft>
                    <a:spcPts val="0"/>
                  </a:spcAft>
                  <a:tabLst/>
                  <a:defRPr/>
                </a:pPr>
                <a:t>8 May 2026</a:t>
              </a:fld>
              <a:endParaRPr lang="en-US" sz="1332" b="0" i="0">
                <a:solidFill>
                  <a:schemeClr val="bg2"/>
                </a:solidFill>
                <a:latin typeface="IBM Plex Sans" charset="0"/>
                <a:ea typeface="IBM Plex Sans" charset="0"/>
                <a:cs typeface="IBM Plex Sans" charset="0"/>
              </a:endParaRPr>
            </a:p>
          </p:txBody>
        </p:sp>
      </p:grpSp>
      <p:sp>
        <p:nvSpPr>
          <p:cNvPr id="12" name="Footer Placeholder 3">
            <a:extLst>
              <a:ext uri="{FF2B5EF4-FFF2-40B4-BE49-F238E27FC236}">
                <a16:creationId xmlns:a16="http://schemas.microsoft.com/office/drawing/2014/main" id="{1455F952-23F3-8D45-9CD2-A4086FAC19FD}"/>
              </a:ext>
            </a:extLst>
          </p:cNvPr>
          <p:cNvSpPr txBox="1">
            <a:spLocks/>
          </p:cNvSpPr>
          <p:nvPr userDrawn="1"/>
        </p:nvSpPr>
        <p:spPr>
          <a:xfrm>
            <a:off x="6858893" y="12968653"/>
            <a:ext cx="3807856" cy="365086"/>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32" b="0" i="0">
                <a:solidFill>
                  <a:schemeClr val="bg2"/>
                </a:solidFill>
                <a:latin typeface="IBM Plex Sans" charset="0"/>
                <a:ea typeface="IBM Plex Sans" charset="0"/>
                <a:cs typeface="IBM Plex Sans" charset="0"/>
              </a:rPr>
              <a:t>IBM Consulting</a:t>
            </a:r>
            <a:r>
              <a:rPr lang="en-US" sz="1332" b="1" i="0">
                <a:solidFill>
                  <a:schemeClr val="bg2"/>
                </a:solidFill>
                <a:latin typeface="IBM Plex Sans" charset="0"/>
                <a:ea typeface="IBM Plex Sans" charset="0"/>
                <a:cs typeface="IBM Plex Sans" charset="0"/>
              </a:rPr>
              <a:t>   </a:t>
            </a:r>
            <a:r>
              <a:rPr lang="en-US" sz="1332" b="0" i="0">
                <a:solidFill>
                  <a:schemeClr val="bg2"/>
                </a:solidFill>
                <a:latin typeface="IBM Plex Sans" charset="0"/>
                <a:ea typeface="IBM Plex Sans" charset="0"/>
                <a:cs typeface="IBM Plex Sans" charset="0"/>
              </a:rPr>
              <a:t>|   Offering Management</a:t>
            </a:r>
          </a:p>
        </p:txBody>
      </p:sp>
      <p:sp>
        <p:nvSpPr>
          <p:cNvPr id="14" name="Slide Number Placeholder 2">
            <a:extLst>
              <a:ext uri="{FF2B5EF4-FFF2-40B4-BE49-F238E27FC236}">
                <a16:creationId xmlns:a16="http://schemas.microsoft.com/office/drawing/2014/main" id="{7E527DC2-7EC9-D540-8171-A7998015E62C}"/>
              </a:ext>
            </a:extLst>
          </p:cNvPr>
          <p:cNvSpPr txBox="1">
            <a:spLocks/>
          </p:cNvSpPr>
          <p:nvPr userDrawn="1"/>
        </p:nvSpPr>
        <p:spPr>
          <a:xfrm>
            <a:off x="19052481" y="12954000"/>
            <a:ext cx="4572595" cy="762000"/>
          </a:xfrm>
          <a:prstGeom prst="rect">
            <a:avLst/>
          </a:prstGeom>
        </p:spPr>
        <p:txBody>
          <a:bodyPr lIns="0" tIns="0" rIns="0" bIns="0" anchor="t"/>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3FD999D4-B456-9943-89B7-30D56181CE18}" type="slidenum">
              <a:rPr lang="en-US" sz="1500" b="0" i="0" smtClean="0">
                <a:solidFill>
                  <a:srgbClr val="004144"/>
                </a:solidFill>
                <a:latin typeface="IBM Plex Sans Light" panose="020B0403050203000203" pitchFamily="34" charset="77"/>
                <a:ea typeface="IBM Plex Sans" charset="0"/>
                <a:cs typeface="IBM Plex Sans" charset="0"/>
              </a:rPr>
              <a:pPr algn="r"/>
              <a:t>‹#›</a:t>
            </a:fld>
            <a:endParaRPr lang="en-US" sz="1500" b="0" i="0">
              <a:solidFill>
                <a:srgbClr val="004144"/>
              </a:solidFill>
              <a:latin typeface="IBM Plex Sans Light" panose="020B0403050203000203" pitchFamily="34" charset="77"/>
              <a:ea typeface="IBM Plex Sans" charset="0"/>
              <a:cs typeface="IBM Plex Sans" charset="0"/>
            </a:endParaRPr>
          </a:p>
        </p:txBody>
      </p:sp>
    </p:spTree>
    <p:extLst>
      <p:ext uri="{BB962C8B-B14F-4D97-AF65-F5344CB8AC3E}">
        <p14:creationId xmlns:p14="http://schemas.microsoft.com/office/powerpoint/2010/main" val="2546011743"/>
      </p:ext>
    </p:extLst>
  </p:cSld>
  <p:clrMapOvr>
    <a:masterClrMapping/>
  </p:clrMapOvr>
  <p:transition spd="med"/>
</p:sldLayout>
</file>

<file path=ppt/slideLayouts/slideLayout447.xml><?xml version="1.0" encoding="utf-8"?>
<p:sldLayout xmlns:a="http://schemas.openxmlformats.org/drawingml/2006/main" xmlns:r="http://schemas.openxmlformats.org/officeDocument/2006/relationships" xmlns:p="http://schemas.openxmlformats.org/presentationml/2006/main" userDrawn="1">
  <p:cSld name="1_IBM Capabilities">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2" y="1355"/>
            <a:ext cx="24389579" cy="13714642"/>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003219654"/>
      </p:ext>
    </p:extLst>
  </p:cSld>
  <p:clrMapOvr>
    <a:masterClrMapping/>
  </p:clrMapOvr>
  <p:transition spd="med"/>
</p:sldLayout>
</file>

<file path=ppt/slideLayouts/slideLayout448.xml><?xml version="1.0" encoding="utf-8"?>
<p:sldLayout xmlns:a="http://schemas.openxmlformats.org/drawingml/2006/main" xmlns:r="http://schemas.openxmlformats.org/officeDocument/2006/relationships" xmlns:p="http://schemas.openxmlformats.org/presentationml/2006/main" userDrawn="1">
  <p:cSld name="Tail spend solu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1" y="1354"/>
            <a:ext cx="24389585"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2170877728"/>
      </p:ext>
    </p:extLst>
  </p:cSld>
  <p:clrMapOvr>
    <a:masterClrMapping/>
  </p:clrMapOvr>
  <p:transition spd="med"/>
</p:sldLayout>
</file>

<file path=ppt/slideLayouts/slideLayout449.xml><?xml version="1.0" encoding="utf-8"?>
<p:sldLayout xmlns:a="http://schemas.openxmlformats.org/drawingml/2006/main" xmlns:r="http://schemas.openxmlformats.org/officeDocument/2006/relationships" xmlns:p="http://schemas.openxmlformats.org/presentationml/2006/main" userDrawn="1">
  <p:cSld name="Business Case &amp; Commercial​">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649563251"/>
      </p:ext>
    </p:extLst>
  </p:cSld>
  <p:clrMapOvr>
    <a:masterClrMapping/>
  </p:clrMapOvr>
  <p:transition spd="med"/>
</p:sldLayout>
</file>

<file path=ppt/slideLayouts/slideLayout450.xml><?xml version="1.0" encoding="utf-8"?>
<p:sldLayout xmlns:a="http://schemas.openxmlformats.org/drawingml/2006/main" xmlns:r="http://schemas.openxmlformats.org/officeDocument/2006/relationships" xmlns:p="http://schemas.openxmlformats.org/presentationml/2006/main" userDrawn="1">
  <p:cSld name="Transition">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0" y="1354"/>
            <a:ext cx="24389583"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229740194"/>
      </p:ext>
    </p:extLst>
  </p:cSld>
  <p:clrMapOvr>
    <a:masterClrMapping/>
  </p:clrMapOvr>
  <p:transition spd="med"/>
</p:sldLayout>
</file>

<file path=ppt/slideLayouts/slideLayout451.xml><?xml version="1.0" encoding="utf-8"?>
<p:sldLayout xmlns:a="http://schemas.openxmlformats.org/drawingml/2006/main" xmlns:r="http://schemas.openxmlformats.org/officeDocument/2006/relationships" xmlns:p="http://schemas.openxmlformats.org/presentationml/2006/main" userDrawn="1">
  <p:cSld name="Ways of working">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622127-CC5B-AE28-8D8A-FB051DB7B82A}"/>
              </a:ext>
            </a:extLst>
          </p:cNvPr>
          <p:cNvPicPr>
            <a:picLocks noChangeAspect="1"/>
          </p:cNvPicPr>
          <p:nvPr userDrawn="1"/>
        </p:nvPicPr>
        <p:blipFill>
          <a:blip r:embed="rId2"/>
          <a:srcRect/>
          <a:stretch/>
        </p:blipFill>
        <p:spPr>
          <a:xfrm>
            <a:off x="3" y="1354"/>
            <a:ext cx="24389581" cy="13714644"/>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7850" y="2114164"/>
            <a:ext cx="8559800" cy="7664836"/>
          </a:xfrm>
        </p:spPr>
        <p:txBody>
          <a:bodyPr rIns="457200"/>
          <a:lstStyle>
            <a:lvl1pPr>
              <a:lnSpc>
                <a:spcPct val="100000"/>
              </a:lnSpc>
              <a:defRPr sz="8998" b="0" i="0">
                <a:solidFill>
                  <a:schemeClr val="bg1"/>
                </a:solidFill>
                <a:latin typeface="IBM Plex Sans Thin" panose="020B0203050203000203" pitchFamily="34" charset="0"/>
              </a:defRPr>
            </a:lvl1pPr>
          </a:lstStyle>
          <a:p>
            <a:r>
              <a:rPr lang="en-GB"/>
              <a:t>Click to edit Master title style</a:t>
            </a:r>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r>
              <a:rPr lang="en-US"/>
              <a:t>IBM Consulting for Nestlé | IBM confidential</a:t>
            </a:r>
          </a:p>
        </p:txBody>
      </p:sp>
    </p:spTree>
    <p:extLst>
      <p:ext uri="{BB962C8B-B14F-4D97-AF65-F5344CB8AC3E}">
        <p14:creationId xmlns:p14="http://schemas.microsoft.com/office/powerpoint/2010/main" val="1078631439"/>
      </p:ext>
    </p:extLst>
  </p:cSld>
  <p:clrMapOvr>
    <a:masterClrMapping/>
  </p:clrMapOvr>
  <p:transition spd="med"/>
</p:sldLayout>
</file>

<file path=ppt/slideLayouts/slideLayout452.xml><?xml version="1.0" encoding="utf-8"?>
<p:sldLayout xmlns:a="http://schemas.openxmlformats.org/drawingml/2006/main" xmlns:r="http://schemas.openxmlformats.org/officeDocument/2006/relationships" xmlns:p="http://schemas.openxmlformats.org/presentationml/2006/main" userDrawn="1">
  <p:cSld name="3_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50"/>
            <a:ext cx="7343284" cy="2027440"/>
          </a:xfrm>
        </p:spPr>
        <p:txBody>
          <a:bodyPr/>
          <a:lstStyle>
            <a:lvl1pPr>
              <a:lnSpc>
                <a:spcPct val="100000"/>
              </a:lnSpc>
              <a:defRPr sz="6396">
                <a:solidFill>
                  <a:schemeClr val="tx2"/>
                </a:solidFill>
              </a:defRPr>
            </a:lvl1pPr>
          </a:lstStyle>
          <a:p>
            <a:r>
              <a:rPr lang="en-US"/>
              <a:t>Click to edit Master title style</a:t>
            </a:r>
          </a:p>
        </p:txBody>
      </p:sp>
      <p:sp>
        <p:nvSpPr>
          <p:cNvPr id="32" name="Footer Placeholder 4">
            <a:extLst>
              <a:ext uri="{FF2B5EF4-FFF2-40B4-BE49-F238E27FC236}">
                <a16:creationId xmlns:a16="http://schemas.microsoft.com/office/drawing/2014/main" id="{9F4232EC-0728-F4F4-CA87-86D2C1A67333}"/>
              </a:ext>
            </a:extLst>
          </p:cNvPr>
          <p:cNvSpPr txBox="1">
            <a:spLocks/>
          </p:cNvSpPr>
          <p:nvPr userDrawn="1"/>
        </p:nvSpPr>
        <p:spPr>
          <a:xfrm>
            <a:off x="557414"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sz="1600"/>
              <a:t>JDE &amp; IBM Confidential | July 2025</a:t>
            </a:r>
          </a:p>
        </p:txBody>
      </p:sp>
      <p:sp>
        <p:nvSpPr>
          <p:cNvPr id="3" name="Footer Placeholder 4">
            <a:extLst>
              <a:ext uri="{FF2B5EF4-FFF2-40B4-BE49-F238E27FC236}">
                <a16:creationId xmlns:a16="http://schemas.microsoft.com/office/drawing/2014/main" id="{2944A531-3719-40EB-C53B-E17D961A1139}"/>
              </a:ext>
            </a:extLst>
          </p:cNvPr>
          <p:cNvSpPr txBox="1">
            <a:spLocks/>
          </p:cNvSpPr>
          <p:nvPr userDrawn="1"/>
        </p:nvSpPr>
        <p:spPr>
          <a:xfrm>
            <a:off x="18648191" y="1280477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r"/>
            <a:fld id="{5523F155-E861-AF4F-962D-84E50D15ED03}" type="slidenum">
              <a:rPr lang="en-US" sz="1600" smtClean="0"/>
              <a:pPr algn="r"/>
              <a:t>‹#›</a:t>
            </a:fld>
            <a:endParaRPr lang="en-US" sz="1600"/>
          </a:p>
        </p:txBody>
      </p:sp>
    </p:spTree>
    <p:extLst>
      <p:ext uri="{BB962C8B-B14F-4D97-AF65-F5344CB8AC3E}">
        <p14:creationId xmlns:p14="http://schemas.microsoft.com/office/powerpoint/2010/main" val="2551243036"/>
      </p:ext>
    </p:extLst>
  </p:cSld>
  <p:clrMapOvr>
    <a:masterClrMapping/>
  </p:clrMapOvr>
  <p:transition spd="med"/>
</p:sldLayout>
</file>

<file path=ppt/slideLayouts/slideLayout453.xml><?xml version="1.0" encoding="utf-8"?>
<p:sldLayout xmlns:a="http://schemas.openxmlformats.org/drawingml/2006/main" xmlns:r="http://schemas.openxmlformats.org/officeDocument/2006/relationships" xmlns:p="http://schemas.openxmlformats.org/presentationml/2006/main" userDrawn="1">
  <p:cSld name="cover let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2" y="818966"/>
            <a:ext cx="23236499" cy="701860"/>
          </a:xfrm>
        </p:spPr>
        <p:txBody>
          <a:bodyPr wrap="square">
            <a:spAutoFit/>
          </a:bodyPr>
          <a:lstStyle>
            <a:lvl1pPr>
              <a:lnSpc>
                <a:spcPct val="110000"/>
              </a:lnSpc>
              <a:defRPr sz="44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r>
              <a:rPr lang="en-US"/>
              <a:t>IBM Consulting for Nestlé | IBM confidential</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411749" y="129515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5">
            <a:extLst>
              <a:ext uri="{FF2B5EF4-FFF2-40B4-BE49-F238E27FC236}">
                <a16:creationId xmlns:a16="http://schemas.microsoft.com/office/drawing/2014/main" id="{A3B984F3-66AD-173A-AFC7-EB32D512FF06}"/>
              </a:ext>
            </a:extLst>
          </p:cNvPr>
          <p:cNvSpPr>
            <a:spLocks noGrp="1"/>
          </p:cNvSpPr>
          <p:nvPr>
            <p:ph type="body" sz="quarter" idx="13"/>
          </p:nvPr>
        </p:nvSpPr>
        <p:spPr>
          <a:xfrm>
            <a:off x="576002" y="261857"/>
            <a:ext cx="23236499" cy="318998"/>
          </a:xfrm>
        </p:spPr>
        <p:txBody>
          <a:bodyPr>
            <a:spAutoFit/>
          </a:bodyPr>
          <a:lstStyle>
            <a:lvl1pPr>
              <a:defRPr sz="2000">
                <a:solidFill>
                  <a:schemeClr val="accent1"/>
                </a:solidFill>
              </a:defRPr>
            </a:lvl1pPr>
          </a:lstStyle>
          <a:p>
            <a:pPr lvl="0"/>
            <a:r>
              <a:rPr lang="en-US"/>
              <a:t>Click to edit Master text styles</a:t>
            </a:r>
          </a:p>
        </p:txBody>
      </p:sp>
      <p:pic>
        <p:nvPicPr>
          <p:cNvPr id="7" name="Picture 6" descr="A blue and black rectangle  AI-generated content may be incorrect.">
            <a:extLst>
              <a:ext uri="{FF2B5EF4-FFF2-40B4-BE49-F238E27FC236}">
                <a16:creationId xmlns:a16="http://schemas.microsoft.com/office/drawing/2014/main" id="{F464F522-54F5-A92E-86DB-2FC5C83C4B8F}"/>
              </a:ext>
            </a:extLst>
          </p:cNvPr>
          <p:cNvPicPr>
            <a:picLocks noChangeAspect="1"/>
          </p:cNvPicPr>
          <p:nvPr userDrawn="1"/>
        </p:nvPicPr>
        <p:blipFill>
          <a:blip r:embed="rId2"/>
          <a:stretch>
            <a:fillRect/>
          </a:stretch>
        </p:blipFill>
        <p:spPr>
          <a:xfrm>
            <a:off x="5584" y="1"/>
            <a:ext cx="24381592" cy="13719142"/>
          </a:xfrm>
          <a:prstGeom prst="rect">
            <a:avLst/>
          </a:prstGeom>
        </p:spPr>
      </p:pic>
    </p:spTree>
    <p:extLst>
      <p:ext uri="{BB962C8B-B14F-4D97-AF65-F5344CB8AC3E}">
        <p14:creationId xmlns:p14="http://schemas.microsoft.com/office/powerpoint/2010/main" val="3801036076"/>
      </p:ext>
    </p:extLst>
  </p:cSld>
  <p:clrMapOvr>
    <a:masterClrMapping/>
  </p:clrMapOvr>
  <p:transition spd="med"/>
</p:sldLayout>
</file>

<file path=ppt/slideLayouts/slideLayout454.xml><?xml version="1.0" encoding="utf-8"?>
<p:sldLayout xmlns:a="http://schemas.openxmlformats.org/drawingml/2006/main" xmlns:r="http://schemas.openxmlformats.org/officeDocument/2006/relationships" xmlns:p="http://schemas.openxmlformats.org/presentationml/2006/main" preserve="1" userDrawn="1">
  <p:cSld name="[B] IBM cov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8821466"/>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preserve="1" userDrawn="1">
  <p:cSld name="[D] IBM signoff">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63220" y="6167693"/>
            <a:ext cx="3460735" cy="1380618"/>
          </a:xfrm>
          <a:prstGeom prst="rect">
            <a:avLst/>
          </a:prstGeom>
        </p:spPr>
      </p:pic>
    </p:spTree>
    <p:extLst>
      <p:ext uri="{BB962C8B-B14F-4D97-AF65-F5344CB8AC3E}">
        <p14:creationId xmlns:p14="http://schemas.microsoft.com/office/powerpoint/2010/main" val="479427550"/>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448730"/>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p:cSld name="Slide 5 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2738173"/>
      </p:ext>
    </p:extLst>
  </p:cSld>
  <p:clrMapOvr>
    <a:overrideClrMapping bg1="dk1" tx1="lt1" bg2="dk2" tx2="lt2" accent1="accent1" accent2="accent2" accent3="accent3" accent4="accent4" accent5="accent5" accent6="accent6" hlink="hlink" folHlink="folHlink"/>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762100" y="761999"/>
            <a:ext cx="22635337" cy="773582"/>
          </a:xfrm>
        </p:spPr>
        <p:txBody>
          <a:bodyPr/>
          <a:lstStyle>
            <a:lvl1pPr>
              <a:defRPr sz="4800">
                <a:solidFill>
                  <a:schemeClr val="tx1"/>
                </a:solidFill>
              </a:defRPr>
            </a:lvl1pPr>
          </a:lstStyle>
          <a:p>
            <a:r>
              <a:rPr lang="en-US"/>
              <a:t>Click to edit Master title style</a:t>
            </a:r>
          </a:p>
        </p:txBody>
      </p:sp>
      <p:sp>
        <p:nvSpPr>
          <p:cNvPr id="5" name="灯片编号占位符 9">
            <a:extLst>
              <a:ext uri="{FF2B5EF4-FFF2-40B4-BE49-F238E27FC236}">
                <a16:creationId xmlns:a16="http://schemas.microsoft.com/office/drawing/2014/main" id="{3F2090B4-2FF1-AF36-463E-50177695FA61}"/>
              </a:ext>
            </a:extLst>
          </p:cNvPr>
          <p:cNvSpPr>
            <a:spLocks noGrp="1"/>
          </p:cNvSpPr>
          <p:nvPr>
            <p:ph type="sldNum" sz="quarter" idx="4"/>
          </p:nvPr>
        </p:nvSpPr>
        <p:spPr>
          <a:xfrm>
            <a:off x="23527479" y="13230336"/>
            <a:ext cx="732407" cy="200296"/>
          </a:xfrm>
          <a:prstGeom prst="rect">
            <a:avLst/>
          </a:prstGeom>
        </p:spPr>
        <p:txBody>
          <a:bodyPr/>
          <a:lstStyle>
            <a:lvl1pPr>
              <a:defRPr sz="1400"/>
            </a:lvl1pPr>
          </a:lstStyle>
          <a:p>
            <a:pPr algn="r" defTabSz="1829014">
              <a:defRPr/>
            </a:pPr>
            <a:fld id="{86CB4B4D-7CA3-9044-876B-883B54F8677D}" type="slidenum">
              <a:rPr lang="en-US" smtClean="0">
                <a:solidFill>
                  <a:srgbClr val="000000"/>
                </a:solidFill>
                <a:latin typeface="IBM Plex Sans" panose="020B0503050203000203" pitchFamily="34" charset="0"/>
                <a:sym typeface="IBM Plex Sans"/>
              </a:rPr>
              <a:pPr algn="r" defTabSz="1829014">
                <a:defRPr/>
              </a:pPr>
              <a:t>‹#›</a:t>
            </a:fld>
            <a:endParaRPr lang="en-US">
              <a:solidFill>
                <a:srgbClr val="000000"/>
              </a:solidFill>
              <a:latin typeface="IBM Plex Sans" panose="020B0503050203000203" pitchFamily="34" charset="0"/>
              <a:sym typeface="IBM Plex Sans"/>
            </a:endParaRPr>
          </a:p>
        </p:txBody>
      </p:sp>
      <p:sp>
        <p:nvSpPr>
          <p:cNvPr id="6" name="页脚占位符 8">
            <a:extLst>
              <a:ext uri="{FF2B5EF4-FFF2-40B4-BE49-F238E27FC236}">
                <a16:creationId xmlns:a16="http://schemas.microsoft.com/office/drawing/2014/main" id="{136DCE05-6F8C-23D3-B588-200A6ADC26C5}"/>
              </a:ext>
            </a:extLst>
          </p:cNvPr>
          <p:cNvSpPr>
            <a:spLocks noGrp="1"/>
          </p:cNvSpPr>
          <p:nvPr>
            <p:ph type="ftr" sz="quarter" idx="3"/>
          </p:nvPr>
        </p:nvSpPr>
        <p:spPr>
          <a:xfrm>
            <a:off x="145858" y="13138487"/>
            <a:ext cx="4956047" cy="383998"/>
          </a:xfrm>
          <a:prstGeom prst="rect">
            <a:avLst/>
          </a:prstGeom>
        </p:spPr>
        <p:txBody>
          <a:bodyPr/>
          <a:lstStyle>
            <a:lvl1pPr>
              <a:defRPr sz="1400">
                <a:latin typeface="IBM Plex Sans" panose="020B0503050203000203" pitchFamily="34" charset="0"/>
              </a:defRPr>
            </a:lvl1pPr>
          </a:lstStyle>
          <a:p>
            <a:pPr defTabSz="1829014">
              <a:defRPr/>
            </a:pPr>
            <a:r>
              <a:rPr lang="en-US">
                <a:solidFill>
                  <a:srgbClr val="000000"/>
                </a:solidFill>
              </a:rPr>
              <a:t>Confidential IBM Consulting 2024</a:t>
            </a:r>
          </a:p>
        </p:txBody>
      </p:sp>
    </p:spTree>
    <p:extLst>
      <p:ext uri="{BB962C8B-B14F-4D97-AF65-F5344CB8AC3E}">
        <p14:creationId xmlns:p14="http://schemas.microsoft.com/office/powerpoint/2010/main" val="2496475688"/>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preserve="1" userDrawn="1">
  <p:cSld name="1_title,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19E63B-ADAA-21CB-B158-BFC8AEFDF6D6}"/>
              </a:ext>
            </a:extLst>
          </p:cNvPr>
          <p:cNvSpPr/>
          <p:nvPr userDrawn="1"/>
        </p:nvSpPr>
        <p:spPr bwMode="auto">
          <a:xfrm>
            <a:off x="0" y="0"/>
            <a:ext cx="24387175" cy="12516592"/>
          </a:xfrm>
          <a:prstGeom prst="rect">
            <a:avLst/>
          </a:prstGeom>
          <a:solidFill>
            <a:schemeClr val="bg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marL="0" marR="0" indent="0" algn="l" defTabSz="1828754" rtl="0" eaLnBrk="1" fontAlgn="base" latinLnBrk="0" hangingPunct="1">
              <a:lnSpc>
                <a:spcPct val="100000"/>
              </a:lnSpc>
              <a:spcBef>
                <a:spcPct val="0"/>
              </a:spcBef>
              <a:spcAft>
                <a:spcPct val="0"/>
              </a:spcAft>
              <a:buClrTx/>
              <a:buSzTx/>
              <a:buFont typeface="System Font Regular"/>
              <a:buNone/>
              <a:tabLst/>
            </a:pPr>
            <a:endParaRPr kumimoji="0" lang="en-US" sz="2800" b="0" i="0" u="none" strike="noStrike" cap="none" normalizeH="0" baseline="0">
              <a:ln>
                <a:noFill/>
              </a:ln>
              <a:solidFill>
                <a:schemeClr val="bg1"/>
              </a:solidFill>
              <a:effectLst/>
              <a:latin typeface="+mn-lt"/>
            </a:endParaRPr>
          </a:p>
        </p:txBody>
      </p:sp>
      <p:sp>
        <p:nvSpPr>
          <p:cNvPr id="2" name="Title"/>
          <p:cNvSpPr>
            <a:spLocks noGrp="1"/>
          </p:cNvSpPr>
          <p:nvPr>
            <p:ph type="title"/>
          </p:nvPr>
        </p:nvSpPr>
        <p:spPr>
          <a:xfrm>
            <a:off x="762100" y="5037116"/>
            <a:ext cx="22635337" cy="1090552"/>
          </a:xfrm>
        </p:spPr>
        <p:txBody>
          <a:bodyPr/>
          <a:lstStyle>
            <a:lvl1pPr>
              <a:defRPr sz="4800">
                <a:solidFill>
                  <a:schemeClr val="tx1"/>
                </a:solidFill>
              </a:defRPr>
            </a:lvl1pPr>
          </a:lstStyle>
          <a:p>
            <a:r>
              <a:rPr lang="en-US"/>
              <a:t>Click to edit Master title style</a:t>
            </a:r>
          </a:p>
        </p:txBody>
      </p:sp>
    </p:spTree>
    <p:extLst>
      <p:ext uri="{BB962C8B-B14F-4D97-AF65-F5344CB8AC3E}">
        <p14:creationId xmlns:p14="http://schemas.microsoft.com/office/powerpoint/2010/main" val="1895756693"/>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5"/>
            <a:ext cx="24387175" cy="12001502"/>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indent="0" algn="l" defTabSz="914356"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8" y="384053"/>
            <a:ext cx="11050589" cy="4573586"/>
          </a:xfrm>
        </p:spPr>
        <p:txBody>
          <a:bodyPr/>
          <a:lstStyle>
            <a:lvl1pPr>
              <a:lnSpc>
                <a:spcPct val="100000"/>
              </a:lnSpc>
              <a:defRPr sz="8600">
                <a:solidFill>
                  <a:schemeClr val="tx2"/>
                </a:solidFill>
              </a:defRPr>
            </a:lvl1pPr>
          </a:lstStyle>
          <a:p>
            <a:r>
              <a:rPr lang="en-US"/>
              <a:t>Click to edit Master title style</a:t>
            </a:r>
          </a:p>
        </p:txBody>
      </p:sp>
    </p:spTree>
    <p:extLst>
      <p:ext uri="{BB962C8B-B14F-4D97-AF65-F5344CB8AC3E}">
        <p14:creationId xmlns:p14="http://schemas.microsoft.com/office/powerpoint/2010/main" val="4158995120"/>
      </p:ext>
    </p:extLst>
  </p:cSld>
  <p:clrMapOvr>
    <a:masterClrMapping/>
  </p:clrMapOvr>
  <p:transition spd="med"/>
</p:sldLayout>
</file>

<file path=ppt/slideLayouts/slideLayout461.xml><?xml version="1.0" encoding="utf-8"?>
<p:sldLayout xmlns:a="http://schemas.openxmlformats.org/drawingml/2006/main" xmlns:r="http://schemas.openxmlformats.org/officeDocument/2006/relationships" xmlns:p="http://schemas.openxmlformats.org/presentationml/2006/main" userDrawn="1">
  <p:cSld name="L1, large text, gray10 bkg">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6" y="1113918"/>
            <a:ext cx="17141826" cy="8191500"/>
          </a:xfrm>
        </p:spPr>
        <p:txBody>
          <a:bodyPr/>
          <a:lstStyle>
            <a:lvl1pPr>
              <a:defRPr sz="17196" b="0" i="0">
                <a:solidFill>
                  <a:schemeClr val="tx2"/>
                </a:solidFill>
                <a:latin typeface="IBM Plex Sans Cond Light" panose="020B0406050203000203" pitchFamily="34" charset="77"/>
              </a:defRPr>
            </a:lvl1pPr>
          </a:lstStyle>
          <a:p>
            <a:r>
              <a:rPr lang="en-US"/>
              <a:t>Click to edit Master title style</a:t>
            </a:r>
          </a:p>
        </p:txBody>
      </p:sp>
      <p:sp>
        <p:nvSpPr>
          <p:cNvPr id="3" name="Line">
            <a:extLst>
              <a:ext uri="{FF2B5EF4-FFF2-40B4-BE49-F238E27FC236}">
                <a16:creationId xmlns:a16="http://schemas.microsoft.com/office/drawing/2014/main" id="{537EDD26-9CD5-628B-EE51-46EF34B3B3A0}"/>
              </a:ext>
            </a:extLst>
          </p:cNvPr>
          <p:cNvSpPr/>
          <p:nvPr userDrawn="1"/>
        </p:nvSpPr>
        <p:spPr>
          <a:xfrm flipV="1">
            <a:off x="-2" y="571539"/>
            <a:ext cx="24384003" cy="2"/>
          </a:xfrm>
          <a:prstGeom prst="line">
            <a:avLst/>
          </a:prstGeom>
          <a:ln w="25400">
            <a:solidFill>
              <a:srgbClr val="DDDDDD"/>
            </a:solidFill>
          </a:ln>
        </p:spPr>
        <p:txBody>
          <a:bodyPr lIns="45714" rIns="45714"/>
          <a:lstStyle/>
          <a:p>
            <a:pPr defTabSz="1828434">
              <a:defRPr sz="800">
                <a:latin typeface="IBM Plex Sans"/>
                <a:ea typeface="IBM Plex Sans"/>
                <a:cs typeface="IBM Plex Sans"/>
                <a:sym typeface="IBM Plex Sans"/>
              </a:defRPr>
            </a:pPr>
            <a:endParaRPr sz="800"/>
          </a:p>
        </p:txBody>
      </p:sp>
      <p:sp>
        <p:nvSpPr>
          <p:cNvPr id="6" name="Line">
            <a:extLst>
              <a:ext uri="{FF2B5EF4-FFF2-40B4-BE49-F238E27FC236}">
                <a16:creationId xmlns:a16="http://schemas.microsoft.com/office/drawing/2014/main" id="{2B350F1D-6811-6BA0-162F-3AB3B3A199E2}"/>
              </a:ext>
            </a:extLst>
          </p:cNvPr>
          <p:cNvSpPr/>
          <p:nvPr userDrawn="1"/>
        </p:nvSpPr>
        <p:spPr>
          <a:xfrm>
            <a:off x="-2" y="11995697"/>
            <a:ext cx="24384003" cy="2"/>
          </a:xfrm>
          <a:prstGeom prst="line">
            <a:avLst/>
          </a:prstGeom>
          <a:ln w="25400">
            <a:solidFill>
              <a:srgbClr val="DDDDDD"/>
            </a:solidFill>
          </a:ln>
        </p:spPr>
        <p:txBody>
          <a:bodyPr lIns="45714" rIns="45714"/>
          <a:lstStyle/>
          <a:p>
            <a:pPr defTabSz="1828434">
              <a:defRPr sz="800">
                <a:latin typeface="IBM Plex Sans"/>
                <a:ea typeface="IBM Plex Sans"/>
                <a:cs typeface="IBM Plex Sans"/>
                <a:sym typeface="IBM Plex Sans"/>
              </a:defRPr>
            </a:pPr>
            <a:endParaRPr sz="800"/>
          </a:p>
        </p:txBody>
      </p:sp>
      <p:sp>
        <p:nvSpPr>
          <p:cNvPr id="8" name="Line">
            <a:extLst>
              <a:ext uri="{FF2B5EF4-FFF2-40B4-BE49-F238E27FC236}">
                <a16:creationId xmlns:a16="http://schemas.microsoft.com/office/drawing/2014/main" id="{15230888-727D-696E-22C4-0CFC4E89AF6D}"/>
              </a:ext>
            </a:extLst>
          </p:cNvPr>
          <p:cNvSpPr/>
          <p:nvPr userDrawn="1"/>
        </p:nvSpPr>
        <p:spPr>
          <a:xfrm flipH="1">
            <a:off x="23808246" y="0"/>
            <a:ext cx="0" cy="13716000"/>
          </a:xfrm>
          <a:prstGeom prst="line">
            <a:avLst/>
          </a:prstGeom>
          <a:ln w="25400">
            <a:solidFill>
              <a:srgbClr val="DDDDDD"/>
            </a:solidFill>
          </a:ln>
        </p:spPr>
        <p:txBody>
          <a:bodyPr lIns="45714" rIns="45714"/>
          <a:lstStyle/>
          <a:p>
            <a:pPr defTabSz="1828434">
              <a:defRPr sz="800">
                <a:latin typeface="IBM Plex Sans"/>
                <a:ea typeface="IBM Plex Sans"/>
                <a:cs typeface="IBM Plex Sans"/>
                <a:sym typeface="IBM Plex Sans"/>
              </a:defRPr>
            </a:pPr>
            <a:endParaRPr sz="800"/>
          </a:p>
        </p:txBody>
      </p:sp>
      <p:pic>
        <p:nvPicPr>
          <p:cNvPr id="9" name="Image" descr="Image">
            <a:extLst>
              <a:ext uri="{FF2B5EF4-FFF2-40B4-BE49-F238E27FC236}">
                <a16:creationId xmlns:a16="http://schemas.microsoft.com/office/drawing/2014/main" id="{F2100626-AA9A-EE72-BD8F-E2457EB5AC9A}"/>
              </a:ext>
            </a:extLst>
          </p:cNvPr>
          <p:cNvPicPr>
            <a:picLocks noChangeAspect="1"/>
          </p:cNvPicPr>
          <p:nvPr userDrawn="1"/>
        </p:nvPicPr>
        <p:blipFill>
          <a:blip r:embed="rId2"/>
          <a:stretch>
            <a:fillRect/>
          </a:stretch>
        </p:blipFill>
        <p:spPr>
          <a:xfrm>
            <a:off x="570103" y="12538076"/>
            <a:ext cx="1633775" cy="609600"/>
          </a:xfrm>
          <a:prstGeom prst="rect">
            <a:avLst/>
          </a:prstGeom>
          <a:ln w="12700">
            <a:miter lim="400000"/>
          </a:ln>
        </p:spPr>
      </p:pic>
    </p:spTree>
    <p:extLst>
      <p:ext uri="{BB962C8B-B14F-4D97-AF65-F5344CB8AC3E}">
        <p14:creationId xmlns:p14="http://schemas.microsoft.com/office/powerpoint/2010/main" val="2376046170"/>
      </p:ext>
    </p:extLst>
  </p:cSld>
  <p:clrMapOvr>
    <a:masterClrMapping/>
  </p:clrMapOvr>
  <p:transition spd="med"/>
</p:sldLayout>
</file>

<file path=ppt/slideLayouts/slideLayout462.xml><?xml version="1.0" encoding="utf-8"?>
<p:sldLayout xmlns:a="http://schemas.openxmlformats.org/drawingml/2006/main" xmlns:r="http://schemas.openxmlformats.org/officeDocument/2006/relationships" xmlns:p="http://schemas.openxmlformats.org/presentationml/2006/main" preserve="1" userDrawn="1">
  <p:cSld name="Title + Section Title">
    <p:spTree>
      <p:nvGrpSpPr>
        <p:cNvPr id="1" name=""/>
        <p:cNvGrpSpPr/>
        <p:nvPr/>
      </p:nvGrpSpPr>
      <p:grpSpPr>
        <a:xfrm>
          <a:off x="0" y="0"/>
          <a:ext cx="0" cy="0"/>
          <a:chOff x="0" y="0"/>
          <a:chExt cx="0" cy="0"/>
        </a:xfrm>
      </p:grpSpPr>
      <p:sp>
        <p:nvSpPr>
          <p:cNvPr id="9" name="Shape 20">
            <a:extLst>
              <a:ext uri="{FF2B5EF4-FFF2-40B4-BE49-F238E27FC236}">
                <a16:creationId xmlns:a16="http://schemas.microsoft.com/office/drawing/2014/main" id="{D9613AD1-F4C7-7740-9CC6-01DB02228921}"/>
              </a:ext>
            </a:extLst>
          </p:cNvPr>
          <p:cNvSpPr>
            <a:spLocks noGrp="1"/>
          </p:cNvSpPr>
          <p:nvPr>
            <p:ph type="title" hasCustomPrompt="1"/>
          </p:nvPr>
        </p:nvSpPr>
        <p:spPr>
          <a:xfrm>
            <a:off x="624860" y="820282"/>
            <a:ext cx="23212604" cy="761684"/>
          </a:xfrm>
          <a:prstGeom prst="rect">
            <a:avLst/>
          </a:prstGeom>
          <a:noFill/>
          <a:ln w="12700">
            <a:miter lim="400000"/>
          </a:ln>
        </p:spPr>
        <p:txBody>
          <a:bodyPr wrap="square" lIns="91440" tIns="47975" rIns="72000" bIns="47975" anchor="t">
            <a:spAutoFit/>
          </a:bodyPr>
          <a:lstStyle>
            <a:lvl1pPr>
              <a:defRPr sz="4800" b="0" i="0" spc="0" baseline="0" dirty="0">
                <a:solidFill>
                  <a:schemeClr val="accent1"/>
                </a:solidFill>
                <a:latin typeface="IBM Plex Sans Thin" panose="020B0203050203000203" pitchFamily="34" charset="0"/>
              </a:defRPr>
            </a:lvl1pPr>
          </a:lstStyle>
          <a:p>
            <a:pPr lvl="0"/>
            <a:r>
              <a:rPr lang="en-US"/>
              <a:t>Title Text</a:t>
            </a:r>
            <a:endParaRPr/>
          </a:p>
        </p:txBody>
      </p:sp>
      <p:sp>
        <p:nvSpPr>
          <p:cNvPr id="2" name="TextBox 1">
            <a:extLst>
              <a:ext uri="{FF2B5EF4-FFF2-40B4-BE49-F238E27FC236}">
                <a16:creationId xmlns:a16="http://schemas.microsoft.com/office/drawing/2014/main" id="{1AD8A8A0-C052-1D0A-A9C1-D1DCDCDB9634}"/>
              </a:ext>
            </a:extLst>
          </p:cNvPr>
          <p:cNvSpPr txBox="1"/>
          <p:nvPr userDrawn="1"/>
        </p:nvSpPr>
        <p:spPr>
          <a:xfrm>
            <a:off x="826018" y="-1474838"/>
            <a:ext cx="0" cy="0"/>
          </a:xfrm>
          <a:prstGeom prst="rect">
            <a:avLst/>
          </a:prstGeom>
          <a:ln w="12700">
            <a:miter lim="400000"/>
          </a:ln>
          <a:extLst>
            <a:ext uri="{C572A759-6A51-4108-AA02-DFA0A04FC94B}">
              <ma14:wrappingTextBoxFlag xmlns:ma14="http://schemas.microsoft.com/office/mac/drawingml/2011/main" xmlns="" val="1"/>
            </a:ext>
          </a:extLst>
        </p:spPr>
        <p:txBody>
          <a:bodyPr wrap="none" lIns="72000" tIns="72000" rIns="72000" bIns="72000" rtlCol="0" anchor="ctr">
            <a:noAutofit/>
          </a:bodyPr>
          <a:lstStyle/>
          <a:p>
            <a:pPr algn="l" hangingPunct="1"/>
            <a:endParaRPr lang="en-US" sz="3200" spc="60" err="1">
              <a:latin typeface="IBM Plex Sans" panose="020B0503050000000000" pitchFamily="34" charset="77"/>
            </a:endParaRPr>
          </a:p>
        </p:txBody>
      </p:sp>
      <p:sp>
        <p:nvSpPr>
          <p:cNvPr id="4" name="Text Placeholder 3">
            <a:extLst>
              <a:ext uri="{FF2B5EF4-FFF2-40B4-BE49-F238E27FC236}">
                <a16:creationId xmlns:a16="http://schemas.microsoft.com/office/drawing/2014/main" id="{DAA48ADD-F76C-1A31-007C-C2259BEE94F2}"/>
              </a:ext>
            </a:extLst>
          </p:cNvPr>
          <p:cNvSpPr>
            <a:spLocks noGrp="1"/>
          </p:cNvSpPr>
          <p:nvPr>
            <p:ph type="body" sz="quarter" idx="10" hasCustomPrompt="1"/>
          </p:nvPr>
        </p:nvSpPr>
        <p:spPr>
          <a:xfrm>
            <a:off x="625559" y="323851"/>
            <a:ext cx="12958861" cy="369332"/>
          </a:xfrm>
          <a:prstGeom prst="rect">
            <a:avLst/>
          </a:prstGeom>
        </p:spPr>
        <p:txBody>
          <a:bodyPr>
            <a:spAutoFit/>
          </a:bodyPr>
          <a:lstStyle>
            <a:lvl1pPr marL="0" indent="0">
              <a:lnSpc>
                <a:spcPct val="100000"/>
              </a:lnSpc>
              <a:buNone/>
              <a:defRPr sz="2400" b="0" i="0" cap="all" spc="400" baseline="0">
                <a:solidFill>
                  <a:schemeClr val="tx1">
                    <a:lumMod val="50000"/>
                    <a:lumOff val="50000"/>
                  </a:schemeClr>
                </a:solidFill>
                <a:latin typeface="IBM Plex Sans Medm" panose="020B0503050203000203" pitchFamily="34" charset="0"/>
              </a:defRPr>
            </a:lvl1pPr>
          </a:lstStyle>
          <a:p>
            <a:pPr lvl="0"/>
            <a:r>
              <a:rPr lang="en-US"/>
              <a:t>Section Title</a:t>
            </a:r>
          </a:p>
        </p:txBody>
      </p:sp>
    </p:spTree>
    <p:extLst>
      <p:ext uri="{BB962C8B-B14F-4D97-AF65-F5344CB8AC3E}">
        <p14:creationId xmlns:p14="http://schemas.microsoft.com/office/powerpoint/2010/main" val="3341810669"/>
      </p:ext>
    </p:extLst>
  </p:cSld>
  <p:clrMapOvr>
    <a:masterClrMapping/>
  </p:clrMapOvr>
  <p:extLst>
    <p:ext uri="{DCECCB84-F9BA-43D5-87BE-67443E8EF086}">
      <p15:sldGuideLst xmlns:p15="http://schemas.microsoft.com/office/powerpoint/2012/main">
        <p15:guide id="1" orient="horz" pos="4080">
          <p15:clr>
            <a:srgbClr val="FBAE40"/>
          </p15:clr>
        </p15:guide>
        <p15:guide id="2" pos="286">
          <p15:clr>
            <a:srgbClr val="FBAE40"/>
          </p15:clr>
        </p15:guide>
      </p15:sldGuideLst>
    </p:ext>
  </p:extLst>
</p:sldLayout>
</file>

<file path=ppt/slideLayouts/slideLayout463.xml><?xml version="1.0" encoding="utf-8"?>
<p:sldLayout xmlns:a="http://schemas.openxmlformats.org/drawingml/2006/main" xmlns:r="http://schemas.openxmlformats.org/officeDocument/2006/relationships" xmlns:p="http://schemas.openxmlformats.org/presentationml/2006/main" userDrawn="1">
  <p:cSld name="1_No Footers &amp; TItle">
    <p:spTree>
      <p:nvGrpSpPr>
        <p:cNvPr id="1" name=""/>
        <p:cNvGrpSpPr/>
        <p:nvPr/>
      </p:nvGrpSpPr>
      <p:grpSpPr>
        <a:xfrm>
          <a:off x="0" y="0"/>
          <a:ext cx="0" cy="0"/>
          <a:chOff x="0" y="0"/>
          <a:chExt cx="0" cy="0"/>
        </a:xfrm>
      </p:grpSpPr>
      <p:sp>
        <p:nvSpPr>
          <p:cNvPr id="5" name="object 15">
            <a:extLst>
              <a:ext uri="{FF2B5EF4-FFF2-40B4-BE49-F238E27FC236}">
                <a16:creationId xmlns:a16="http://schemas.microsoft.com/office/drawing/2014/main" id="{7290F72C-D663-4E9B-FC50-524132F3A36A}"/>
              </a:ext>
            </a:extLst>
          </p:cNvPr>
          <p:cNvSpPr txBox="1">
            <a:spLocks/>
          </p:cNvSpPr>
          <p:nvPr userDrawn="1"/>
        </p:nvSpPr>
        <p:spPr>
          <a:xfrm>
            <a:off x="293512" y="13098274"/>
            <a:ext cx="8393993" cy="271881"/>
          </a:xfrm>
          <a:prstGeom prst="rect">
            <a:avLst/>
          </a:prstGeom>
        </p:spPr>
        <p:txBody>
          <a:bodyPr vert="horz" wrap="square" lIns="0" tIns="25412"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04" marR="0" lvl="0" indent="0" algn="l" defTabSz="1663400" rtl="0" eaLnBrk="1" fontAlgn="auto" latinLnBrk="0" hangingPunct="1">
              <a:lnSpc>
                <a:spcPct val="100000"/>
              </a:lnSpc>
              <a:spcBef>
                <a:spcPts val="300"/>
              </a:spcBef>
              <a:spcAft>
                <a:spcPts val="0"/>
              </a:spcAft>
              <a:buClrTx/>
              <a:buSzTx/>
              <a:buFontTx/>
              <a:buNone/>
              <a:tabLst/>
              <a:defRPr/>
            </a:pPr>
            <a:r>
              <a:rPr kumimoji="0" lang="en-IN" sz="1600" b="1" i="0" u="none" strike="noStrike" kern="1200" cap="none" spc="248" normalizeH="0" baseline="0" noProof="0">
                <a:ln>
                  <a:noFill/>
                </a:ln>
                <a:solidFill>
                  <a:schemeClr val="accent1"/>
                </a:solidFill>
                <a:effectLst/>
                <a:uLnTx/>
                <a:uFillTx/>
                <a:latin typeface="IBM Plex Sans" panose="020B0503050203000203" pitchFamily="34" charset="0"/>
                <a:ea typeface="+mn-ea"/>
                <a:cs typeface="+mn-cs"/>
              </a:rPr>
              <a:t>IBM</a:t>
            </a:r>
            <a:r>
              <a:rPr kumimoji="0" lang="en-IN" sz="1600" b="0" i="1" u="none" strike="noStrike" kern="1200" cap="none" spc="248" normalizeH="0" baseline="0" noProof="0">
                <a:ln>
                  <a:noFill/>
                </a:ln>
                <a:solidFill>
                  <a:schemeClr val="accent1"/>
                </a:solidFill>
                <a:effectLst/>
                <a:uLnTx/>
                <a:uFillTx/>
                <a:latin typeface="IBM Plex Sans" panose="020B0503050203000203" pitchFamily="34" charset="0"/>
                <a:ea typeface="+mn-ea"/>
                <a:cs typeface="+mn-cs"/>
              </a:rPr>
              <a:t> for </a:t>
            </a:r>
            <a:r>
              <a:rPr kumimoji="0" lang="en-IN" sz="1600" b="1" i="0" u="none" strike="noStrike" kern="1200" cap="none" spc="248" normalizeH="0" baseline="0" noProof="0">
                <a:ln>
                  <a:noFill/>
                </a:ln>
                <a:solidFill>
                  <a:schemeClr val="accent1"/>
                </a:solidFill>
                <a:effectLst/>
                <a:uLnTx/>
                <a:uFillTx/>
                <a:latin typeface="IBM Plex Sans" panose="020B0503050203000203" pitchFamily="34" charset="0"/>
                <a:ea typeface="+mn-ea"/>
                <a:cs typeface="+mn-cs"/>
              </a:rPr>
              <a:t>Reckitt </a:t>
            </a:r>
            <a:r>
              <a:rPr kumimoji="0" lang="en-IN" sz="1600" b="0" i="0" u="none" strike="noStrike" kern="1200" cap="none" spc="248" normalizeH="0" baseline="0" noProof="0">
                <a:ln>
                  <a:noFill/>
                </a:ln>
                <a:solidFill>
                  <a:schemeClr val="accent1"/>
                </a:solidFill>
                <a:effectLst/>
                <a:uLnTx/>
                <a:uFillTx/>
                <a:latin typeface="IBM Plex Sans" panose="020B0503050203000203" pitchFamily="34" charset="0"/>
                <a:ea typeface="+mn-ea"/>
                <a:cs typeface="+mn-cs"/>
              </a:rPr>
              <a:t>Confidential</a:t>
            </a:r>
            <a:endParaRPr kumimoji="0" lang="en-IN" sz="1600" b="0" i="0" u="none" strike="noStrike" kern="1200" cap="none" spc="-272" normalizeH="0" baseline="0" noProof="0">
              <a:ln>
                <a:noFill/>
              </a:ln>
              <a:solidFill>
                <a:schemeClr val="accent1"/>
              </a:solidFill>
              <a:effectLst/>
              <a:uLnTx/>
              <a:uFillTx/>
              <a:latin typeface="IBM Plex Sans" panose="020B0503050203000203" pitchFamily="34" charset="0"/>
              <a:ea typeface="+mn-ea"/>
              <a:cs typeface="+mn-cs"/>
            </a:endParaRPr>
          </a:p>
        </p:txBody>
      </p:sp>
      <p:sp>
        <p:nvSpPr>
          <p:cNvPr id="13" name="Slide Number">
            <a:extLst>
              <a:ext uri="{FF2B5EF4-FFF2-40B4-BE49-F238E27FC236}">
                <a16:creationId xmlns:a16="http://schemas.microsoft.com/office/drawing/2014/main" id="{C17D4CC9-654D-63CC-86AF-88202DC8EB1F}"/>
              </a:ext>
            </a:extLst>
          </p:cNvPr>
          <p:cNvSpPr txBox="1">
            <a:spLocks/>
          </p:cNvSpPr>
          <p:nvPr userDrawn="1"/>
        </p:nvSpPr>
        <p:spPr>
          <a:xfrm>
            <a:off x="23726140" y="13126334"/>
            <a:ext cx="533799" cy="215756"/>
          </a:xfrm>
          <a:prstGeom prst="rect">
            <a:avLst/>
          </a:prstGeom>
        </p:spPr>
        <p:txBody>
          <a:bodyPr lIns="0" tIns="0" rIns="0" bIns="0" anchor="b"/>
          <a:lstStyle>
            <a:defPPr>
              <a:defRPr lang="en-US"/>
            </a:defPPr>
            <a:lvl1pPr marL="0" algn="l" defTabSz="825499" rtl="0" eaLnBrk="1" latinLnBrk="0" hangingPunct="1">
              <a:defRPr sz="800" b="1" i="0" kern="1200" spc="0">
                <a:solidFill>
                  <a:schemeClr val="tx1"/>
                </a:solidFill>
                <a:latin typeface="IBM Plex Sans SmBld" panose="020B050305020300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1600" smtClean="0">
                <a:solidFill>
                  <a:schemeClr val="accent1"/>
                </a:solidFill>
              </a:rPr>
              <a:pPr/>
              <a:t>‹#›</a:t>
            </a:fld>
            <a:endParaRPr lang="en-US" sz="1600">
              <a:solidFill>
                <a:schemeClr val="accent1"/>
              </a:solidFill>
            </a:endParaRPr>
          </a:p>
        </p:txBody>
      </p:sp>
      <p:sp>
        <p:nvSpPr>
          <p:cNvPr id="14" name="Text Placeholder 15">
            <a:extLst>
              <a:ext uri="{FF2B5EF4-FFF2-40B4-BE49-F238E27FC236}">
                <a16:creationId xmlns:a16="http://schemas.microsoft.com/office/drawing/2014/main" id="{1382E099-5DD5-D8AD-2C06-7CFA8AE10795}"/>
              </a:ext>
            </a:extLst>
          </p:cNvPr>
          <p:cNvSpPr>
            <a:spLocks noGrp="1"/>
          </p:cNvSpPr>
          <p:nvPr>
            <p:ph type="body" sz="quarter" idx="10" hasCustomPrompt="1"/>
          </p:nvPr>
        </p:nvSpPr>
        <p:spPr>
          <a:xfrm>
            <a:off x="515627" y="831067"/>
            <a:ext cx="23500440" cy="1342290"/>
          </a:xfrm>
          <a:prstGeom prst="rect">
            <a:avLst/>
          </a:prstGeom>
        </p:spPr>
        <p:txBody>
          <a:bodyPr lIns="0" rIns="0"/>
          <a:lstStyle>
            <a:lvl1pPr marL="0" indent="0">
              <a:lnSpc>
                <a:spcPct val="100000"/>
              </a:lnSpc>
              <a:spcBef>
                <a:spcPts val="0"/>
              </a:spcBef>
              <a:buNone/>
              <a:defRPr sz="4800" b="0" i="0">
                <a:solidFill>
                  <a:schemeClr val="tx1">
                    <a:lumMod val="85000"/>
                    <a:lumOff val="15000"/>
                  </a:schemeClr>
                </a:solidFill>
                <a:latin typeface="IBM Plex Sans" panose="020B0503050203000203" pitchFamily="34" charset="0"/>
              </a:defRPr>
            </a:lvl1pPr>
          </a:lstStyle>
          <a:p>
            <a:pPr lvl="0"/>
            <a:r>
              <a:rPr lang="en-US"/>
              <a:t>Title here</a:t>
            </a:r>
          </a:p>
        </p:txBody>
      </p:sp>
      <p:sp>
        <p:nvSpPr>
          <p:cNvPr id="15" name="Text Placeholder 15">
            <a:extLst>
              <a:ext uri="{FF2B5EF4-FFF2-40B4-BE49-F238E27FC236}">
                <a16:creationId xmlns:a16="http://schemas.microsoft.com/office/drawing/2014/main" id="{8B0E249B-0447-C194-F746-565DAF4C66F4}"/>
              </a:ext>
            </a:extLst>
          </p:cNvPr>
          <p:cNvSpPr>
            <a:spLocks noGrp="1"/>
          </p:cNvSpPr>
          <p:nvPr>
            <p:ph type="body" sz="quarter" idx="11" hasCustomPrompt="1"/>
          </p:nvPr>
        </p:nvSpPr>
        <p:spPr>
          <a:xfrm>
            <a:off x="515627" y="316670"/>
            <a:ext cx="23500440" cy="434884"/>
          </a:xfrm>
          <a:prstGeom prst="rect">
            <a:avLst/>
          </a:prstGeom>
        </p:spPr>
        <p:txBody>
          <a:bodyPr lIns="0" rIns="0" anchor="ctr"/>
          <a:lstStyle>
            <a:lvl1pPr marL="0" indent="0">
              <a:buNone/>
              <a:defRPr sz="2100" b="0" i="0">
                <a:solidFill>
                  <a:schemeClr val="accent6"/>
                </a:solidFill>
                <a:latin typeface="IBM Plex Sans Medm" panose="020B0503050203000203" pitchFamily="34" charset="0"/>
              </a:defRPr>
            </a:lvl1pPr>
          </a:lstStyle>
          <a:p>
            <a:pPr lvl="0"/>
            <a:r>
              <a:rPr lang="en-US"/>
              <a:t>SECTION</a:t>
            </a:r>
          </a:p>
        </p:txBody>
      </p:sp>
      <p:sp>
        <p:nvSpPr>
          <p:cNvPr id="16" name="Text Placeholder 27">
            <a:extLst>
              <a:ext uri="{FF2B5EF4-FFF2-40B4-BE49-F238E27FC236}">
                <a16:creationId xmlns:a16="http://schemas.microsoft.com/office/drawing/2014/main" id="{D155FE67-94AA-2A6E-F7E8-2FD19B56A91D}"/>
              </a:ext>
            </a:extLst>
          </p:cNvPr>
          <p:cNvSpPr>
            <a:spLocks noGrp="1"/>
          </p:cNvSpPr>
          <p:nvPr>
            <p:ph type="body" sz="quarter" idx="12" hasCustomPrompt="1"/>
          </p:nvPr>
        </p:nvSpPr>
        <p:spPr>
          <a:xfrm>
            <a:off x="515201" y="1723617"/>
            <a:ext cx="23500440" cy="1342290"/>
          </a:xfrm>
          <a:prstGeom prst="rect">
            <a:avLst/>
          </a:prstGeom>
        </p:spPr>
        <p:txBody>
          <a:bodyPr lIns="0" rIns="0"/>
          <a:lstStyle>
            <a:lvl1pPr marL="0" indent="0">
              <a:buNone/>
              <a:defRPr sz="2800" b="0" i="0">
                <a:solidFill>
                  <a:schemeClr val="accent1"/>
                </a:solidFill>
                <a:latin typeface="IBM Plex Sans Light" panose="020B0403050203000203" pitchFamily="34" charset="0"/>
              </a:defRPr>
            </a:lvl1pPr>
            <a:lvl2pPr marL="914400" indent="0">
              <a:buNone/>
              <a:defRPr sz="2800" b="0" i="0">
                <a:latin typeface="IBM Plex Sans Light" panose="020B0403050203000203" pitchFamily="34" charset="0"/>
              </a:defRPr>
            </a:lvl2pPr>
            <a:lvl3pPr marL="1828800" indent="0">
              <a:buNone/>
              <a:defRPr sz="2800" b="0" i="0">
                <a:latin typeface="IBM Plex Sans Light" panose="020B0403050203000203" pitchFamily="34" charset="0"/>
              </a:defRPr>
            </a:lvl3pPr>
            <a:lvl4pPr marL="2743200" indent="0">
              <a:buNone/>
              <a:defRPr sz="2800" b="0" i="0">
                <a:latin typeface="IBM Plex Sans Light" panose="020B0403050203000203" pitchFamily="34" charset="0"/>
              </a:defRPr>
            </a:lvl4pPr>
            <a:lvl5pPr marL="3657600" indent="0">
              <a:buNone/>
              <a:defRPr sz="2800" b="0" i="0">
                <a:latin typeface="IBM Plex Sans Light" panose="020B0403050203000203" pitchFamily="34" charset="0"/>
              </a:defRPr>
            </a:lvl5pPr>
          </a:lstStyle>
          <a:p>
            <a:pPr lvl="0"/>
            <a:r>
              <a:rPr lang="en-US"/>
              <a:t>Subsection</a:t>
            </a:r>
          </a:p>
        </p:txBody>
      </p:sp>
    </p:spTree>
    <p:extLst>
      <p:ext uri="{BB962C8B-B14F-4D97-AF65-F5344CB8AC3E}">
        <p14:creationId xmlns:p14="http://schemas.microsoft.com/office/powerpoint/2010/main" val="3768130694"/>
      </p:ext>
    </p:extLst>
  </p:cSld>
  <p:clrMapOvr>
    <a:masterClrMapping/>
  </p:clrMapOvr>
  <p:extLst>
    <p:ext uri="{DCECCB84-F9BA-43D5-87BE-67443E8EF086}">
      <p15:sldGuideLst xmlns:p15="http://schemas.microsoft.com/office/powerpoint/2012/main">
        <p15:guide id="4" orient="horz" pos="3240">
          <p15:clr>
            <a:srgbClr val="FBAE40"/>
          </p15:clr>
        </p15:guide>
      </p15:sldGuideLst>
    </p:ext>
  </p:extLst>
</p:sldLayout>
</file>

<file path=ppt/slideLayouts/slideLayout464.xml><?xml version="1.0" encoding="utf-8"?>
<p:sldLayout xmlns:a="http://schemas.openxmlformats.org/drawingml/2006/main" xmlns:r="http://schemas.openxmlformats.org/officeDocument/2006/relationships" xmlns:p="http://schemas.openxmlformats.org/presentationml/2006/main" userDrawn="1">
  <p:cSld name="3_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3"/>
            <a:ext cx="4949824" cy="2468754"/>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2" y="12816000"/>
            <a:ext cx="4956175" cy="3810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3" y="129515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42719468"/>
      </p:ext>
    </p:extLst>
  </p:cSld>
  <p:clrMapOvr>
    <a:masterClrMapping/>
  </p:clrMapOvr>
  <p:transition spd="med"/>
</p:sldLayout>
</file>

<file path=ppt/slideLayouts/slideLayout465.xml><?xml version="1.0" encoding="utf-8"?>
<p:sldLayout xmlns:a="http://schemas.openxmlformats.org/drawingml/2006/main" xmlns:r="http://schemas.openxmlformats.org/officeDocument/2006/relationships" xmlns:p="http://schemas.openxmlformats.org/presentationml/2006/main"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Consulting for Nestlé | IBM confidential</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411749" y="12938839"/>
            <a:ext cx="400751"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92323594"/>
      </p:ext>
    </p:extLst>
  </p:cSld>
  <p:clrMapOvr>
    <a:masterClrMapping/>
  </p:clrMapOvr>
  <p:transition spd="med"/>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93.xml"/><Relationship Id="rId18" Type="http://schemas.openxmlformats.org/officeDocument/2006/relationships/slideLayout" Target="../slideLayouts/slideLayout98.xml"/><Relationship Id="rId26" Type="http://schemas.openxmlformats.org/officeDocument/2006/relationships/slideLayout" Target="../slideLayouts/slideLayout106.xml"/><Relationship Id="rId39" Type="http://schemas.openxmlformats.org/officeDocument/2006/relationships/slideLayout" Target="../slideLayouts/slideLayout119.xml"/><Relationship Id="rId21" Type="http://schemas.openxmlformats.org/officeDocument/2006/relationships/slideLayout" Target="../slideLayouts/slideLayout101.xml"/><Relationship Id="rId34" Type="http://schemas.openxmlformats.org/officeDocument/2006/relationships/slideLayout" Target="../slideLayouts/slideLayout114.xml"/><Relationship Id="rId42" Type="http://schemas.openxmlformats.org/officeDocument/2006/relationships/slideLayout" Target="../slideLayouts/slideLayout122.xml"/><Relationship Id="rId47" Type="http://schemas.openxmlformats.org/officeDocument/2006/relationships/slideLayout" Target="../slideLayouts/slideLayout127.xml"/><Relationship Id="rId50" Type="http://schemas.openxmlformats.org/officeDocument/2006/relationships/slideLayout" Target="../slideLayouts/slideLayout130.xml"/><Relationship Id="rId7" Type="http://schemas.openxmlformats.org/officeDocument/2006/relationships/slideLayout" Target="../slideLayouts/slideLayout8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9" Type="http://schemas.openxmlformats.org/officeDocument/2006/relationships/slideLayout" Target="../slideLayouts/slideLayout109.xml"/><Relationship Id="rId11" Type="http://schemas.openxmlformats.org/officeDocument/2006/relationships/slideLayout" Target="../slideLayouts/slideLayout91.xml"/><Relationship Id="rId24" Type="http://schemas.openxmlformats.org/officeDocument/2006/relationships/slideLayout" Target="../slideLayouts/slideLayout104.xml"/><Relationship Id="rId32" Type="http://schemas.openxmlformats.org/officeDocument/2006/relationships/slideLayout" Target="../slideLayouts/slideLayout112.xml"/><Relationship Id="rId37" Type="http://schemas.openxmlformats.org/officeDocument/2006/relationships/slideLayout" Target="../slideLayouts/slideLayout117.xml"/><Relationship Id="rId40" Type="http://schemas.openxmlformats.org/officeDocument/2006/relationships/slideLayout" Target="../slideLayouts/slideLayout120.xml"/><Relationship Id="rId45" Type="http://schemas.openxmlformats.org/officeDocument/2006/relationships/slideLayout" Target="../slideLayouts/slideLayout125.xml"/><Relationship Id="rId53" Type="http://schemas.openxmlformats.org/officeDocument/2006/relationships/theme" Target="../theme/theme2.xml"/><Relationship Id="rId5" Type="http://schemas.openxmlformats.org/officeDocument/2006/relationships/slideLayout" Target="../slideLayouts/slideLayout85.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31" Type="http://schemas.openxmlformats.org/officeDocument/2006/relationships/slideLayout" Target="../slideLayouts/slideLayout111.xml"/><Relationship Id="rId44" Type="http://schemas.openxmlformats.org/officeDocument/2006/relationships/slideLayout" Target="../slideLayouts/slideLayout124.xml"/><Relationship Id="rId52" Type="http://schemas.openxmlformats.org/officeDocument/2006/relationships/slideLayout" Target="../slideLayouts/slideLayout132.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slideLayout" Target="../slideLayouts/slideLayout102.xml"/><Relationship Id="rId27" Type="http://schemas.openxmlformats.org/officeDocument/2006/relationships/slideLayout" Target="../slideLayouts/slideLayout107.xml"/><Relationship Id="rId30" Type="http://schemas.openxmlformats.org/officeDocument/2006/relationships/slideLayout" Target="../slideLayouts/slideLayout110.xml"/><Relationship Id="rId35" Type="http://schemas.openxmlformats.org/officeDocument/2006/relationships/slideLayout" Target="../slideLayouts/slideLayout115.xml"/><Relationship Id="rId43" Type="http://schemas.openxmlformats.org/officeDocument/2006/relationships/slideLayout" Target="../slideLayouts/slideLayout123.xml"/><Relationship Id="rId48" Type="http://schemas.openxmlformats.org/officeDocument/2006/relationships/slideLayout" Target="../slideLayouts/slideLayout128.xml"/><Relationship Id="rId8" Type="http://schemas.openxmlformats.org/officeDocument/2006/relationships/slideLayout" Target="../slideLayouts/slideLayout88.xml"/><Relationship Id="rId51" Type="http://schemas.openxmlformats.org/officeDocument/2006/relationships/slideLayout" Target="../slideLayouts/slideLayout131.xml"/><Relationship Id="rId3" Type="http://schemas.openxmlformats.org/officeDocument/2006/relationships/slideLayout" Target="../slideLayouts/slideLayout83.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5" Type="http://schemas.openxmlformats.org/officeDocument/2006/relationships/slideLayout" Target="../slideLayouts/slideLayout105.xml"/><Relationship Id="rId33" Type="http://schemas.openxmlformats.org/officeDocument/2006/relationships/slideLayout" Target="../slideLayouts/slideLayout113.xml"/><Relationship Id="rId38" Type="http://schemas.openxmlformats.org/officeDocument/2006/relationships/slideLayout" Target="../slideLayouts/slideLayout118.xml"/><Relationship Id="rId46" Type="http://schemas.openxmlformats.org/officeDocument/2006/relationships/slideLayout" Target="../slideLayouts/slideLayout126.xml"/><Relationship Id="rId20" Type="http://schemas.openxmlformats.org/officeDocument/2006/relationships/slideLayout" Target="../slideLayouts/slideLayout100.xml"/><Relationship Id="rId41" Type="http://schemas.openxmlformats.org/officeDocument/2006/relationships/slideLayout" Target="../slideLayouts/slideLayout121.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5" Type="http://schemas.openxmlformats.org/officeDocument/2006/relationships/slideLayout" Target="../slideLayouts/slideLayout95.xml"/><Relationship Id="rId23" Type="http://schemas.openxmlformats.org/officeDocument/2006/relationships/slideLayout" Target="../slideLayouts/slideLayout103.xml"/><Relationship Id="rId28" Type="http://schemas.openxmlformats.org/officeDocument/2006/relationships/slideLayout" Target="../slideLayouts/slideLayout108.xml"/><Relationship Id="rId36" Type="http://schemas.openxmlformats.org/officeDocument/2006/relationships/slideLayout" Target="../slideLayouts/slideLayout116.xml"/><Relationship Id="rId49" Type="http://schemas.openxmlformats.org/officeDocument/2006/relationships/slideLayout" Target="../slideLayouts/slideLayout129.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58.xml"/><Relationship Id="rId21" Type="http://schemas.openxmlformats.org/officeDocument/2006/relationships/slideLayout" Target="../slideLayouts/slideLayout153.xml"/><Relationship Id="rId42" Type="http://schemas.openxmlformats.org/officeDocument/2006/relationships/slideLayout" Target="../slideLayouts/slideLayout174.xml"/><Relationship Id="rId47" Type="http://schemas.openxmlformats.org/officeDocument/2006/relationships/slideLayout" Target="../slideLayouts/slideLayout179.xml"/><Relationship Id="rId63" Type="http://schemas.openxmlformats.org/officeDocument/2006/relationships/slideLayout" Target="../slideLayouts/slideLayout195.xml"/><Relationship Id="rId68" Type="http://schemas.openxmlformats.org/officeDocument/2006/relationships/slideLayout" Target="../slideLayouts/slideLayout200.xml"/><Relationship Id="rId7" Type="http://schemas.openxmlformats.org/officeDocument/2006/relationships/slideLayout" Target="../slideLayouts/slideLayout139.xml"/><Relationship Id="rId2" Type="http://schemas.openxmlformats.org/officeDocument/2006/relationships/slideLayout" Target="../slideLayouts/slideLayout134.xml"/><Relationship Id="rId16" Type="http://schemas.openxmlformats.org/officeDocument/2006/relationships/slideLayout" Target="../slideLayouts/slideLayout148.xml"/><Relationship Id="rId29" Type="http://schemas.openxmlformats.org/officeDocument/2006/relationships/slideLayout" Target="../slideLayouts/slideLayout161.xml"/><Relationship Id="rId11" Type="http://schemas.openxmlformats.org/officeDocument/2006/relationships/slideLayout" Target="../slideLayouts/slideLayout143.xml"/><Relationship Id="rId24" Type="http://schemas.openxmlformats.org/officeDocument/2006/relationships/slideLayout" Target="../slideLayouts/slideLayout156.xml"/><Relationship Id="rId32" Type="http://schemas.openxmlformats.org/officeDocument/2006/relationships/slideLayout" Target="../slideLayouts/slideLayout164.xml"/><Relationship Id="rId37" Type="http://schemas.openxmlformats.org/officeDocument/2006/relationships/slideLayout" Target="../slideLayouts/slideLayout169.xml"/><Relationship Id="rId40" Type="http://schemas.openxmlformats.org/officeDocument/2006/relationships/slideLayout" Target="../slideLayouts/slideLayout172.xml"/><Relationship Id="rId45" Type="http://schemas.openxmlformats.org/officeDocument/2006/relationships/slideLayout" Target="../slideLayouts/slideLayout177.xml"/><Relationship Id="rId53" Type="http://schemas.openxmlformats.org/officeDocument/2006/relationships/slideLayout" Target="../slideLayouts/slideLayout185.xml"/><Relationship Id="rId58" Type="http://schemas.openxmlformats.org/officeDocument/2006/relationships/slideLayout" Target="../slideLayouts/slideLayout190.xml"/><Relationship Id="rId66" Type="http://schemas.openxmlformats.org/officeDocument/2006/relationships/slideLayout" Target="../slideLayouts/slideLayout198.xml"/><Relationship Id="rId5" Type="http://schemas.openxmlformats.org/officeDocument/2006/relationships/slideLayout" Target="../slideLayouts/slideLayout137.xml"/><Relationship Id="rId61" Type="http://schemas.openxmlformats.org/officeDocument/2006/relationships/slideLayout" Target="../slideLayouts/slideLayout193.xml"/><Relationship Id="rId19" Type="http://schemas.openxmlformats.org/officeDocument/2006/relationships/slideLayout" Target="../slideLayouts/slideLayout151.xml"/><Relationship Id="rId14" Type="http://schemas.openxmlformats.org/officeDocument/2006/relationships/slideLayout" Target="../slideLayouts/slideLayout146.xml"/><Relationship Id="rId22" Type="http://schemas.openxmlformats.org/officeDocument/2006/relationships/slideLayout" Target="../slideLayouts/slideLayout154.xml"/><Relationship Id="rId27" Type="http://schemas.openxmlformats.org/officeDocument/2006/relationships/slideLayout" Target="../slideLayouts/slideLayout159.xml"/><Relationship Id="rId30" Type="http://schemas.openxmlformats.org/officeDocument/2006/relationships/slideLayout" Target="../slideLayouts/slideLayout162.xml"/><Relationship Id="rId35" Type="http://schemas.openxmlformats.org/officeDocument/2006/relationships/slideLayout" Target="../slideLayouts/slideLayout167.xml"/><Relationship Id="rId43" Type="http://schemas.openxmlformats.org/officeDocument/2006/relationships/slideLayout" Target="../slideLayouts/slideLayout175.xml"/><Relationship Id="rId48" Type="http://schemas.openxmlformats.org/officeDocument/2006/relationships/slideLayout" Target="../slideLayouts/slideLayout180.xml"/><Relationship Id="rId56" Type="http://schemas.openxmlformats.org/officeDocument/2006/relationships/slideLayout" Target="../slideLayouts/slideLayout188.xml"/><Relationship Id="rId64" Type="http://schemas.openxmlformats.org/officeDocument/2006/relationships/slideLayout" Target="../slideLayouts/slideLayout196.xml"/><Relationship Id="rId69" Type="http://schemas.openxmlformats.org/officeDocument/2006/relationships/slideLayout" Target="../slideLayouts/slideLayout201.xml"/><Relationship Id="rId8" Type="http://schemas.openxmlformats.org/officeDocument/2006/relationships/slideLayout" Target="../slideLayouts/slideLayout140.xml"/><Relationship Id="rId51" Type="http://schemas.openxmlformats.org/officeDocument/2006/relationships/slideLayout" Target="../slideLayouts/slideLayout183.xml"/><Relationship Id="rId3" Type="http://schemas.openxmlformats.org/officeDocument/2006/relationships/slideLayout" Target="../slideLayouts/slideLayout135.xml"/><Relationship Id="rId12" Type="http://schemas.openxmlformats.org/officeDocument/2006/relationships/slideLayout" Target="../slideLayouts/slideLayout144.xml"/><Relationship Id="rId17" Type="http://schemas.openxmlformats.org/officeDocument/2006/relationships/slideLayout" Target="../slideLayouts/slideLayout149.xml"/><Relationship Id="rId25" Type="http://schemas.openxmlformats.org/officeDocument/2006/relationships/slideLayout" Target="../slideLayouts/slideLayout157.xml"/><Relationship Id="rId33" Type="http://schemas.openxmlformats.org/officeDocument/2006/relationships/slideLayout" Target="../slideLayouts/slideLayout165.xml"/><Relationship Id="rId38" Type="http://schemas.openxmlformats.org/officeDocument/2006/relationships/slideLayout" Target="../slideLayouts/slideLayout170.xml"/><Relationship Id="rId46" Type="http://schemas.openxmlformats.org/officeDocument/2006/relationships/slideLayout" Target="../slideLayouts/slideLayout178.xml"/><Relationship Id="rId59" Type="http://schemas.openxmlformats.org/officeDocument/2006/relationships/slideLayout" Target="../slideLayouts/slideLayout191.xml"/><Relationship Id="rId67" Type="http://schemas.openxmlformats.org/officeDocument/2006/relationships/slideLayout" Target="../slideLayouts/slideLayout199.xml"/><Relationship Id="rId20" Type="http://schemas.openxmlformats.org/officeDocument/2006/relationships/slideLayout" Target="../slideLayouts/slideLayout152.xml"/><Relationship Id="rId41" Type="http://schemas.openxmlformats.org/officeDocument/2006/relationships/slideLayout" Target="../slideLayouts/slideLayout173.xml"/><Relationship Id="rId54" Type="http://schemas.openxmlformats.org/officeDocument/2006/relationships/slideLayout" Target="../slideLayouts/slideLayout186.xml"/><Relationship Id="rId62" Type="http://schemas.openxmlformats.org/officeDocument/2006/relationships/slideLayout" Target="../slideLayouts/slideLayout194.xml"/><Relationship Id="rId70" Type="http://schemas.openxmlformats.org/officeDocument/2006/relationships/theme" Target="../theme/theme3.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5" Type="http://schemas.openxmlformats.org/officeDocument/2006/relationships/slideLayout" Target="../slideLayouts/slideLayout147.xml"/><Relationship Id="rId23" Type="http://schemas.openxmlformats.org/officeDocument/2006/relationships/slideLayout" Target="../slideLayouts/slideLayout155.xml"/><Relationship Id="rId28" Type="http://schemas.openxmlformats.org/officeDocument/2006/relationships/slideLayout" Target="../slideLayouts/slideLayout160.xml"/><Relationship Id="rId36" Type="http://schemas.openxmlformats.org/officeDocument/2006/relationships/slideLayout" Target="../slideLayouts/slideLayout168.xml"/><Relationship Id="rId49" Type="http://schemas.openxmlformats.org/officeDocument/2006/relationships/slideLayout" Target="../slideLayouts/slideLayout181.xml"/><Relationship Id="rId57" Type="http://schemas.openxmlformats.org/officeDocument/2006/relationships/slideLayout" Target="../slideLayouts/slideLayout189.xml"/><Relationship Id="rId10" Type="http://schemas.openxmlformats.org/officeDocument/2006/relationships/slideLayout" Target="../slideLayouts/slideLayout142.xml"/><Relationship Id="rId31" Type="http://schemas.openxmlformats.org/officeDocument/2006/relationships/slideLayout" Target="../slideLayouts/slideLayout163.xml"/><Relationship Id="rId44" Type="http://schemas.openxmlformats.org/officeDocument/2006/relationships/slideLayout" Target="../slideLayouts/slideLayout176.xml"/><Relationship Id="rId52" Type="http://schemas.openxmlformats.org/officeDocument/2006/relationships/slideLayout" Target="../slideLayouts/slideLayout184.xml"/><Relationship Id="rId60" Type="http://schemas.openxmlformats.org/officeDocument/2006/relationships/slideLayout" Target="../slideLayouts/slideLayout192.xml"/><Relationship Id="rId65" Type="http://schemas.openxmlformats.org/officeDocument/2006/relationships/slideLayout" Target="../slideLayouts/slideLayout197.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3" Type="http://schemas.openxmlformats.org/officeDocument/2006/relationships/slideLayout" Target="../slideLayouts/slideLayout145.xml"/><Relationship Id="rId18" Type="http://schemas.openxmlformats.org/officeDocument/2006/relationships/slideLayout" Target="../slideLayouts/slideLayout150.xml"/><Relationship Id="rId39" Type="http://schemas.openxmlformats.org/officeDocument/2006/relationships/slideLayout" Target="../slideLayouts/slideLayout171.xml"/><Relationship Id="rId34" Type="http://schemas.openxmlformats.org/officeDocument/2006/relationships/slideLayout" Target="../slideLayouts/slideLayout166.xml"/><Relationship Id="rId50" Type="http://schemas.openxmlformats.org/officeDocument/2006/relationships/slideLayout" Target="../slideLayouts/slideLayout182.xml"/><Relationship Id="rId55" Type="http://schemas.openxmlformats.org/officeDocument/2006/relationships/slideLayout" Target="../slideLayouts/slideLayout187.xml"/></Relationships>
</file>

<file path=ppt/slideMasters/_rels/slideMaster4.xml.rels><?xml version="1.0" encoding="UTF-8" standalone="yes"?>
<Relationships xmlns="http://schemas.openxmlformats.org/package/2006/relationships"><Relationship Id="rId117" Type="http://schemas.openxmlformats.org/officeDocument/2006/relationships/slideLayout" Target="../slideLayouts/slideLayout318.xml"/><Relationship Id="rId21" Type="http://schemas.openxmlformats.org/officeDocument/2006/relationships/slideLayout" Target="../slideLayouts/slideLayout222.xml"/><Relationship Id="rId42" Type="http://schemas.openxmlformats.org/officeDocument/2006/relationships/slideLayout" Target="../slideLayouts/slideLayout243.xml"/><Relationship Id="rId47" Type="http://schemas.openxmlformats.org/officeDocument/2006/relationships/slideLayout" Target="../slideLayouts/slideLayout248.xml"/><Relationship Id="rId63" Type="http://schemas.openxmlformats.org/officeDocument/2006/relationships/slideLayout" Target="../slideLayouts/slideLayout264.xml"/><Relationship Id="rId68" Type="http://schemas.openxmlformats.org/officeDocument/2006/relationships/slideLayout" Target="../slideLayouts/slideLayout269.xml"/><Relationship Id="rId84" Type="http://schemas.openxmlformats.org/officeDocument/2006/relationships/slideLayout" Target="../slideLayouts/slideLayout285.xml"/><Relationship Id="rId89" Type="http://schemas.openxmlformats.org/officeDocument/2006/relationships/slideLayout" Target="../slideLayouts/slideLayout290.xml"/><Relationship Id="rId112" Type="http://schemas.openxmlformats.org/officeDocument/2006/relationships/slideLayout" Target="../slideLayouts/slideLayout313.xml"/><Relationship Id="rId16" Type="http://schemas.openxmlformats.org/officeDocument/2006/relationships/slideLayout" Target="../slideLayouts/slideLayout217.xml"/><Relationship Id="rId107" Type="http://schemas.openxmlformats.org/officeDocument/2006/relationships/slideLayout" Target="../slideLayouts/slideLayout308.xml"/><Relationship Id="rId11" Type="http://schemas.openxmlformats.org/officeDocument/2006/relationships/slideLayout" Target="../slideLayouts/slideLayout212.xml"/><Relationship Id="rId32" Type="http://schemas.openxmlformats.org/officeDocument/2006/relationships/slideLayout" Target="../slideLayouts/slideLayout233.xml"/><Relationship Id="rId37" Type="http://schemas.openxmlformats.org/officeDocument/2006/relationships/slideLayout" Target="../slideLayouts/slideLayout238.xml"/><Relationship Id="rId53" Type="http://schemas.openxmlformats.org/officeDocument/2006/relationships/slideLayout" Target="../slideLayouts/slideLayout254.xml"/><Relationship Id="rId58" Type="http://schemas.openxmlformats.org/officeDocument/2006/relationships/slideLayout" Target="../slideLayouts/slideLayout259.xml"/><Relationship Id="rId74" Type="http://schemas.openxmlformats.org/officeDocument/2006/relationships/slideLayout" Target="../slideLayouts/slideLayout275.xml"/><Relationship Id="rId79" Type="http://schemas.openxmlformats.org/officeDocument/2006/relationships/slideLayout" Target="../slideLayouts/slideLayout280.xml"/><Relationship Id="rId102" Type="http://schemas.openxmlformats.org/officeDocument/2006/relationships/slideLayout" Target="../slideLayouts/slideLayout303.xml"/><Relationship Id="rId123" Type="http://schemas.openxmlformats.org/officeDocument/2006/relationships/slideLayout" Target="../slideLayouts/slideLayout324.xml"/><Relationship Id="rId128" Type="http://schemas.openxmlformats.org/officeDocument/2006/relationships/slideLayout" Target="../slideLayouts/slideLayout329.xml"/><Relationship Id="rId5" Type="http://schemas.openxmlformats.org/officeDocument/2006/relationships/slideLayout" Target="../slideLayouts/slideLayout206.xml"/><Relationship Id="rId90" Type="http://schemas.openxmlformats.org/officeDocument/2006/relationships/slideLayout" Target="../slideLayouts/slideLayout291.xml"/><Relationship Id="rId95" Type="http://schemas.openxmlformats.org/officeDocument/2006/relationships/slideLayout" Target="../slideLayouts/slideLayout296.xml"/><Relationship Id="rId22" Type="http://schemas.openxmlformats.org/officeDocument/2006/relationships/slideLayout" Target="../slideLayouts/slideLayout223.xml"/><Relationship Id="rId27" Type="http://schemas.openxmlformats.org/officeDocument/2006/relationships/slideLayout" Target="../slideLayouts/slideLayout228.xml"/><Relationship Id="rId43" Type="http://schemas.openxmlformats.org/officeDocument/2006/relationships/slideLayout" Target="../slideLayouts/slideLayout244.xml"/><Relationship Id="rId48" Type="http://schemas.openxmlformats.org/officeDocument/2006/relationships/slideLayout" Target="../slideLayouts/slideLayout249.xml"/><Relationship Id="rId64" Type="http://schemas.openxmlformats.org/officeDocument/2006/relationships/slideLayout" Target="../slideLayouts/slideLayout265.xml"/><Relationship Id="rId69" Type="http://schemas.openxmlformats.org/officeDocument/2006/relationships/slideLayout" Target="../slideLayouts/slideLayout270.xml"/><Relationship Id="rId113" Type="http://schemas.openxmlformats.org/officeDocument/2006/relationships/slideLayout" Target="../slideLayouts/slideLayout314.xml"/><Relationship Id="rId118" Type="http://schemas.openxmlformats.org/officeDocument/2006/relationships/slideLayout" Target="../slideLayouts/slideLayout319.xml"/><Relationship Id="rId80" Type="http://schemas.openxmlformats.org/officeDocument/2006/relationships/slideLayout" Target="../slideLayouts/slideLayout281.xml"/><Relationship Id="rId85" Type="http://schemas.openxmlformats.org/officeDocument/2006/relationships/slideLayout" Target="../slideLayouts/slideLayout286.xml"/><Relationship Id="rId12" Type="http://schemas.openxmlformats.org/officeDocument/2006/relationships/slideLayout" Target="../slideLayouts/slideLayout213.xml"/><Relationship Id="rId17" Type="http://schemas.openxmlformats.org/officeDocument/2006/relationships/slideLayout" Target="../slideLayouts/slideLayout218.xml"/><Relationship Id="rId33" Type="http://schemas.openxmlformats.org/officeDocument/2006/relationships/slideLayout" Target="../slideLayouts/slideLayout234.xml"/><Relationship Id="rId38" Type="http://schemas.openxmlformats.org/officeDocument/2006/relationships/slideLayout" Target="../slideLayouts/slideLayout239.xml"/><Relationship Id="rId59" Type="http://schemas.openxmlformats.org/officeDocument/2006/relationships/slideLayout" Target="../slideLayouts/slideLayout260.xml"/><Relationship Id="rId103" Type="http://schemas.openxmlformats.org/officeDocument/2006/relationships/slideLayout" Target="../slideLayouts/slideLayout304.xml"/><Relationship Id="rId108" Type="http://schemas.openxmlformats.org/officeDocument/2006/relationships/slideLayout" Target="../slideLayouts/slideLayout309.xml"/><Relationship Id="rId124" Type="http://schemas.openxmlformats.org/officeDocument/2006/relationships/slideLayout" Target="../slideLayouts/slideLayout325.xml"/><Relationship Id="rId129" Type="http://schemas.openxmlformats.org/officeDocument/2006/relationships/slideLayout" Target="../slideLayouts/slideLayout330.xml"/><Relationship Id="rId54" Type="http://schemas.openxmlformats.org/officeDocument/2006/relationships/slideLayout" Target="../slideLayouts/slideLayout255.xml"/><Relationship Id="rId70" Type="http://schemas.openxmlformats.org/officeDocument/2006/relationships/slideLayout" Target="../slideLayouts/slideLayout271.xml"/><Relationship Id="rId75" Type="http://schemas.openxmlformats.org/officeDocument/2006/relationships/slideLayout" Target="../slideLayouts/slideLayout276.xml"/><Relationship Id="rId91" Type="http://schemas.openxmlformats.org/officeDocument/2006/relationships/slideLayout" Target="../slideLayouts/slideLayout292.xml"/><Relationship Id="rId96" Type="http://schemas.openxmlformats.org/officeDocument/2006/relationships/slideLayout" Target="../slideLayouts/slideLayout297.xml"/><Relationship Id="rId1" Type="http://schemas.openxmlformats.org/officeDocument/2006/relationships/slideLayout" Target="../slideLayouts/slideLayout202.xml"/><Relationship Id="rId6" Type="http://schemas.openxmlformats.org/officeDocument/2006/relationships/slideLayout" Target="../slideLayouts/slideLayout207.xml"/><Relationship Id="rId23" Type="http://schemas.openxmlformats.org/officeDocument/2006/relationships/slideLayout" Target="../slideLayouts/slideLayout224.xml"/><Relationship Id="rId28" Type="http://schemas.openxmlformats.org/officeDocument/2006/relationships/slideLayout" Target="../slideLayouts/slideLayout229.xml"/><Relationship Id="rId49" Type="http://schemas.openxmlformats.org/officeDocument/2006/relationships/slideLayout" Target="../slideLayouts/slideLayout250.xml"/><Relationship Id="rId114" Type="http://schemas.openxmlformats.org/officeDocument/2006/relationships/slideLayout" Target="../slideLayouts/slideLayout315.xml"/><Relationship Id="rId119" Type="http://schemas.openxmlformats.org/officeDocument/2006/relationships/slideLayout" Target="../slideLayouts/slideLayout320.xml"/><Relationship Id="rId44" Type="http://schemas.openxmlformats.org/officeDocument/2006/relationships/slideLayout" Target="../slideLayouts/slideLayout245.xml"/><Relationship Id="rId60" Type="http://schemas.openxmlformats.org/officeDocument/2006/relationships/slideLayout" Target="../slideLayouts/slideLayout261.xml"/><Relationship Id="rId65" Type="http://schemas.openxmlformats.org/officeDocument/2006/relationships/slideLayout" Target="../slideLayouts/slideLayout266.xml"/><Relationship Id="rId81" Type="http://schemas.openxmlformats.org/officeDocument/2006/relationships/slideLayout" Target="../slideLayouts/slideLayout282.xml"/><Relationship Id="rId86" Type="http://schemas.openxmlformats.org/officeDocument/2006/relationships/slideLayout" Target="../slideLayouts/slideLayout287.xml"/><Relationship Id="rId130" Type="http://schemas.openxmlformats.org/officeDocument/2006/relationships/theme" Target="../theme/theme4.xml"/><Relationship Id="rId13" Type="http://schemas.openxmlformats.org/officeDocument/2006/relationships/slideLayout" Target="../slideLayouts/slideLayout214.xml"/><Relationship Id="rId18" Type="http://schemas.openxmlformats.org/officeDocument/2006/relationships/slideLayout" Target="../slideLayouts/slideLayout219.xml"/><Relationship Id="rId39" Type="http://schemas.openxmlformats.org/officeDocument/2006/relationships/slideLayout" Target="../slideLayouts/slideLayout240.xml"/><Relationship Id="rId109" Type="http://schemas.openxmlformats.org/officeDocument/2006/relationships/slideLayout" Target="../slideLayouts/slideLayout310.xml"/><Relationship Id="rId34" Type="http://schemas.openxmlformats.org/officeDocument/2006/relationships/slideLayout" Target="../slideLayouts/slideLayout235.xml"/><Relationship Id="rId50" Type="http://schemas.openxmlformats.org/officeDocument/2006/relationships/slideLayout" Target="../slideLayouts/slideLayout251.xml"/><Relationship Id="rId55" Type="http://schemas.openxmlformats.org/officeDocument/2006/relationships/slideLayout" Target="../slideLayouts/slideLayout256.xml"/><Relationship Id="rId76" Type="http://schemas.openxmlformats.org/officeDocument/2006/relationships/slideLayout" Target="../slideLayouts/slideLayout277.xml"/><Relationship Id="rId97" Type="http://schemas.openxmlformats.org/officeDocument/2006/relationships/slideLayout" Target="../slideLayouts/slideLayout298.xml"/><Relationship Id="rId104" Type="http://schemas.openxmlformats.org/officeDocument/2006/relationships/slideLayout" Target="../slideLayouts/slideLayout305.xml"/><Relationship Id="rId120" Type="http://schemas.openxmlformats.org/officeDocument/2006/relationships/slideLayout" Target="../slideLayouts/slideLayout321.xml"/><Relationship Id="rId125" Type="http://schemas.openxmlformats.org/officeDocument/2006/relationships/slideLayout" Target="../slideLayouts/slideLayout326.xml"/><Relationship Id="rId7" Type="http://schemas.openxmlformats.org/officeDocument/2006/relationships/slideLayout" Target="../slideLayouts/slideLayout208.xml"/><Relationship Id="rId71" Type="http://schemas.openxmlformats.org/officeDocument/2006/relationships/slideLayout" Target="../slideLayouts/slideLayout272.xml"/><Relationship Id="rId92" Type="http://schemas.openxmlformats.org/officeDocument/2006/relationships/slideLayout" Target="../slideLayouts/slideLayout293.xml"/><Relationship Id="rId2" Type="http://schemas.openxmlformats.org/officeDocument/2006/relationships/slideLayout" Target="../slideLayouts/slideLayout203.xml"/><Relationship Id="rId29" Type="http://schemas.openxmlformats.org/officeDocument/2006/relationships/slideLayout" Target="../slideLayouts/slideLayout230.xml"/><Relationship Id="rId24" Type="http://schemas.openxmlformats.org/officeDocument/2006/relationships/slideLayout" Target="../slideLayouts/slideLayout225.xml"/><Relationship Id="rId40" Type="http://schemas.openxmlformats.org/officeDocument/2006/relationships/slideLayout" Target="../slideLayouts/slideLayout241.xml"/><Relationship Id="rId45" Type="http://schemas.openxmlformats.org/officeDocument/2006/relationships/slideLayout" Target="../slideLayouts/slideLayout246.xml"/><Relationship Id="rId66" Type="http://schemas.openxmlformats.org/officeDocument/2006/relationships/slideLayout" Target="../slideLayouts/slideLayout267.xml"/><Relationship Id="rId87" Type="http://schemas.openxmlformats.org/officeDocument/2006/relationships/slideLayout" Target="../slideLayouts/slideLayout288.xml"/><Relationship Id="rId110" Type="http://schemas.openxmlformats.org/officeDocument/2006/relationships/slideLayout" Target="../slideLayouts/slideLayout311.xml"/><Relationship Id="rId115" Type="http://schemas.openxmlformats.org/officeDocument/2006/relationships/slideLayout" Target="../slideLayouts/slideLayout316.xml"/><Relationship Id="rId61" Type="http://schemas.openxmlformats.org/officeDocument/2006/relationships/slideLayout" Target="../slideLayouts/slideLayout262.xml"/><Relationship Id="rId82" Type="http://schemas.openxmlformats.org/officeDocument/2006/relationships/slideLayout" Target="../slideLayouts/slideLayout283.xml"/><Relationship Id="rId19" Type="http://schemas.openxmlformats.org/officeDocument/2006/relationships/slideLayout" Target="../slideLayouts/slideLayout220.xml"/><Relationship Id="rId14" Type="http://schemas.openxmlformats.org/officeDocument/2006/relationships/slideLayout" Target="../slideLayouts/slideLayout215.xml"/><Relationship Id="rId30" Type="http://schemas.openxmlformats.org/officeDocument/2006/relationships/slideLayout" Target="../slideLayouts/slideLayout231.xml"/><Relationship Id="rId35" Type="http://schemas.openxmlformats.org/officeDocument/2006/relationships/slideLayout" Target="../slideLayouts/slideLayout236.xml"/><Relationship Id="rId56" Type="http://schemas.openxmlformats.org/officeDocument/2006/relationships/slideLayout" Target="../slideLayouts/slideLayout257.xml"/><Relationship Id="rId77" Type="http://schemas.openxmlformats.org/officeDocument/2006/relationships/slideLayout" Target="../slideLayouts/slideLayout278.xml"/><Relationship Id="rId100" Type="http://schemas.openxmlformats.org/officeDocument/2006/relationships/slideLayout" Target="../slideLayouts/slideLayout301.xml"/><Relationship Id="rId105" Type="http://schemas.openxmlformats.org/officeDocument/2006/relationships/slideLayout" Target="../slideLayouts/slideLayout306.xml"/><Relationship Id="rId126" Type="http://schemas.openxmlformats.org/officeDocument/2006/relationships/slideLayout" Target="../slideLayouts/slideLayout327.xml"/><Relationship Id="rId8" Type="http://schemas.openxmlformats.org/officeDocument/2006/relationships/slideLayout" Target="../slideLayouts/slideLayout209.xml"/><Relationship Id="rId51" Type="http://schemas.openxmlformats.org/officeDocument/2006/relationships/slideLayout" Target="../slideLayouts/slideLayout252.xml"/><Relationship Id="rId72" Type="http://schemas.openxmlformats.org/officeDocument/2006/relationships/slideLayout" Target="../slideLayouts/slideLayout273.xml"/><Relationship Id="rId93" Type="http://schemas.openxmlformats.org/officeDocument/2006/relationships/slideLayout" Target="../slideLayouts/slideLayout294.xml"/><Relationship Id="rId98" Type="http://schemas.openxmlformats.org/officeDocument/2006/relationships/slideLayout" Target="../slideLayouts/slideLayout299.xml"/><Relationship Id="rId121" Type="http://schemas.openxmlformats.org/officeDocument/2006/relationships/slideLayout" Target="../slideLayouts/slideLayout322.xml"/><Relationship Id="rId3" Type="http://schemas.openxmlformats.org/officeDocument/2006/relationships/slideLayout" Target="../slideLayouts/slideLayout204.xml"/><Relationship Id="rId25" Type="http://schemas.openxmlformats.org/officeDocument/2006/relationships/slideLayout" Target="../slideLayouts/slideLayout226.xml"/><Relationship Id="rId46" Type="http://schemas.openxmlformats.org/officeDocument/2006/relationships/slideLayout" Target="../slideLayouts/slideLayout247.xml"/><Relationship Id="rId67" Type="http://schemas.openxmlformats.org/officeDocument/2006/relationships/slideLayout" Target="../slideLayouts/slideLayout268.xml"/><Relationship Id="rId116" Type="http://schemas.openxmlformats.org/officeDocument/2006/relationships/slideLayout" Target="../slideLayouts/slideLayout317.xml"/><Relationship Id="rId20" Type="http://schemas.openxmlformats.org/officeDocument/2006/relationships/slideLayout" Target="../slideLayouts/slideLayout221.xml"/><Relationship Id="rId41" Type="http://schemas.openxmlformats.org/officeDocument/2006/relationships/slideLayout" Target="../slideLayouts/slideLayout242.xml"/><Relationship Id="rId62" Type="http://schemas.openxmlformats.org/officeDocument/2006/relationships/slideLayout" Target="../slideLayouts/slideLayout263.xml"/><Relationship Id="rId83" Type="http://schemas.openxmlformats.org/officeDocument/2006/relationships/slideLayout" Target="../slideLayouts/slideLayout284.xml"/><Relationship Id="rId88" Type="http://schemas.openxmlformats.org/officeDocument/2006/relationships/slideLayout" Target="../slideLayouts/slideLayout289.xml"/><Relationship Id="rId111" Type="http://schemas.openxmlformats.org/officeDocument/2006/relationships/slideLayout" Target="../slideLayouts/slideLayout312.xml"/><Relationship Id="rId15" Type="http://schemas.openxmlformats.org/officeDocument/2006/relationships/slideLayout" Target="../slideLayouts/slideLayout216.xml"/><Relationship Id="rId36" Type="http://schemas.openxmlformats.org/officeDocument/2006/relationships/slideLayout" Target="../slideLayouts/slideLayout237.xml"/><Relationship Id="rId57" Type="http://schemas.openxmlformats.org/officeDocument/2006/relationships/slideLayout" Target="../slideLayouts/slideLayout258.xml"/><Relationship Id="rId106" Type="http://schemas.openxmlformats.org/officeDocument/2006/relationships/slideLayout" Target="../slideLayouts/slideLayout307.xml"/><Relationship Id="rId127" Type="http://schemas.openxmlformats.org/officeDocument/2006/relationships/slideLayout" Target="../slideLayouts/slideLayout328.xml"/><Relationship Id="rId10" Type="http://schemas.openxmlformats.org/officeDocument/2006/relationships/slideLayout" Target="../slideLayouts/slideLayout211.xml"/><Relationship Id="rId31" Type="http://schemas.openxmlformats.org/officeDocument/2006/relationships/slideLayout" Target="../slideLayouts/slideLayout232.xml"/><Relationship Id="rId52" Type="http://schemas.openxmlformats.org/officeDocument/2006/relationships/slideLayout" Target="../slideLayouts/slideLayout253.xml"/><Relationship Id="rId73" Type="http://schemas.openxmlformats.org/officeDocument/2006/relationships/slideLayout" Target="../slideLayouts/slideLayout274.xml"/><Relationship Id="rId78" Type="http://schemas.openxmlformats.org/officeDocument/2006/relationships/slideLayout" Target="../slideLayouts/slideLayout279.xml"/><Relationship Id="rId94" Type="http://schemas.openxmlformats.org/officeDocument/2006/relationships/slideLayout" Target="../slideLayouts/slideLayout295.xml"/><Relationship Id="rId99" Type="http://schemas.openxmlformats.org/officeDocument/2006/relationships/slideLayout" Target="../slideLayouts/slideLayout300.xml"/><Relationship Id="rId101" Type="http://schemas.openxmlformats.org/officeDocument/2006/relationships/slideLayout" Target="../slideLayouts/slideLayout302.xml"/><Relationship Id="rId122" Type="http://schemas.openxmlformats.org/officeDocument/2006/relationships/slideLayout" Target="../slideLayouts/slideLayout323.xml"/><Relationship Id="rId4" Type="http://schemas.openxmlformats.org/officeDocument/2006/relationships/slideLayout" Target="../slideLayouts/slideLayout205.xml"/><Relationship Id="rId9" Type="http://schemas.openxmlformats.org/officeDocument/2006/relationships/slideLayout" Target="../slideLayouts/slideLayout210.xml"/><Relationship Id="rId26" Type="http://schemas.openxmlformats.org/officeDocument/2006/relationships/slideLayout" Target="../slideLayouts/slideLayout227.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343.xml"/><Relationship Id="rId18" Type="http://schemas.openxmlformats.org/officeDocument/2006/relationships/slideLayout" Target="../slideLayouts/slideLayout348.xml"/><Relationship Id="rId26" Type="http://schemas.openxmlformats.org/officeDocument/2006/relationships/slideLayout" Target="../slideLayouts/slideLayout356.xml"/><Relationship Id="rId39" Type="http://schemas.openxmlformats.org/officeDocument/2006/relationships/slideLayout" Target="../slideLayouts/slideLayout369.xml"/><Relationship Id="rId21" Type="http://schemas.openxmlformats.org/officeDocument/2006/relationships/slideLayout" Target="../slideLayouts/slideLayout351.xml"/><Relationship Id="rId34" Type="http://schemas.openxmlformats.org/officeDocument/2006/relationships/slideLayout" Target="../slideLayouts/slideLayout364.xml"/><Relationship Id="rId42" Type="http://schemas.openxmlformats.org/officeDocument/2006/relationships/slideLayout" Target="../slideLayouts/slideLayout372.xml"/><Relationship Id="rId47" Type="http://schemas.openxmlformats.org/officeDocument/2006/relationships/slideLayout" Target="../slideLayouts/slideLayout377.xml"/><Relationship Id="rId50" Type="http://schemas.openxmlformats.org/officeDocument/2006/relationships/slideLayout" Target="../slideLayouts/slideLayout380.xml"/><Relationship Id="rId55" Type="http://schemas.openxmlformats.org/officeDocument/2006/relationships/theme" Target="../theme/theme5.xml"/><Relationship Id="rId7" Type="http://schemas.openxmlformats.org/officeDocument/2006/relationships/slideLayout" Target="../slideLayouts/slideLayout337.xml"/><Relationship Id="rId2" Type="http://schemas.openxmlformats.org/officeDocument/2006/relationships/slideLayout" Target="../slideLayouts/slideLayout332.xml"/><Relationship Id="rId16" Type="http://schemas.openxmlformats.org/officeDocument/2006/relationships/slideLayout" Target="../slideLayouts/slideLayout346.xml"/><Relationship Id="rId29" Type="http://schemas.openxmlformats.org/officeDocument/2006/relationships/slideLayout" Target="../slideLayouts/slideLayout359.xml"/><Relationship Id="rId11" Type="http://schemas.openxmlformats.org/officeDocument/2006/relationships/slideLayout" Target="../slideLayouts/slideLayout341.xml"/><Relationship Id="rId24" Type="http://schemas.openxmlformats.org/officeDocument/2006/relationships/slideLayout" Target="../slideLayouts/slideLayout354.xml"/><Relationship Id="rId32" Type="http://schemas.openxmlformats.org/officeDocument/2006/relationships/slideLayout" Target="../slideLayouts/slideLayout362.xml"/><Relationship Id="rId37" Type="http://schemas.openxmlformats.org/officeDocument/2006/relationships/slideLayout" Target="../slideLayouts/slideLayout367.xml"/><Relationship Id="rId40" Type="http://schemas.openxmlformats.org/officeDocument/2006/relationships/slideLayout" Target="../slideLayouts/slideLayout370.xml"/><Relationship Id="rId45" Type="http://schemas.openxmlformats.org/officeDocument/2006/relationships/slideLayout" Target="../slideLayouts/slideLayout375.xml"/><Relationship Id="rId53" Type="http://schemas.openxmlformats.org/officeDocument/2006/relationships/slideLayout" Target="../slideLayouts/slideLayout383.xml"/><Relationship Id="rId5" Type="http://schemas.openxmlformats.org/officeDocument/2006/relationships/slideLayout" Target="../slideLayouts/slideLayout335.xml"/><Relationship Id="rId19" Type="http://schemas.openxmlformats.org/officeDocument/2006/relationships/slideLayout" Target="../slideLayouts/slideLayout349.xml"/><Relationship Id="rId4" Type="http://schemas.openxmlformats.org/officeDocument/2006/relationships/slideLayout" Target="../slideLayouts/slideLayout334.xml"/><Relationship Id="rId9" Type="http://schemas.openxmlformats.org/officeDocument/2006/relationships/slideLayout" Target="../slideLayouts/slideLayout339.xml"/><Relationship Id="rId14" Type="http://schemas.openxmlformats.org/officeDocument/2006/relationships/slideLayout" Target="../slideLayouts/slideLayout344.xml"/><Relationship Id="rId22" Type="http://schemas.openxmlformats.org/officeDocument/2006/relationships/slideLayout" Target="../slideLayouts/slideLayout352.xml"/><Relationship Id="rId27" Type="http://schemas.openxmlformats.org/officeDocument/2006/relationships/slideLayout" Target="../slideLayouts/slideLayout357.xml"/><Relationship Id="rId30" Type="http://schemas.openxmlformats.org/officeDocument/2006/relationships/slideLayout" Target="../slideLayouts/slideLayout360.xml"/><Relationship Id="rId35" Type="http://schemas.openxmlformats.org/officeDocument/2006/relationships/slideLayout" Target="../slideLayouts/slideLayout365.xml"/><Relationship Id="rId43" Type="http://schemas.openxmlformats.org/officeDocument/2006/relationships/slideLayout" Target="../slideLayouts/slideLayout373.xml"/><Relationship Id="rId48" Type="http://schemas.openxmlformats.org/officeDocument/2006/relationships/slideLayout" Target="../slideLayouts/slideLayout378.xml"/><Relationship Id="rId56" Type="http://schemas.openxmlformats.org/officeDocument/2006/relationships/image" Target="../media/image21.png"/><Relationship Id="rId8" Type="http://schemas.openxmlformats.org/officeDocument/2006/relationships/slideLayout" Target="../slideLayouts/slideLayout338.xml"/><Relationship Id="rId51" Type="http://schemas.openxmlformats.org/officeDocument/2006/relationships/slideLayout" Target="../slideLayouts/slideLayout381.xml"/><Relationship Id="rId3" Type="http://schemas.openxmlformats.org/officeDocument/2006/relationships/slideLayout" Target="../slideLayouts/slideLayout333.xml"/><Relationship Id="rId12" Type="http://schemas.openxmlformats.org/officeDocument/2006/relationships/slideLayout" Target="../slideLayouts/slideLayout342.xml"/><Relationship Id="rId17" Type="http://schemas.openxmlformats.org/officeDocument/2006/relationships/slideLayout" Target="../slideLayouts/slideLayout347.xml"/><Relationship Id="rId25" Type="http://schemas.openxmlformats.org/officeDocument/2006/relationships/slideLayout" Target="../slideLayouts/slideLayout355.xml"/><Relationship Id="rId33" Type="http://schemas.openxmlformats.org/officeDocument/2006/relationships/slideLayout" Target="../slideLayouts/slideLayout363.xml"/><Relationship Id="rId38" Type="http://schemas.openxmlformats.org/officeDocument/2006/relationships/slideLayout" Target="../slideLayouts/slideLayout368.xml"/><Relationship Id="rId46" Type="http://schemas.openxmlformats.org/officeDocument/2006/relationships/slideLayout" Target="../slideLayouts/slideLayout376.xml"/><Relationship Id="rId20" Type="http://schemas.openxmlformats.org/officeDocument/2006/relationships/slideLayout" Target="../slideLayouts/slideLayout350.xml"/><Relationship Id="rId41" Type="http://schemas.openxmlformats.org/officeDocument/2006/relationships/slideLayout" Target="../slideLayouts/slideLayout371.xml"/><Relationship Id="rId54" Type="http://schemas.openxmlformats.org/officeDocument/2006/relationships/slideLayout" Target="../slideLayouts/slideLayout384.xml"/><Relationship Id="rId1" Type="http://schemas.openxmlformats.org/officeDocument/2006/relationships/slideLayout" Target="../slideLayouts/slideLayout331.xml"/><Relationship Id="rId6" Type="http://schemas.openxmlformats.org/officeDocument/2006/relationships/slideLayout" Target="../slideLayouts/slideLayout336.xml"/><Relationship Id="rId15" Type="http://schemas.openxmlformats.org/officeDocument/2006/relationships/slideLayout" Target="../slideLayouts/slideLayout345.xml"/><Relationship Id="rId23" Type="http://schemas.openxmlformats.org/officeDocument/2006/relationships/slideLayout" Target="../slideLayouts/slideLayout353.xml"/><Relationship Id="rId28" Type="http://schemas.openxmlformats.org/officeDocument/2006/relationships/slideLayout" Target="../slideLayouts/slideLayout358.xml"/><Relationship Id="rId36" Type="http://schemas.openxmlformats.org/officeDocument/2006/relationships/slideLayout" Target="../slideLayouts/slideLayout366.xml"/><Relationship Id="rId49" Type="http://schemas.openxmlformats.org/officeDocument/2006/relationships/slideLayout" Target="../slideLayouts/slideLayout379.xml"/><Relationship Id="rId57" Type="http://schemas.openxmlformats.org/officeDocument/2006/relationships/image" Target="../media/image22.png"/><Relationship Id="rId10" Type="http://schemas.openxmlformats.org/officeDocument/2006/relationships/slideLayout" Target="../slideLayouts/slideLayout340.xml"/><Relationship Id="rId31" Type="http://schemas.openxmlformats.org/officeDocument/2006/relationships/slideLayout" Target="../slideLayouts/slideLayout361.xml"/><Relationship Id="rId44" Type="http://schemas.openxmlformats.org/officeDocument/2006/relationships/slideLayout" Target="../slideLayouts/slideLayout374.xml"/><Relationship Id="rId52" Type="http://schemas.openxmlformats.org/officeDocument/2006/relationships/slideLayout" Target="../slideLayouts/slideLayout382.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410.xml"/><Relationship Id="rId21" Type="http://schemas.openxmlformats.org/officeDocument/2006/relationships/slideLayout" Target="../slideLayouts/slideLayout405.xml"/><Relationship Id="rId42" Type="http://schemas.openxmlformats.org/officeDocument/2006/relationships/slideLayout" Target="../slideLayouts/slideLayout426.xml"/><Relationship Id="rId47" Type="http://schemas.openxmlformats.org/officeDocument/2006/relationships/slideLayout" Target="../slideLayouts/slideLayout431.xml"/><Relationship Id="rId63" Type="http://schemas.openxmlformats.org/officeDocument/2006/relationships/slideLayout" Target="../slideLayouts/slideLayout447.xml"/><Relationship Id="rId68" Type="http://schemas.openxmlformats.org/officeDocument/2006/relationships/slideLayout" Target="../slideLayouts/slideLayout452.xml"/><Relationship Id="rId7" Type="http://schemas.openxmlformats.org/officeDocument/2006/relationships/slideLayout" Target="../slideLayouts/slideLayout391.xml"/><Relationship Id="rId2" Type="http://schemas.openxmlformats.org/officeDocument/2006/relationships/slideLayout" Target="../slideLayouts/slideLayout386.xml"/><Relationship Id="rId16" Type="http://schemas.openxmlformats.org/officeDocument/2006/relationships/slideLayout" Target="../slideLayouts/slideLayout400.xml"/><Relationship Id="rId29" Type="http://schemas.openxmlformats.org/officeDocument/2006/relationships/slideLayout" Target="../slideLayouts/slideLayout413.xml"/><Relationship Id="rId11" Type="http://schemas.openxmlformats.org/officeDocument/2006/relationships/slideLayout" Target="../slideLayouts/slideLayout395.xml"/><Relationship Id="rId24" Type="http://schemas.openxmlformats.org/officeDocument/2006/relationships/slideLayout" Target="../slideLayouts/slideLayout408.xml"/><Relationship Id="rId32" Type="http://schemas.openxmlformats.org/officeDocument/2006/relationships/slideLayout" Target="../slideLayouts/slideLayout416.xml"/><Relationship Id="rId37" Type="http://schemas.openxmlformats.org/officeDocument/2006/relationships/slideLayout" Target="../slideLayouts/slideLayout421.xml"/><Relationship Id="rId40" Type="http://schemas.openxmlformats.org/officeDocument/2006/relationships/slideLayout" Target="../slideLayouts/slideLayout424.xml"/><Relationship Id="rId45" Type="http://schemas.openxmlformats.org/officeDocument/2006/relationships/slideLayout" Target="../slideLayouts/slideLayout429.xml"/><Relationship Id="rId53" Type="http://schemas.openxmlformats.org/officeDocument/2006/relationships/slideLayout" Target="../slideLayouts/slideLayout437.xml"/><Relationship Id="rId58" Type="http://schemas.openxmlformats.org/officeDocument/2006/relationships/slideLayout" Target="../slideLayouts/slideLayout442.xml"/><Relationship Id="rId66" Type="http://schemas.openxmlformats.org/officeDocument/2006/relationships/slideLayout" Target="../slideLayouts/slideLayout450.xml"/><Relationship Id="rId5" Type="http://schemas.openxmlformats.org/officeDocument/2006/relationships/slideLayout" Target="../slideLayouts/slideLayout389.xml"/><Relationship Id="rId61" Type="http://schemas.openxmlformats.org/officeDocument/2006/relationships/slideLayout" Target="../slideLayouts/slideLayout445.xml"/><Relationship Id="rId19" Type="http://schemas.openxmlformats.org/officeDocument/2006/relationships/slideLayout" Target="../slideLayouts/slideLayout403.xml"/><Relationship Id="rId14" Type="http://schemas.openxmlformats.org/officeDocument/2006/relationships/slideLayout" Target="../slideLayouts/slideLayout398.xml"/><Relationship Id="rId22" Type="http://schemas.openxmlformats.org/officeDocument/2006/relationships/slideLayout" Target="../slideLayouts/slideLayout406.xml"/><Relationship Id="rId27" Type="http://schemas.openxmlformats.org/officeDocument/2006/relationships/slideLayout" Target="../slideLayouts/slideLayout411.xml"/><Relationship Id="rId30" Type="http://schemas.openxmlformats.org/officeDocument/2006/relationships/slideLayout" Target="../slideLayouts/slideLayout414.xml"/><Relationship Id="rId35" Type="http://schemas.openxmlformats.org/officeDocument/2006/relationships/slideLayout" Target="../slideLayouts/slideLayout419.xml"/><Relationship Id="rId43" Type="http://schemas.openxmlformats.org/officeDocument/2006/relationships/slideLayout" Target="../slideLayouts/slideLayout427.xml"/><Relationship Id="rId48" Type="http://schemas.openxmlformats.org/officeDocument/2006/relationships/slideLayout" Target="../slideLayouts/slideLayout432.xml"/><Relationship Id="rId56" Type="http://schemas.openxmlformats.org/officeDocument/2006/relationships/slideLayout" Target="../slideLayouts/slideLayout440.xml"/><Relationship Id="rId64" Type="http://schemas.openxmlformats.org/officeDocument/2006/relationships/slideLayout" Target="../slideLayouts/slideLayout448.xml"/><Relationship Id="rId69" Type="http://schemas.openxmlformats.org/officeDocument/2006/relationships/slideLayout" Target="../slideLayouts/slideLayout453.xml"/><Relationship Id="rId8" Type="http://schemas.openxmlformats.org/officeDocument/2006/relationships/slideLayout" Target="../slideLayouts/slideLayout392.xml"/><Relationship Id="rId51" Type="http://schemas.openxmlformats.org/officeDocument/2006/relationships/slideLayout" Target="../slideLayouts/slideLayout435.xml"/><Relationship Id="rId3" Type="http://schemas.openxmlformats.org/officeDocument/2006/relationships/slideLayout" Target="../slideLayouts/slideLayout387.xml"/><Relationship Id="rId12" Type="http://schemas.openxmlformats.org/officeDocument/2006/relationships/slideLayout" Target="../slideLayouts/slideLayout396.xml"/><Relationship Id="rId17" Type="http://schemas.openxmlformats.org/officeDocument/2006/relationships/slideLayout" Target="../slideLayouts/slideLayout401.xml"/><Relationship Id="rId25" Type="http://schemas.openxmlformats.org/officeDocument/2006/relationships/slideLayout" Target="../slideLayouts/slideLayout409.xml"/><Relationship Id="rId33" Type="http://schemas.openxmlformats.org/officeDocument/2006/relationships/slideLayout" Target="../slideLayouts/slideLayout417.xml"/><Relationship Id="rId38" Type="http://schemas.openxmlformats.org/officeDocument/2006/relationships/slideLayout" Target="../slideLayouts/slideLayout422.xml"/><Relationship Id="rId46" Type="http://schemas.openxmlformats.org/officeDocument/2006/relationships/slideLayout" Target="../slideLayouts/slideLayout430.xml"/><Relationship Id="rId59" Type="http://schemas.openxmlformats.org/officeDocument/2006/relationships/slideLayout" Target="../slideLayouts/slideLayout443.xml"/><Relationship Id="rId67" Type="http://schemas.openxmlformats.org/officeDocument/2006/relationships/slideLayout" Target="../slideLayouts/slideLayout451.xml"/><Relationship Id="rId20" Type="http://schemas.openxmlformats.org/officeDocument/2006/relationships/slideLayout" Target="../slideLayouts/slideLayout404.xml"/><Relationship Id="rId41" Type="http://schemas.openxmlformats.org/officeDocument/2006/relationships/slideLayout" Target="../slideLayouts/slideLayout425.xml"/><Relationship Id="rId54" Type="http://schemas.openxmlformats.org/officeDocument/2006/relationships/slideLayout" Target="../slideLayouts/slideLayout438.xml"/><Relationship Id="rId62" Type="http://schemas.openxmlformats.org/officeDocument/2006/relationships/slideLayout" Target="../slideLayouts/slideLayout446.xml"/><Relationship Id="rId70" Type="http://schemas.openxmlformats.org/officeDocument/2006/relationships/theme" Target="../theme/theme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5" Type="http://schemas.openxmlformats.org/officeDocument/2006/relationships/slideLayout" Target="../slideLayouts/slideLayout399.xml"/><Relationship Id="rId23" Type="http://schemas.openxmlformats.org/officeDocument/2006/relationships/slideLayout" Target="../slideLayouts/slideLayout407.xml"/><Relationship Id="rId28" Type="http://schemas.openxmlformats.org/officeDocument/2006/relationships/slideLayout" Target="../slideLayouts/slideLayout412.xml"/><Relationship Id="rId36" Type="http://schemas.openxmlformats.org/officeDocument/2006/relationships/slideLayout" Target="../slideLayouts/slideLayout420.xml"/><Relationship Id="rId49" Type="http://schemas.openxmlformats.org/officeDocument/2006/relationships/slideLayout" Target="../slideLayouts/slideLayout433.xml"/><Relationship Id="rId57" Type="http://schemas.openxmlformats.org/officeDocument/2006/relationships/slideLayout" Target="../slideLayouts/slideLayout441.xml"/><Relationship Id="rId10" Type="http://schemas.openxmlformats.org/officeDocument/2006/relationships/slideLayout" Target="../slideLayouts/slideLayout394.xml"/><Relationship Id="rId31" Type="http://schemas.openxmlformats.org/officeDocument/2006/relationships/slideLayout" Target="../slideLayouts/slideLayout415.xml"/><Relationship Id="rId44" Type="http://schemas.openxmlformats.org/officeDocument/2006/relationships/slideLayout" Target="../slideLayouts/slideLayout428.xml"/><Relationship Id="rId52" Type="http://schemas.openxmlformats.org/officeDocument/2006/relationships/slideLayout" Target="../slideLayouts/slideLayout436.xml"/><Relationship Id="rId60" Type="http://schemas.openxmlformats.org/officeDocument/2006/relationships/slideLayout" Target="../slideLayouts/slideLayout444.xml"/><Relationship Id="rId65" Type="http://schemas.openxmlformats.org/officeDocument/2006/relationships/slideLayout" Target="../slideLayouts/slideLayout449.xml"/><Relationship Id="rId4" Type="http://schemas.openxmlformats.org/officeDocument/2006/relationships/slideLayout" Target="../slideLayouts/slideLayout388.xml"/><Relationship Id="rId9" Type="http://schemas.openxmlformats.org/officeDocument/2006/relationships/slideLayout" Target="../slideLayouts/slideLayout393.xml"/><Relationship Id="rId13" Type="http://schemas.openxmlformats.org/officeDocument/2006/relationships/slideLayout" Target="../slideLayouts/slideLayout397.xml"/><Relationship Id="rId18" Type="http://schemas.openxmlformats.org/officeDocument/2006/relationships/slideLayout" Target="../slideLayouts/slideLayout402.xml"/><Relationship Id="rId39" Type="http://schemas.openxmlformats.org/officeDocument/2006/relationships/slideLayout" Target="../slideLayouts/slideLayout423.xml"/><Relationship Id="rId34" Type="http://schemas.openxmlformats.org/officeDocument/2006/relationships/slideLayout" Target="../slideLayouts/slideLayout418.xml"/><Relationship Id="rId50" Type="http://schemas.openxmlformats.org/officeDocument/2006/relationships/slideLayout" Target="../slideLayouts/slideLayout434.xml"/><Relationship Id="rId55" Type="http://schemas.openxmlformats.org/officeDocument/2006/relationships/slideLayout" Target="../slideLayouts/slideLayout439.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456.xml"/><Relationship Id="rId7" Type="http://schemas.openxmlformats.org/officeDocument/2006/relationships/image" Target="../media/image27.png"/><Relationship Id="rId2" Type="http://schemas.openxmlformats.org/officeDocument/2006/relationships/slideLayout" Target="../slideLayouts/slideLayout455.xml"/><Relationship Id="rId1" Type="http://schemas.openxmlformats.org/officeDocument/2006/relationships/slideLayout" Target="../slideLayouts/slideLayout454.xml"/><Relationship Id="rId6" Type="http://schemas.openxmlformats.org/officeDocument/2006/relationships/image" Target="../media/image26.png"/><Relationship Id="rId5" Type="http://schemas.openxmlformats.org/officeDocument/2006/relationships/theme" Target="../theme/theme7.xml"/><Relationship Id="rId4" Type="http://schemas.openxmlformats.org/officeDocument/2006/relationships/slideLayout" Target="../slideLayouts/slideLayout45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465.xml"/><Relationship Id="rId3" Type="http://schemas.openxmlformats.org/officeDocument/2006/relationships/slideLayout" Target="../slideLayouts/slideLayout460.xml"/><Relationship Id="rId7" Type="http://schemas.openxmlformats.org/officeDocument/2006/relationships/slideLayout" Target="../slideLayouts/slideLayout464.xml"/><Relationship Id="rId2" Type="http://schemas.openxmlformats.org/officeDocument/2006/relationships/slideLayout" Target="../slideLayouts/slideLayout459.xml"/><Relationship Id="rId1" Type="http://schemas.openxmlformats.org/officeDocument/2006/relationships/slideLayout" Target="../slideLayouts/slideLayout458.xml"/><Relationship Id="rId6" Type="http://schemas.openxmlformats.org/officeDocument/2006/relationships/slideLayout" Target="../slideLayouts/slideLayout463.xml"/><Relationship Id="rId5" Type="http://schemas.openxmlformats.org/officeDocument/2006/relationships/slideLayout" Target="../slideLayouts/slideLayout462.xml"/><Relationship Id="rId4" Type="http://schemas.openxmlformats.org/officeDocument/2006/relationships/slideLayout" Target="../slideLayouts/slideLayout461.xml"/><Relationship Id="rId9"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Consulting for Nestlé | IBM Confidential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5537" r:id="rId6"/>
    <p:sldLayoutId id="2147483906" r:id="rId7"/>
    <p:sldLayoutId id="2147483907" r:id="rId8"/>
    <p:sldLayoutId id="2147483961" r:id="rId9"/>
    <p:sldLayoutId id="2147483963" r:id="rId10"/>
    <p:sldLayoutId id="2147483964" r:id="rId11"/>
    <p:sldLayoutId id="2147483965" r:id="rId12"/>
    <p:sldLayoutId id="2147483910" r:id="rId13"/>
    <p:sldLayoutId id="2147483908" r:id="rId14"/>
    <p:sldLayoutId id="2147483909" r:id="rId15"/>
    <p:sldLayoutId id="2147483912" r:id="rId16"/>
    <p:sldLayoutId id="2147483914" r:id="rId17"/>
    <p:sldLayoutId id="2147483915" r:id="rId18"/>
    <p:sldLayoutId id="2147483913" r:id="rId19"/>
    <p:sldLayoutId id="2147483917" r:id="rId20"/>
    <p:sldLayoutId id="2147483942" r:id="rId21"/>
    <p:sldLayoutId id="2147483919" r:id="rId22"/>
    <p:sldLayoutId id="2147483929" r:id="rId23"/>
    <p:sldLayoutId id="2147483920" r:id="rId24"/>
    <p:sldLayoutId id="2147483930" r:id="rId25"/>
    <p:sldLayoutId id="2147483928" r:id="rId26"/>
    <p:sldLayoutId id="2147483948" r:id="rId27"/>
    <p:sldLayoutId id="2147483927" r:id="rId28"/>
    <p:sldLayoutId id="2147483950" r:id="rId29"/>
    <p:sldLayoutId id="2147483921" r:id="rId30"/>
    <p:sldLayoutId id="2147483916" r:id="rId31"/>
    <p:sldLayoutId id="2147483922" r:id="rId32"/>
    <p:sldLayoutId id="2147483953" r:id="rId33"/>
    <p:sldLayoutId id="2147483956" r:id="rId34"/>
    <p:sldLayoutId id="2147483923" r:id="rId35"/>
    <p:sldLayoutId id="2147483924" r:id="rId36"/>
    <p:sldLayoutId id="2147483926" r:id="rId37"/>
    <p:sldLayoutId id="2147483925" r:id="rId38"/>
    <p:sldLayoutId id="2147483959" r:id="rId39"/>
    <p:sldLayoutId id="2147483937" r:id="rId40"/>
    <p:sldLayoutId id="2147483932" r:id="rId41"/>
    <p:sldLayoutId id="2147483934" r:id="rId42"/>
    <p:sldLayoutId id="2147483935" r:id="rId43"/>
    <p:sldLayoutId id="2147483936" r:id="rId44"/>
    <p:sldLayoutId id="2147483938" r:id="rId45"/>
    <p:sldLayoutId id="2147483939" r:id="rId46"/>
    <p:sldLayoutId id="2147483940" r:id="rId47"/>
    <p:sldLayoutId id="2147483943" r:id="rId48"/>
    <p:sldLayoutId id="2147483960" r:id="rId49"/>
    <p:sldLayoutId id="2147483941" r:id="rId50"/>
    <p:sldLayoutId id="2147484105" r:id="rId51"/>
    <p:sldLayoutId id="2147484308" r:id="rId52"/>
    <p:sldLayoutId id="2147484419" r:id="rId53"/>
    <p:sldLayoutId id="2147484420" r:id="rId54"/>
    <p:sldLayoutId id="2147484421" r:id="rId55"/>
    <p:sldLayoutId id="2147484422" r:id="rId56"/>
    <p:sldLayoutId id="2147484423" r:id="rId57"/>
    <p:sldLayoutId id="2147484424" r:id="rId58"/>
    <p:sldLayoutId id="2147484425" r:id="rId59"/>
    <p:sldLayoutId id="2147484427" r:id="rId60"/>
    <p:sldLayoutId id="2147484428" r:id="rId61"/>
    <p:sldLayoutId id="2147484429" r:id="rId62"/>
    <p:sldLayoutId id="2147484430" r:id="rId63"/>
    <p:sldLayoutId id="2147484431" r:id="rId64"/>
    <p:sldLayoutId id="2147484432" r:id="rId65"/>
    <p:sldLayoutId id="2147484433" r:id="rId66"/>
    <p:sldLayoutId id="2147484434" r:id="rId67"/>
    <p:sldLayoutId id="2147484435" r:id="rId68"/>
    <p:sldLayoutId id="2147484436" r:id="rId69"/>
    <p:sldLayoutId id="2147484437" r:id="rId70"/>
    <p:sldLayoutId id="2147484438" r:id="rId71"/>
    <p:sldLayoutId id="2147484439" r:id="rId72"/>
    <p:sldLayoutId id="2147484440" r:id="rId73"/>
    <p:sldLayoutId id="2147484441" r:id="rId74"/>
    <p:sldLayoutId id="2147484443" r:id="rId75"/>
    <p:sldLayoutId id="2147484444" r:id="rId76"/>
    <p:sldLayoutId id="2147484760" r:id="rId77"/>
    <p:sldLayoutId id="2147484747" r:id="rId78"/>
    <p:sldLayoutId id="2147484820" r:id="rId79"/>
    <p:sldLayoutId id="2147484821" r:id="rId80"/>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56">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Consulting for Nestlé | IBM Confidential</a:t>
            </a:r>
          </a:p>
        </p:txBody>
      </p:sp>
    </p:spTree>
    <p:extLst>
      <p:ext uri="{BB962C8B-B14F-4D97-AF65-F5344CB8AC3E}">
        <p14:creationId xmlns:p14="http://schemas.microsoft.com/office/powerpoint/2010/main" val="943191300"/>
      </p:ext>
    </p:extLst>
  </p:cSld>
  <p:clrMap bg1="dk1" tx1="lt1" bg2="dk2" tx2="lt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 id="2147483984" r:id="rId18"/>
    <p:sldLayoutId id="2147483985" r:id="rId19"/>
    <p:sldLayoutId id="2147483986" r:id="rId20"/>
    <p:sldLayoutId id="2147483987" r:id="rId21"/>
    <p:sldLayoutId id="2147483988" r:id="rId22"/>
    <p:sldLayoutId id="2147483989" r:id="rId23"/>
    <p:sldLayoutId id="2147483990" r:id="rId24"/>
    <p:sldLayoutId id="2147483991" r:id="rId25"/>
    <p:sldLayoutId id="2147483992" r:id="rId26"/>
    <p:sldLayoutId id="2147483993" r:id="rId27"/>
    <p:sldLayoutId id="2147483994" r:id="rId28"/>
    <p:sldLayoutId id="2147483995" r:id="rId29"/>
    <p:sldLayoutId id="2147483996" r:id="rId30"/>
    <p:sldLayoutId id="2147483997" r:id="rId31"/>
    <p:sldLayoutId id="2147483998" r:id="rId32"/>
    <p:sldLayoutId id="2147483999" r:id="rId33"/>
    <p:sldLayoutId id="2147484000" r:id="rId34"/>
    <p:sldLayoutId id="2147484001" r:id="rId35"/>
    <p:sldLayoutId id="2147484002" r:id="rId36"/>
    <p:sldLayoutId id="2147484003" r:id="rId37"/>
    <p:sldLayoutId id="2147484004" r:id="rId38"/>
    <p:sldLayoutId id="2147484005" r:id="rId39"/>
    <p:sldLayoutId id="2147484006" r:id="rId40"/>
    <p:sldLayoutId id="2147484007" r:id="rId41"/>
    <p:sldLayoutId id="2147484008" r:id="rId42"/>
    <p:sldLayoutId id="2147484009" r:id="rId43"/>
    <p:sldLayoutId id="2147484010" r:id="rId44"/>
    <p:sldLayoutId id="2147484011" r:id="rId45"/>
    <p:sldLayoutId id="2147484012" r:id="rId46"/>
    <p:sldLayoutId id="2147484013" r:id="rId47"/>
    <p:sldLayoutId id="2147484014" r:id="rId48"/>
    <p:sldLayoutId id="2147484015" r:id="rId49"/>
    <p:sldLayoutId id="2147484016" r:id="rId50"/>
    <p:sldLayoutId id="2147484017" r:id="rId51"/>
    <p:sldLayoutId id="2147484021" r:id="rId52"/>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56">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Consulting for Nestlé | IBM Confidential</a:t>
            </a:r>
          </a:p>
        </p:txBody>
      </p:sp>
    </p:spTree>
    <p:extLst>
      <p:ext uri="{BB962C8B-B14F-4D97-AF65-F5344CB8AC3E}">
        <p14:creationId xmlns:p14="http://schemas.microsoft.com/office/powerpoint/2010/main" val="3294645285"/>
      </p:ext>
    </p:extLst>
  </p:cSld>
  <p:clrMap bg1="dk1" tx1="lt1" bg2="dk2" tx2="lt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 id="2147484034" r:id="rId12"/>
    <p:sldLayoutId id="2147484035" r:id="rId13"/>
    <p:sldLayoutId id="2147484036" r:id="rId14"/>
    <p:sldLayoutId id="2147484037" r:id="rId15"/>
    <p:sldLayoutId id="2147484038" r:id="rId16"/>
    <p:sldLayoutId id="2147484039" r:id="rId17"/>
    <p:sldLayoutId id="2147484040" r:id="rId18"/>
    <p:sldLayoutId id="2147484041" r:id="rId19"/>
    <p:sldLayoutId id="2147484042" r:id="rId20"/>
    <p:sldLayoutId id="2147484043" r:id="rId21"/>
    <p:sldLayoutId id="2147484044" r:id="rId22"/>
    <p:sldLayoutId id="2147484045" r:id="rId23"/>
    <p:sldLayoutId id="2147484046" r:id="rId24"/>
    <p:sldLayoutId id="2147484047" r:id="rId25"/>
    <p:sldLayoutId id="2147484048" r:id="rId26"/>
    <p:sldLayoutId id="2147484049" r:id="rId27"/>
    <p:sldLayoutId id="2147484050" r:id="rId28"/>
    <p:sldLayoutId id="2147484051" r:id="rId29"/>
    <p:sldLayoutId id="2147484052" r:id="rId30"/>
    <p:sldLayoutId id="2147484053" r:id="rId31"/>
    <p:sldLayoutId id="2147484054" r:id="rId32"/>
    <p:sldLayoutId id="2147484055" r:id="rId33"/>
    <p:sldLayoutId id="2147484056" r:id="rId34"/>
    <p:sldLayoutId id="2147484057" r:id="rId35"/>
    <p:sldLayoutId id="2147484058" r:id="rId36"/>
    <p:sldLayoutId id="2147484059" r:id="rId37"/>
    <p:sldLayoutId id="2147484060" r:id="rId38"/>
    <p:sldLayoutId id="2147484061" r:id="rId39"/>
    <p:sldLayoutId id="2147484062" r:id="rId40"/>
    <p:sldLayoutId id="2147484063" r:id="rId41"/>
    <p:sldLayoutId id="2147484064" r:id="rId42"/>
    <p:sldLayoutId id="2147484065" r:id="rId43"/>
    <p:sldLayoutId id="2147484066" r:id="rId44"/>
    <p:sldLayoutId id="2147484067" r:id="rId45"/>
    <p:sldLayoutId id="2147484068" r:id="rId46"/>
    <p:sldLayoutId id="2147484069" r:id="rId47"/>
    <p:sldLayoutId id="2147484070" r:id="rId48"/>
    <p:sldLayoutId id="2147484071" r:id="rId49"/>
    <p:sldLayoutId id="2147484072" r:id="rId50"/>
    <p:sldLayoutId id="2147484073" r:id="rId51"/>
    <p:sldLayoutId id="2147484074" r:id="rId52"/>
    <p:sldLayoutId id="2147484075" r:id="rId53"/>
    <p:sldLayoutId id="2147484076" r:id="rId54"/>
    <p:sldLayoutId id="2147484077" r:id="rId55"/>
    <p:sldLayoutId id="2147484078" r:id="rId56"/>
    <p:sldLayoutId id="2147484079" r:id="rId57"/>
    <p:sldLayoutId id="2147484080" r:id="rId58"/>
    <p:sldLayoutId id="2147484081" r:id="rId59"/>
    <p:sldLayoutId id="2147484082" r:id="rId60"/>
    <p:sldLayoutId id="2147484083" r:id="rId61"/>
    <p:sldLayoutId id="2147484084" r:id="rId62"/>
    <p:sldLayoutId id="2147484085" r:id="rId63"/>
    <p:sldLayoutId id="2147484087" r:id="rId64"/>
    <p:sldLayoutId id="2147484088" r:id="rId65"/>
    <p:sldLayoutId id="2147484089" r:id="rId66"/>
    <p:sldLayoutId id="2147484090" r:id="rId67"/>
    <p:sldLayoutId id="2147484166" r:id="rId68"/>
    <p:sldLayoutId id="2147484167" r:id="rId69"/>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411749" y="12939016"/>
            <a:ext cx="400751"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3" y="576073"/>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574675" y="3327400"/>
            <a:ext cx="22590125" cy="86693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5" y="12804236"/>
            <a:ext cx="4956175"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Consulting for Nestlé | IBM Confidential</a:t>
            </a:r>
          </a:p>
        </p:txBody>
      </p:sp>
    </p:spTree>
    <p:extLst>
      <p:ext uri="{BB962C8B-B14F-4D97-AF65-F5344CB8AC3E}">
        <p14:creationId xmlns:p14="http://schemas.microsoft.com/office/powerpoint/2010/main" val="2360953654"/>
      </p:ext>
    </p:extLst>
  </p:cSld>
  <p:clrMap bg1="dk1" tx1="lt1" bg2="dk2" tx2="lt2" accent1="accent1" accent2="accent2" accent3="accent3" accent4="accent4" accent5="accent5" accent6="accent6" hlink="hlink" folHlink="folHlink"/>
  <p:sldLayoutIdLst>
    <p:sldLayoutId id="2147484182" r:id="rId1"/>
    <p:sldLayoutId id="2147484183" r:id="rId2"/>
    <p:sldLayoutId id="2147484184" r:id="rId3"/>
    <p:sldLayoutId id="2147484185" r:id="rId4"/>
    <p:sldLayoutId id="2147484186" r:id="rId5"/>
    <p:sldLayoutId id="2147484187" r:id="rId6"/>
    <p:sldLayoutId id="2147484188" r:id="rId7"/>
    <p:sldLayoutId id="2147484189" r:id="rId8"/>
    <p:sldLayoutId id="2147484190" r:id="rId9"/>
    <p:sldLayoutId id="2147484191" r:id="rId10"/>
    <p:sldLayoutId id="2147484192" r:id="rId11"/>
    <p:sldLayoutId id="2147484193" r:id="rId12"/>
    <p:sldLayoutId id="2147484194" r:id="rId13"/>
    <p:sldLayoutId id="2147484195" r:id="rId14"/>
    <p:sldLayoutId id="2147484196" r:id="rId15"/>
    <p:sldLayoutId id="2147484197" r:id="rId16"/>
    <p:sldLayoutId id="2147484198" r:id="rId17"/>
    <p:sldLayoutId id="2147484199" r:id="rId18"/>
    <p:sldLayoutId id="2147484200" r:id="rId19"/>
    <p:sldLayoutId id="2147484201" r:id="rId20"/>
    <p:sldLayoutId id="2147484202" r:id="rId21"/>
    <p:sldLayoutId id="2147484203" r:id="rId22"/>
    <p:sldLayoutId id="2147484204" r:id="rId23"/>
    <p:sldLayoutId id="2147484205" r:id="rId24"/>
    <p:sldLayoutId id="2147484206" r:id="rId25"/>
    <p:sldLayoutId id="2147484207" r:id="rId26"/>
    <p:sldLayoutId id="2147484208" r:id="rId27"/>
    <p:sldLayoutId id="2147484209" r:id="rId28"/>
    <p:sldLayoutId id="2147484210" r:id="rId29"/>
    <p:sldLayoutId id="2147484211" r:id="rId30"/>
    <p:sldLayoutId id="2147484212" r:id="rId31"/>
    <p:sldLayoutId id="2147484213" r:id="rId32"/>
    <p:sldLayoutId id="2147484214" r:id="rId33"/>
    <p:sldLayoutId id="2147484215" r:id="rId34"/>
    <p:sldLayoutId id="2147484216" r:id="rId35"/>
    <p:sldLayoutId id="2147484217" r:id="rId36"/>
    <p:sldLayoutId id="2147484218" r:id="rId37"/>
    <p:sldLayoutId id="2147484219" r:id="rId38"/>
    <p:sldLayoutId id="2147484220" r:id="rId39"/>
    <p:sldLayoutId id="2147484221" r:id="rId40"/>
    <p:sldLayoutId id="2147484222" r:id="rId41"/>
    <p:sldLayoutId id="2147484223" r:id="rId42"/>
    <p:sldLayoutId id="2147484224" r:id="rId43"/>
    <p:sldLayoutId id="2147484225" r:id="rId44"/>
    <p:sldLayoutId id="2147484226" r:id="rId45"/>
    <p:sldLayoutId id="2147484227" r:id="rId46"/>
    <p:sldLayoutId id="2147484228" r:id="rId47"/>
    <p:sldLayoutId id="2147484229" r:id="rId48"/>
    <p:sldLayoutId id="2147484230" r:id="rId49"/>
    <p:sldLayoutId id="2147484231" r:id="rId50"/>
    <p:sldLayoutId id="2147484232" r:id="rId51"/>
    <p:sldLayoutId id="2147484234" r:id="rId52"/>
    <p:sldLayoutId id="2147484235" r:id="rId53"/>
    <p:sldLayoutId id="2147484236" r:id="rId54"/>
    <p:sldLayoutId id="2147485064" r:id="rId55"/>
    <p:sldLayoutId id="2147485065" r:id="rId56"/>
    <p:sldLayoutId id="2147485066" r:id="rId57"/>
    <p:sldLayoutId id="2147485067" r:id="rId58"/>
    <p:sldLayoutId id="2147485068" r:id="rId59"/>
    <p:sldLayoutId id="2147485069" r:id="rId60"/>
    <p:sldLayoutId id="2147485070" r:id="rId61"/>
    <p:sldLayoutId id="2147485071" r:id="rId62"/>
    <p:sldLayoutId id="2147485072" r:id="rId63"/>
    <p:sldLayoutId id="2147485073" r:id="rId64"/>
    <p:sldLayoutId id="2147485074" r:id="rId65"/>
    <p:sldLayoutId id="2147485075" r:id="rId66"/>
    <p:sldLayoutId id="2147485076" r:id="rId67"/>
    <p:sldLayoutId id="2147485077" r:id="rId68"/>
    <p:sldLayoutId id="2147485078" r:id="rId69"/>
    <p:sldLayoutId id="2147485079" r:id="rId70"/>
    <p:sldLayoutId id="2147485080" r:id="rId71"/>
    <p:sldLayoutId id="2147485081" r:id="rId72"/>
    <p:sldLayoutId id="2147485082" r:id="rId73"/>
    <p:sldLayoutId id="2147485083" r:id="rId74"/>
    <p:sldLayoutId id="2147485084" r:id="rId75"/>
    <p:sldLayoutId id="2147485085" r:id="rId76"/>
    <p:sldLayoutId id="2147485086" r:id="rId77"/>
    <p:sldLayoutId id="2147485087" r:id="rId78"/>
    <p:sldLayoutId id="2147485088" r:id="rId79"/>
    <p:sldLayoutId id="2147485090" r:id="rId80"/>
    <p:sldLayoutId id="2147485091" r:id="rId81"/>
    <p:sldLayoutId id="2147485092" r:id="rId82"/>
    <p:sldLayoutId id="2147485093" r:id="rId83"/>
    <p:sldLayoutId id="2147485094" r:id="rId84"/>
    <p:sldLayoutId id="2147485095" r:id="rId85"/>
    <p:sldLayoutId id="2147485096" r:id="rId86"/>
    <p:sldLayoutId id="2147485097" r:id="rId87"/>
    <p:sldLayoutId id="2147485098" r:id="rId88"/>
    <p:sldLayoutId id="2147485099" r:id="rId89"/>
    <p:sldLayoutId id="2147485100" r:id="rId90"/>
    <p:sldLayoutId id="2147485101" r:id="rId91"/>
    <p:sldLayoutId id="2147485102" r:id="rId92"/>
    <p:sldLayoutId id="2147485103" r:id="rId93"/>
    <p:sldLayoutId id="2147485104" r:id="rId94"/>
    <p:sldLayoutId id="2147485105" r:id="rId95"/>
    <p:sldLayoutId id="2147485106" r:id="rId96"/>
    <p:sldLayoutId id="2147485109" r:id="rId97"/>
    <p:sldLayoutId id="2147485111" r:id="rId98"/>
    <p:sldLayoutId id="2147485113" r:id="rId99"/>
    <p:sldLayoutId id="2147485117" r:id="rId100"/>
    <p:sldLayoutId id="2147485176" r:id="rId101"/>
    <p:sldLayoutId id="2147485177" r:id="rId102"/>
    <p:sldLayoutId id="2147485178" r:id="rId103"/>
    <p:sldLayoutId id="2147485179" r:id="rId104"/>
    <p:sldLayoutId id="2147485180" r:id="rId105"/>
    <p:sldLayoutId id="2147485181" r:id="rId106"/>
    <p:sldLayoutId id="2147485182" r:id="rId107"/>
    <p:sldLayoutId id="2147485183" r:id="rId108"/>
    <p:sldLayoutId id="2147485184" r:id="rId109"/>
    <p:sldLayoutId id="2147485185" r:id="rId110"/>
    <p:sldLayoutId id="2147485186" r:id="rId111"/>
    <p:sldLayoutId id="2147485187" r:id="rId112"/>
    <p:sldLayoutId id="2147485188" r:id="rId113"/>
    <p:sldLayoutId id="2147485189" r:id="rId114"/>
    <p:sldLayoutId id="2147485190" r:id="rId115"/>
    <p:sldLayoutId id="2147485191" r:id="rId116"/>
    <p:sldLayoutId id="2147485192" r:id="rId117"/>
    <p:sldLayoutId id="2147485193" r:id="rId118"/>
    <p:sldLayoutId id="2147485194" r:id="rId119"/>
    <p:sldLayoutId id="2147485195" r:id="rId120"/>
    <p:sldLayoutId id="2147485353" r:id="rId121"/>
    <p:sldLayoutId id="2147485354" r:id="rId122"/>
    <p:sldLayoutId id="2147485488" r:id="rId123"/>
    <p:sldLayoutId id="2147485494" r:id="rId124"/>
    <p:sldLayoutId id="2147485496" r:id="rId125"/>
    <p:sldLayoutId id="2147485355" r:id="rId126"/>
    <p:sldLayoutId id="2147485196" r:id="rId127"/>
    <p:sldLayoutId id="2147485513" r:id="rId128"/>
    <p:sldLayoutId id="2147485534" r:id="rId129"/>
  </p:sldLayoutIdLst>
  <p:transition spd="med"/>
  <p:hf hd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56">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8" name="Title Text"/>
          <p:cNvSpPr txBox="1">
            <a:spLocks noGrp="1"/>
          </p:cNvSpPr>
          <p:nvPr>
            <p:ph type="title"/>
          </p:nvPr>
        </p:nvSpPr>
        <p:spPr>
          <a:xfrm>
            <a:off x="576073" y="576073"/>
            <a:ext cx="22590125" cy="246875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Title Text</a:t>
            </a:r>
          </a:p>
        </p:txBody>
      </p:sp>
      <p:sp>
        <p:nvSpPr>
          <p:cNvPr id="49" name="Body Level One…"/>
          <p:cNvSpPr txBox="1">
            <a:spLocks noGrp="1"/>
          </p:cNvSpPr>
          <p:nvPr>
            <p:ph type="body" idx="1"/>
          </p:nvPr>
        </p:nvSpPr>
        <p:spPr>
          <a:xfrm>
            <a:off x="574675" y="3327398"/>
            <a:ext cx="22590125" cy="886777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p:txBody>
      </p:sp>
      <p:sp>
        <p:nvSpPr>
          <p:cNvPr id="11" name="Footer Placeholder 6">
            <a:extLst>
              <a:ext uri="{FF2B5EF4-FFF2-40B4-BE49-F238E27FC236}">
                <a16:creationId xmlns:a16="http://schemas.microsoft.com/office/drawing/2014/main" id="{1DE86679-E9D9-0494-8FE7-AF9F083A7B91}"/>
              </a:ext>
            </a:extLst>
          </p:cNvPr>
          <p:cNvSpPr txBox="1">
            <a:spLocks/>
          </p:cNvSpPr>
          <p:nvPr userDrawn="1"/>
        </p:nvSpPr>
        <p:spPr>
          <a:xfrm>
            <a:off x="574675" y="12815728"/>
            <a:ext cx="12961820" cy="546896"/>
          </a:xfrm>
          <a:prstGeom prst="rect">
            <a:avLst/>
          </a:prstGeom>
        </p:spPr>
        <p:txBody>
          <a:bodyPr vert="horz" lIns="0" tIns="0" rIns="0" bIns="0" rtlCol="0" anchor="b"/>
          <a:lstStyle>
            <a:defPPr>
              <a:defRPr lang="en-DE"/>
            </a:defPPr>
            <a:lvl1pPr marL="0" algn="l" defTabSz="914400" rtl="0" eaLnBrk="1" latinLnBrk="0" hangingPunct="1">
              <a:defRPr sz="800" b="0" i="0" kern="1200">
                <a:solidFill>
                  <a:schemeClr val="tx1"/>
                </a:solidFill>
                <a:latin typeface="IBM Plex Sans" panose="020B050305020300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827708"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a:t>
            </a: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for Nestlé © 2025 IBM Corporation</a:t>
            </a:r>
          </a:p>
        </p:txBody>
      </p:sp>
      <p:grpSp>
        <p:nvGrpSpPr>
          <p:cNvPr id="2" name="Group 1">
            <a:extLst>
              <a:ext uri="{FF2B5EF4-FFF2-40B4-BE49-F238E27FC236}">
                <a16:creationId xmlns:a16="http://schemas.microsoft.com/office/drawing/2014/main" id="{E9CBE68A-E3FA-5AA6-CD6C-9E83FDBA9113}"/>
              </a:ext>
            </a:extLst>
          </p:cNvPr>
          <p:cNvGrpSpPr/>
          <p:nvPr userDrawn="1"/>
        </p:nvGrpSpPr>
        <p:grpSpPr>
          <a:xfrm>
            <a:off x="20232726" y="12801176"/>
            <a:ext cx="2783978" cy="590552"/>
            <a:chOff x="10115046" y="6400588"/>
            <a:chExt cx="1391808" cy="295276"/>
          </a:xfrm>
        </p:grpSpPr>
        <p:grpSp>
          <p:nvGrpSpPr>
            <p:cNvPr id="12" name="Gruppieren 7">
              <a:extLst>
                <a:ext uri="{FF2B5EF4-FFF2-40B4-BE49-F238E27FC236}">
                  <a16:creationId xmlns:a16="http://schemas.microsoft.com/office/drawing/2014/main" id="{13E7C70D-CD1A-38C7-2A65-43B6AFFDB2DC}"/>
                </a:ext>
              </a:extLst>
            </p:cNvPr>
            <p:cNvGrpSpPr/>
            <p:nvPr userDrawn="1"/>
          </p:nvGrpSpPr>
          <p:grpSpPr>
            <a:xfrm>
              <a:off x="10697865" y="6494390"/>
              <a:ext cx="73713" cy="73723"/>
              <a:chOff x="21546868" y="12231379"/>
              <a:chExt cx="360000" cy="360000"/>
            </a:xfrm>
          </p:grpSpPr>
          <p:sp>
            <p:nvSpPr>
              <p:cNvPr id="15" name="Rechteck 8">
                <a:extLst>
                  <a:ext uri="{FF2B5EF4-FFF2-40B4-BE49-F238E27FC236}">
                    <a16:creationId xmlns:a16="http://schemas.microsoft.com/office/drawing/2014/main" id="{A18341EA-B555-3972-AD5C-D223E9062745}"/>
                  </a:ext>
                </a:extLst>
              </p:cNvPr>
              <p:cNvSpPr/>
              <p:nvPr userDrawn="1"/>
            </p:nvSpPr>
            <p:spPr bwMode="auto">
              <a:xfrm>
                <a:off x="21546868" y="12393379"/>
                <a:ext cx="360000" cy="3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Arial"/>
                  <a:buNone/>
                  <a:tabLst/>
                </a:pPr>
                <a:endParaRPr kumimoji="0" lang="de-DE" sz="1400" b="0" i="0" u="none" strike="noStrike" cap="none" normalizeH="0" baseline="0">
                  <a:ln>
                    <a:noFill/>
                  </a:ln>
                  <a:solidFill>
                    <a:schemeClr val="bg1"/>
                  </a:solidFill>
                  <a:effectLst/>
                  <a:latin typeface="+mn-lt"/>
                </a:endParaRPr>
              </a:p>
            </p:txBody>
          </p:sp>
          <p:sp>
            <p:nvSpPr>
              <p:cNvPr id="16" name="Rechteck 9">
                <a:extLst>
                  <a:ext uri="{FF2B5EF4-FFF2-40B4-BE49-F238E27FC236}">
                    <a16:creationId xmlns:a16="http://schemas.microsoft.com/office/drawing/2014/main" id="{009C4744-4419-4861-42BA-B9B877E86D0F}"/>
                  </a:ext>
                </a:extLst>
              </p:cNvPr>
              <p:cNvSpPr/>
              <p:nvPr userDrawn="1"/>
            </p:nvSpPr>
            <p:spPr bwMode="auto">
              <a:xfrm rot="5400000">
                <a:off x="21546868" y="12393379"/>
                <a:ext cx="360000" cy="3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Arial"/>
                  <a:buNone/>
                  <a:tabLst/>
                </a:pPr>
                <a:endParaRPr kumimoji="0" lang="de-DE" sz="1400" b="0" i="0" u="none" strike="noStrike" cap="none" normalizeH="0" baseline="0">
                  <a:ln>
                    <a:noFill/>
                  </a:ln>
                  <a:solidFill>
                    <a:schemeClr val="bg1"/>
                  </a:solidFill>
                  <a:effectLst/>
                  <a:latin typeface="+mn-lt"/>
                </a:endParaRPr>
              </a:p>
            </p:txBody>
          </p:sp>
        </p:grpSp>
        <p:pic>
          <p:nvPicPr>
            <p:cNvPr id="13" name="Picture 4" descr="Nestlé Logo, Icon, Food, Emblem, Corporate PNG">
              <a:extLst>
                <a:ext uri="{FF2B5EF4-FFF2-40B4-BE49-F238E27FC236}">
                  <a16:creationId xmlns:a16="http://schemas.microsoft.com/office/drawing/2014/main" id="{C31722CC-B658-7A06-D875-E098F8494DE3}"/>
                </a:ext>
              </a:extLst>
            </p:cNvPr>
            <p:cNvPicPr>
              <a:picLocks noChangeAspect="1" noChangeArrowheads="1"/>
            </p:cNvPicPr>
            <p:nvPr userDrawn="1"/>
          </p:nvPicPr>
          <p:blipFill>
            <a:blip r:embed="rId56">
              <a:extLst>
                <a:ext uri="{28A0092B-C50C-407E-A947-70E740481C1C}">
                  <a14:useLocalDpi xmlns:a14="http://schemas.microsoft.com/office/drawing/2010/main" val="0"/>
                </a:ext>
              </a:extLst>
            </a:blip>
            <a:srcRect/>
            <a:stretch>
              <a:fillRect/>
            </a:stretch>
          </p:blipFill>
          <p:spPr bwMode="auto">
            <a:xfrm>
              <a:off x="10115046" y="6400588"/>
              <a:ext cx="481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IBM logo PNG transparent image download, size: 4464x1944px">
              <a:extLst>
                <a:ext uri="{FF2B5EF4-FFF2-40B4-BE49-F238E27FC236}">
                  <a16:creationId xmlns:a16="http://schemas.microsoft.com/office/drawing/2014/main" id="{631CD54D-7F7C-2365-C9F4-A3A103EB8405}"/>
                </a:ext>
              </a:extLst>
            </p:cNvPr>
            <p:cNvPicPr>
              <a:picLocks noChangeAspect="1" noChangeArrowheads="1"/>
            </p:cNvPicPr>
            <p:nvPr userDrawn="1"/>
          </p:nvPicPr>
          <p:blipFill>
            <a:blip r:embed="rId57">
              <a:extLst>
                <a:ext uri="{28A0092B-C50C-407E-A947-70E740481C1C}">
                  <a14:useLocalDpi xmlns:a14="http://schemas.microsoft.com/office/drawing/2010/main" val="0"/>
                </a:ext>
              </a:extLst>
            </a:blip>
            <a:srcRect/>
            <a:stretch>
              <a:fillRect/>
            </a:stretch>
          </p:blipFill>
          <p:spPr bwMode="auto">
            <a:xfrm>
              <a:off x="10845616" y="6407864"/>
              <a:ext cx="661238" cy="28800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a:extLst>
              <a:ext uri="{FF2B5EF4-FFF2-40B4-BE49-F238E27FC236}">
                <a16:creationId xmlns:a16="http://schemas.microsoft.com/office/drawing/2014/main" id="{7BA2DE2A-F602-4C1D-2212-D4E201278F65}"/>
              </a:ext>
            </a:extLst>
          </p:cNvPr>
          <p:cNvSpPr txBox="1"/>
          <p:nvPr userDrawn="1"/>
        </p:nvSpPr>
        <p:spPr>
          <a:xfrm>
            <a:off x="23197607" y="12896853"/>
            <a:ext cx="611798" cy="28838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chor="b">
            <a:noAutofit/>
          </a:bodyPr>
          <a:lstStyle/>
          <a:p>
            <a:pPr marL="0" marR="0" lvl="0" indent="0" algn="r" defTabSz="2437912" rtl="0" eaLnBrk="1" fontAlgn="auto" latinLnBrk="0" hangingPunct="1">
              <a:lnSpc>
                <a:spcPct val="100000"/>
              </a:lnSpc>
              <a:spcBef>
                <a:spcPts val="2900"/>
              </a:spcBef>
              <a:spcAft>
                <a:spcPts val="0"/>
              </a:spcAft>
              <a:buClrTx/>
              <a:buSzPct val="100000"/>
              <a:buFont typeface="Arial" panose="020B0604020202020204" pitchFamily="34" charset="0"/>
              <a:buNone/>
              <a:tabLst/>
              <a:defRPr/>
            </a:pPr>
            <a:fld id="{FC0204C2-EB6B-4A0D-B432-6144BDE7A532}" type="slidenum">
              <a:rPr kumimoji="0" lang="en-PH" sz="1600" b="0" i="0" u="none" strike="noStrike" kern="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Light"/>
              </a:rPr>
              <a:pPr marL="0" marR="0" lvl="0" indent="0" algn="r" defTabSz="2437912" rtl="0" eaLnBrk="1" fontAlgn="auto" latinLnBrk="0" hangingPunct="1">
                <a:lnSpc>
                  <a:spcPct val="100000"/>
                </a:lnSpc>
                <a:spcBef>
                  <a:spcPts val="2900"/>
                </a:spcBef>
                <a:spcAft>
                  <a:spcPts val="0"/>
                </a:spcAft>
                <a:buClrTx/>
                <a:buSzPct val="100000"/>
                <a:buFont typeface="Arial" panose="020B0604020202020204" pitchFamily="34" charset="0"/>
                <a:buNone/>
                <a:tabLst/>
                <a:defRPr/>
              </a:pPr>
              <a:t>‹#›</a:t>
            </a:fld>
            <a:endParaRPr kumimoji="0" lang="en-PH" sz="1600" b="0" i="0" u="none" strike="noStrike" kern="0" cap="none" spc="0" normalizeH="0" baseline="0" noProof="0">
              <a:ln>
                <a:noFill/>
              </a:ln>
              <a:solidFill>
                <a:srgbClr val="000000"/>
              </a:solidFill>
              <a:effectLst/>
              <a:uLnTx/>
              <a:uFillTx/>
              <a:latin typeface="IBM Plex Sans" panose="020B0503050203000203" pitchFamily="34" charset="0"/>
              <a:ea typeface="+mn-ea"/>
              <a:cs typeface="+mn-cs"/>
              <a:sym typeface="IBM Plex Sans Light"/>
            </a:endParaRPr>
          </a:p>
        </p:txBody>
      </p:sp>
    </p:spTree>
    <p:extLst>
      <p:ext uri="{BB962C8B-B14F-4D97-AF65-F5344CB8AC3E}">
        <p14:creationId xmlns:p14="http://schemas.microsoft.com/office/powerpoint/2010/main" val="1919222254"/>
      </p:ext>
    </p:extLst>
  </p:cSld>
  <p:clrMap bg1="dk1" tx1="lt1" bg2="dk2" tx2="lt2" accent1="accent1" accent2="accent2" accent3="accent3" accent4="accent4" accent5="accent5" accent6="accent6" hlink="hlink" folHlink="folHlink"/>
  <p:sldLayoutIdLst>
    <p:sldLayoutId id="2147484240" r:id="rId1"/>
    <p:sldLayoutId id="2147484241" r:id="rId2"/>
    <p:sldLayoutId id="2147484242" r:id="rId3"/>
    <p:sldLayoutId id="2147484243" r:id="rId4"/>
    <p:sldLayoutId id="2147484244" r:id="rId5"/>
    <p:sldLayoutId id="2147484245" r:id="rId6"/>
    <p:sldLayoutId id="2147484246" r:id="rId7"/>
    <p:sldLayoutId id="2147484247" r:id="rId8"/>
    <p:sldLayoutId id="2147484248" r:id="rId9"/>
    <p:sldLayoutId id="2147484249" r:id="rId10"/>
    <p:sldLayoutId id="2147484250" r:id="rId11"/>
    <p:sldLayoutId id="2147484251" r:id="rId12"/>
    <p:sldLayoutId id="2147484252" r:id="rId13"/>
    <p:sldLayoutId id="2147484253" r:id="rId14"/>
    <p:sldLayoutId id="2147484254" r:id="rId15"/>
    <p:sldLayoutId id="2147484255" r:id="rId16"/>
    <p:sldLayoutId id="2147484256" r:id="rId17"/>
    <p:sldLayoutId id="2147484257" r:id="rId18"/>
    <p:sldLayoutId id="2147484258" r:id="rId19"/>
    <p:sldLayoutId id="2147484259" r:id="rId20"/>
    <p:sldLayoutId id="2147484260" r:id="rId21"/>
    <p:sldLayoutId id="2147484261" r:id="rId22"/>
    <p:sldLayoutId id="2147484262" r:id="rId23"/>
    <p:sldLayoutId id="2147484263" r:id="rId24"/>
    <p:sldLayoutId id="2147484264" r:id="rId25"/>
    <p:sldLayoutId id="2147484265" r:id="rId26"/>
    <p:sldLayoutId id="2147484266" r:id="rId27"/>
    <p:sldLayoutId id="2147484267" r:id="rId28"/>
    <p:sldLayoutId id="2147484268" r:id="rId29"/>
    <p:sldLayoutId id="2147484269" r:id="rId30"/>
    <p:sldLayoutId id="2147484270" r:id="rId31"/>
    <p:sldLayoutId id="2147484271" r:id="rId32"/>
    <p:sldLayoutId id="2147484272" r:id="rId33"/>
    <p:sldLayoutId id="2147484273" r:id="rId34"/>
    <p:sldLayoutId id="2147484274" r:id="rId35"/>
    <p:sldLayoutId id="2147484275" r:id="rId36"/>
    <p:sldLayoutId id="2147484276" r:id="rId37"/>
    <p:sldLayoutId id="2147484277" r:id="rId38"/>
    <p:sldLayoutId id="2147484278" r:id="rId39"/>
    <p:sldLayoutId id="2147484279" r:id="rId40"/>
    <p:sldLayoutId id="2147484280" r:id="rId41"/>
    <p:sldLayoutId id="2147484281" r:id="rId42"/>
    <p:sldLayoutId id="2147484282" r:id="rId43"/>
    <p:sldLayoutId id="2147484283" r:id="rId44"/>
    <p:sldLayoutId id="2147484284" r:id="rId45"/>
    <p:sldLayoutId id="2147484285" r:id="rId46"/>
    <p:sldLayoutId id="2147484286" r:id="rId47"/>
    <p:sldLayoutId id="2147484287" r:id="rId48"/>
    <p:sldLayoutId id="2147484289" r:id="rId49"/>
    <p:sldLayoutId id="2147484290" r:id="rId50"/>
    <p:sldLayoutId id="2147484291" r:id="rId51"/>
    <p:sldLayoutId id="2147484292" r:id="rId52"/>
    <p:sldLayoutId id="2147484293" r:id="rId53"/>
    <p:sldLayoutId id="2147484294" r:id="rId54"/>
  </p:sldLayoutIdLst>
  <p:transition spd="med"/>
  <p:hf hd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411749" y="12951716"/>
            <a:ext cx="400751"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3" y="576073"/>
            <a:ext cx="22590125" cy="24687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574675" y="3327398"/>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2" y="12823286"/>
            <a:ext cx="4956175"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Consulting for Nestlé | IBM confidential</a:t>
            </a:r>
          </a:p>
        </p:txBody>
      </p:sp>
    </p:spTree>
    <p:extLst>
      <p:ext uri="{BB962C8B-B14F-4D97-AF65-F5344CB8AC3E}">
        <p14:creationId xmlns:p14="http://schemas.microsoft.com/office/powerpoint/2010/main" val="1480625553"/>
      </p:ext>
    </p:extLst>
  </p:cSld>
  <p:clrMap bg1="dk1" tx1="lt1" bg2="dk2" tx2="lt2" accent1="accent1" accent2="accent2" accent3="accent3" accent4="accent4" accent5="accent5" accent6="accent6" hlink="hlink" folHlink="folHlink"/>
  <p:sldLayoutIdLst>
    <p:sldLayoutId id="2147484349" r:id="rId1"/>
    <p:sldLayoutId id="2147484350" r:id="rId2"/>
    <p:sldLayoutId id="2147484351" r:id="rId3"/>
    <p:sldLayoutId id="2147484352" r:id="rId4"/>
    <p:sldLayoutId id="2147484353" r:id="rId5"/>
    <p:sldLayoutId id="2147484354" r:id="rId6"/>
    <p:sldLayoutId id="2147484355" r:id="rId7"/>
    <p:sldLayoutId id="2147484356" r:id="rId8"/>
    <p:sldLayoutId id="2147484357" r:id="rId9"/>
    <p:sldLayoutId id="2147484358" r:id="rId10"/>
    <p:sldLayoutId id="2147484359" r:id="rId11"/>
    <p:sldLayoutId id="2147484360" r:id="rId12"/>
    <p:sldLayoutId id="2147484361" r:id="rId13"/>
    <p:sldLayoutId id="2147484362" r:id="rId14"/>
    <p:sldLayoutId id="2147484363" r:id="rId15"/>
    <p:sldLayoutId id="2147484364" r:id="rId16"/>
    <p:sldLayoutId id="2147484365" r:id="rId17"/>
    <p:sldLayoutId id="2147484366" r:id="rId18"/>
    <p:sldLayoutId id="2147484367" r:id="rId19"/>
    <p:sldLayoutId id="2147484368" r:id="rId20"/>
    <p:sldLayoutId id="2147484369" r:id="rId21"/>
    <p:sldLayoutId id="2147484370" r:id="rId22"/>
    <p:sldLayoutId id="2147484371" r:id="rId23"/>
    <p:sldLayoutId id="2147484372" r:id="rId24"/>
    <p:sldLayoutId id="2147484373" r:id="rId25"/>
    <p:sldLayoutId id="2147484374" r:id="rId26"/>
    <p:sldLayoutId id="2147484375" r:id="rId27"/>
    <p:sldLayoutId id="2147484376" r:id="rId28"/>
    <p:sldLayoutId id="2147484377" r:id="rId29"/>
    <p:sldLayoutId id="2147484378" r:id="rId30"/>
    <p:sldLayoutId id="2147484379" r:id="rId31"/>
    <p:sldLayoutId id="2147484380" r:id="rId32"/>
    <p:sldLayoutId id="2147484381" r:id="rId33"/>
    <p:sldLayoutId id="2147484382" r:id="rId34"/>
    <p:sldLayoutId id="2147484383" r:id="rId35"/>
    <p:sldLayoutId id="2147484384" r:id="rId36"/>
    <p:sldLayoutId id="2147484385" r:id="rId37"/>
    <p:sldLayoutId id="2147484386" r:id="rId38"/>
    <p:sldLayoutId id="2147484387" r:id="rId39"/>
    <p:sldLayoutId id="2147484388" r:id="rId40"/>
    <p:sldLayoutId id="2147484389" r:id="rId41"/>
    <p:sldLayoutId id="2147484390" r:id="rId42"/>
    <p:sldLayoutId id="2147484391" r:id="rId43"/>
    <p:sldLayoutId id="2147484392" r:id="rId44"/>
    <p:sldLayoutId id="2147484393" r:id="rId45"/>
    <p:sldLayoutId id="2147484394" r:id="rId46"/>
    <p:sldLayoutId id="2147484395" r:id="rId47"/>
    <p:sldLayoutId id="2147484396" r:id="rId48"/>
    <p:sldLayoutId id="2147484397" r:id="rId49"/>
    <p:sldLayoutId id="2147484398" r:id="rId50"/>
    <p:sldLayoutId id="2147484399" r:id="rId51"/>
    <p:sldLayoutId id="2147484400" r:id="rId52"/>
    <p:sldLayoutId id="2147484401" r:id="rId53"/>
    <p:sldLayoutId id="2147484402" r:id="rId54"/>
    <p:sldLayoutId id="2147484403" r:id="rId55"/>
    <p:sldLayoutId id="2147484404" r:id="rId56"/>
    <p:sldLayoutId id="2147484405" r:id="rId57"/>
    <p:sldLayoutId id="2147484406" r:id="rId58"/>
    <p:sldLayoutId id="2147484407" r:id="rId59"/>
    <p:sldLayoutId id="2147484408" r:id="rId60"/>
    <p:sldLayoutId id="2147484409" r:id="rId61"/>
    <p:sldLayoutId id="2147484410" r:id="rId62"/>
    <p:sldLayoutId id="2147484411" r:id="rId63"/>
    <p:sldLayoutId id="2147484412" r:id="rId64"/>
    <p:sldLayoutId id="2147484413" r:id="rId65"/>
    <p:sldLayoutId id="2147484414" r:id="rId66"/>
    <p:sldLayoutId id="2147484415" r:id="rId67"/>
    <p:sldLayoutId id="2147484416" r:id="rId68"/>
    <p:sldLayoutId id="2147484417" r:id="rId69"/>
  </p:sldLayoutIdLst>
  <p:transition spd="med"/>
  <p:hf hd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762099" y="762000"/>
            <a:ext cx="11050431" cy="11938000"/>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12955687" y="762000"/>
            <a:ext cx="10669385" cy="1193799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2" descr="Nestle-Logo-2015 - University of Lincoln Careers &amp; Employability">
            <a:extLst>
              <a:ext uri="{FF2B5EF4-FFF2-40B4-BE49-F238E27FC236}">
                <a16:creationId xmlns:a16="http://schemas.microsoft.com/office/drawing/2014/main" id="{8455F6DE-4CE9-307C-A4D0-8D474D996351}"/>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l="20400" t="69189" r="20703"/>
          <a:stretch/>
        </p:blipFill>
        <p:spPr bwMode="auto">
          <a:xfrm>
            <a:off x="532292" y="13019735"/>
            <a:ext cx="1073238" cy="3158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BM Logo PNG Transparent &amp; SVG Vector - Freebie Supply">
            <a:extLst>
              <a:ext uri="{FF2B5EF4-FFF2-40B4-BE49-F238E27FC236}">
                <a16:creationId xmlns:a16="http://schemas.microsoft.com/office/drawing/2014/main" id="{4B3B1352-FE7E-F903-5CE9-319DD1A87C8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751490" y="13019735"/>
            <a:ext cx="790319" cy="31581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89FA096-141C-9B15-2C8F-1B986E1530CA}"/>
              </a:ext>
            </a:extLst>
          </p:cNvPr>
          <p:cNvSpPr txBox="1"/>
          <p:nvPr userDrawn="1"/>
        </p:nvSpPr>
        <p:spPr>
          <a:xfrm>
            <a:off x="6402391" y="13009307"/>
            <a:ext cx="12192001" cy="338554"/>
          </a:xfrm>
          <a:prstGeom prst="rect">
            <a:avLst/>
          </a:prstGeom>
          <a:noFill/>
        </p:spPr>
        <p:txBody>
          <a:bodyPr wrap="square" anchor="ctr">
            <a:spAutoFit/>
          </a:bodyPr>
          <a:lstStyle/>
          <a:p>
            <a:pPr algn="ctr"/>
            <a:r>
              <a:rPr lang="en-GB" sz="1600" b="0" i="0">
                <a:solidFill>
                  <a:srgbClr val="000000">
                    <a:lumMod val="50000"/>
                    <a:lumOff val="50000"/>
                  </a:srgbClr>
                </a:solidFill>
                <a:latin typeface="IBM Plex Sans Light" panose="020B0403050000000000" pitchFamily="34" charset="77"/>
              </a:rPr>
              <a:t>IBM Confidential   |   © IBM Corporation 2025</a:t>
            </a:r>
          </a:p>
        </p:txBody>
      </p:sp>
    </p:spTree>
    <p:extLst>
      <p:ext uri="{BB962C8B-B14F-4D97-AF65-F5344CB8AC3E}">
        <p14:creationId xmlns:p14="http://schemas.microsoft.com/office/powerpoint/2010/main" val="522981309"/>
      </p:ext>
    </p:extLst>
  </p:cSld>
  <p:clrMap bg1="dk1" tx1="lt1" bg2="dk2" tx2="lt2" accent1="accent1" accent2="accent2" accent3="accent3" accent4="accent4" accent5="accent5" accent6="accent6" hlink="hlink" folHlink="folHlink"/>
  <p:sldLayoutIdLst>
    <p:sldLayoutId id="2147485357" r:id="rId1"/>
    <p:sldLayoutId id="2147485358" r:id="rId2"/>
    <p:sldLayoutId id="2147485359" r:id="rId3"/>
    <p:sldLayoutId id="2147485361" r:id="rId4"/>
  </p:sldLayoutIdLst>
  <p:hf hdr="0" ftr="0" dt="0"/>
  <p:txStyles>
    <p:titleStyle>
      <a:lvl1pPr algn="l" rtl="0" eaLnBrk="1" fontAlgn="base" hangingPunct="1">
        <a:lnSpc>
          <a:spcPct val="90000"/>
        </a:lnSpc>
        <a:spcBef>
          <a:spcPct val="0"/>
        </a:spcBef>
        <a:spcAft>
          <a:spcPct val="0"/>
        </a:spcAft>
        <a:defRPr sz="6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5920">
          <a:solidFill>
            <a:srgbClr val="191919"/>
          </a:solidFill>
          <a:latin typeface="IBM Plex Sans Light" pitchFamily="34" charset="0"/>
        </a:defRPr>
      </a:lvl2pPr>
      <a:lvl3pPr algn="l" rtl="0" eaLnBrk="1" fontAlgn="base" hangingPunct="1">
        <a:lnSpc>
          <a:spcPct val="90000"/>
        </a:lnSpc>
        <a:spcBef>
          <a:spcPct val="0"/>
        </a:spcBef>
        <a:spcAft>
          <a:spcPct val="0"/>
        </a:spcAft>
        <a:defRPr sz="5920">
          <a:solidFill>
            <a:srgbClr val="191919"/>
          </a:solidFill>
          <a:latin typeface="IBM Plex Sans Light" pitchFamily="34" charset="0"/>
        </a:defRPr>
      </a:lvl3pPr>
      <a:lvl4pPr algn="l" rtl="0" eaLnBrk="1" fontAlgn="base" hangingPunct="1">
        <a:lnSpc>
          <a:spcPct val="90000"/>
        </a:lnSpc>
        <a:spcBef>
          <a:spcPct val="0"/>
        </a:spcBef>
        <a:spcAft>
          <a:spcPct val="0"/>
        </a:spcAft>
        <a:defRPr sz="5920">
          <a:solidFill>
            <a:srgbClr val="191919"/>
          </a:solidFill>
          <a:latin typeface="IBM Plex Sans Light" pitchFamily="34" charset="0"/>
        </a:defRPr>
      </a:lvl4pPr>
      <a:lvl5pPr algn="l" rtl="0" eaLnBrk="1" fontAlgn="base" hangingPunct="1">
        <a:lnSpc>
          <a:spcPct val="90000"/>
        </a:lnSpc>
        <a:spcBef>
          <a:spcPct val="0"/>
        </a:spcBef>
        <a:spcAft>
          <a:spcPct val="0"/>
        </a:spcAft>
        <a:defRPr sz="5920">
          <a:solidFill>
            <a:srgbClr val="191919"/>
          </a:solidFill>
          <a:latin typeface="IBM Plex Sans Light" pitchFamily="34" charset="0"/>
        </a:defRPr>
      </a:lvl5pPr>
      <a:lvl6pPr marL="966810" algn="l" rtl="0" eaLnBrk="1" fontAlgn="base" hangingPunct="1">
        <a:lnSpc>
          <a:spcPct val="90000"/>
        </a:lnSpc>
        <a:spcBef>
          <a:spcPct val="0"/>
        </a:spcBef>
        <a:spcAft>
          <a:spcPct val="0"/>
        </a:spcAft>
        <a:defRPr sz="5920">
          <a:solidFill>
            <a:srgbClr val="191919"/>
          </a:solidFill>
          <a:latin typeface="IBM Plex Sans Light" pitchFamily="34" charset="0"/>
        </a:defRPr>
      </a:lvl6pPr>
      <a:lvl7pPr marL="1933626" algn="l" rtl="0" eaLnBrk="1" fontAlgn="base" hangingPunct="1">
        <a:lnSpc>
          <a:spcPct val="90000"/>
        </a:lnSpc>
        <a:spcBef>
          <a:spcPct val="0"/>
        </a:spcBef>
        <a:spcAft>
          <a:spcPct val="0"/>
        </a:spcAft>
        <a:defRPr sz="5920">
          <a:solidFill>
            <a:srgbClr val="191919"/>
          </a:solidFill>
          <a:latin typeface="IBM Plex Sans Light" pitchFamily="34" charset="0"/>
        </a:defRPr>
      </a:lvl7pPr>
      <a:lvl8pPr marL="2900436" algn="l" rtl="0" eaLnBrk="1" fontAlgn="base" hangingPunct="1">
        <a:lnSpc>
          <a:spcPct val="90000"/>
        </a:lnSpc>
        <a:spcBef>
          <a:spcPct val="0"/>
        </a:spcBef>
        <a:spcAft>
          <a:spcPct val="0"/>
        </a:spcAft>
        <a:defRPr sz="5920">
          <a:solidFill>
            <a:srgbClr val="191919"/>
          </a:solidFill>
          <a:latin typeface="IBM Plex Sans Light" pitchFamily="34" charset="0"/>
        </a:defRPr>
      </a:lvl8pPr>
      <a:lvl9pPr marL="3867248" algn="l" rtl="0" eaLnBrk="1" fontAlgn="base" hangingPunct="1">
        <a:lnSpc>
          <a:spcPct val="90000"/>
        </a:lnSpc>
        <a:spcBef>
          <a:spcPct val="0"/>
        </a:spcBef>
        <a:spcAft>
          <a:spcPct val="0"/>
        </a:spcAft>
        <a:defRPr sz="5920">
          <a:solidFill>
            <a:srgbClr val="191919"/>
          </a:solidFill>
          <a:latin typeface="IBM Plex Sans Light" pitchFamily="34" charset="0"/>
        </a:defRPr>
      </a:lvl9pPr>
    </p:titleStyle>
    <p:bodyStyle>
      <a:lvl1pPr marL="0" indent="0" algn="l" rtl="0" eaLnBrk="1" fontAlgn="base" hangingPunct="1">
        <a:lnSpc>
          <a:spcPct val="100000"/>
        </a:lnSpc>
        <a:spcBef>
          <a:spcPts val="2934"/>
        </a:spcBef>
        <a:spcAft>
          <a:spcPct val="0"/>
        </a:spcAft>
        <a:buClr>
          <a:srgbClr val="001141"/>
        </a:buClr>
        <a:buSzPct val="90000"/>
        <a:buFont typeface="IBM Plex Sans Light" pitchFamily="2" charset="2"/>
        <a:buNone/>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304788" indent="-304788" algn="l" rtl="0" eaLnBrk="1" fontAlgn="base" hangingPunct="1">
        <a:lnSpc>
          <a:spcPct val="110000"/>
        </a:lnSpc>
        <a:spcBef>
          <a:spcPts val="2000"/>
        </a:spcBef>
        <a:spcAft>
          <a:spcPct val="0"/>
        </a:spcAft>
        <a:buClr>
          <a:srgbClr val="001141"/>
        </a:buClr>
        <a:buSzPct val="100000"/>
        <a:buFont typeface="IBM Plex Sans Light" charset="-120"/>
        <a:buChar char="–"/>
        <a:tabLst/>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609576" indent="-304788" algn="l" rtl="0" eaLnBrk="1" fontAlgn="base" hangingPunct="1">
        <a:lnSpc>
          <a:spcPct val="110000"/>
        </a:lnSpc>
        <a:spcBef>
          <a:spcPts val="0"/>
        </a:spcBef>
        <a:spcAft>
          <a:spcPct val="0"/>
        </a:spcAft>
        <a:buClr>
          <a:srgbClr val="001141"/>
        </a:buClr>
        <a:buSzPct val="100000"/>
        <a:buFont typeface="IBM Plex Sans Light" panose="020B0604020202020204" pitchFamily="34" charset="0"/>
        <a:buChar char="•"/>
        <a:tabLst/>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914364" indent="-304788" algn="l" rtl="0" eaLnBrk="1" fontAlgn="base" hangingPunct="1">
        <a:lnSpc>
          <a:spcPct val="110000"/>
        </a:lnSpc>
        <a:spcBef>
          <a:spcPts val="0"/>
        </a:spcBef>
        <a:spcAft>
          <a:spcPct val="0"/>
        </a:spcAft>
        <a:buClr>
          <a:srgbClr val="001141"/>
        </a:buClr>
        <a:buSzPct val="100000"/>
        <a:buFont typeface="IBM Plex Sans Light" charset="-120"/>
        <a:buChar char="–"/>
        <a:tabLst/>
        <a:defRPr sz="3000"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219152" indent="-304788" algn="l" rtl="0" eaLnBrk="1" fontAlgn="base" hangingPunct="1">
        <a:lnSpc>
          <a:spcPct val="110000"/>
        </a:lnSpc>
        <a:spcBef>
          <a:spcPts val="0"/>
        </a:spcBef>
        <a:spcAft>
          <a:spcPct val="0"/>
        </a:spcAft>
        <a:buClr>
          <a:srgbClr val="001141"/>
        </a:buClr>
        <a:buFont typeface="IBM Plex Sans Light" charset="-120"/>
        <a:buChar char="»"/>
        <a:tabLst/>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4223088" indent="-345772" algn="l" rtl="0" eaLnBrk="1" fontAlgn="base" hangingPunct="1">
        <a:spcBef>
          <a:spcPct val="20000"/>
        </a:spcBef>
        <a:spcAft>
          <a:spcPct val="0"/>
        </a:spcAft>
        <a:buClr>
          <a:schemeClr val="bg1"/>
        </a:buClr>
        <a:buChar char="»"/>
        <a:defRPr sz="3384">
          <a:solidFill>
            <a:schemeClr val="bg1"/>
          </a:solidFill>
          <a:latin typeface="IBM Plex Sans Light" charset="0"/>
        </a:defRPr>
      </a:lvl6pPr>
      <a:lvl7pPr marL="5189902" indent="-345772" algn="l" rtl="0" eaLnBrk="1" fontAlgn="base" hangingPunct="1">
        <a:spcBef>
          <a:spcPct val="20000"/>
        </a:spcBef>
        <a:spcAft>
          <a:spcPct val="0"/>
        </a:spcAft>
        <a:buClr>
          <a:schemeClr val="bg1"/>
        </a:buClr>
        <a:buChar char="»"/>
        <a:defRPr sz="3384">
          <a:solidFill>
            <a:schemeClr val="bg1"/>
          </a:solidFill>
          <a:latin typeface="IBM Plex Sans Light" charset="0"/>
        </a:defRPr>
      </a:lvl7pPr>
      <a:lvl8pPr marL="6156714" indent="-345772" algn="l" rtl="0" eaLnBrk="1" fontAlgn="base" hangingPunct="1">
        <a:spcBef>
          <a:spcPct val="20000"/>
        </a:spcBef>
        <a:spcAft>
          <a:spcPct val="0"/>
        </a:spcAft>
        <a:buClr>
          <a:schemeClr val="bg1"/>
        </a:buClr>
        <a:buChar char="»"/>
        <a:defRPr sz="3384">
          <a:solidFill>
            <a:schemeClr val="bg1"/>
          </a:solidFill>
          <a:latin typeface="IBM Plex Sans Light" charset="0"/>
        </a:defRPr>
      </a:lvl8pPr>
      <a:lvl9pPr marL="7123528" indent="-345772" algn="l" rtl="0" eaLnBrk="1" fontAlgn="base" hangingPunct="1">
        <a:spcBef>
          <a:spcPct val="20000"/>
        </a:spcBef>
        <a:spcAft>
          <a:spcPct val="0"/>
        </a:spcAft>
        <a:buClr>
          <a:schemeClr val="bg1"/>
        </a:buClr>
        <a:buChar char="»"/>
        <a:defRPr sz="3384">
          <a:solidFill>
            <a:schemeClr val="bg1"/>
          </a:solidFill>
          <a:latin typeface="IBM Plex Sans Light" charset="0"/>
        </a:defRPr>
      </a:lvl9pPr>
    </p:bodyStyle>
    <p:otherStyle>
      <a:defPPr>
        <a:defRPr lang="en-US"/>
      </a:defPPr>
      <a:lvl1pPr marL="0" algn="l" defTabSz="1933626" rtl="0" eaLnBrk="1" latinLnBrk="0" hangingPunct="1">
        <a:defRPr sz="3808" kern="1200">
          <a:solidFill>
            <a:schemeClr val="tx1"/>
          </a:solidFill>
          <a:latin typeface="+mn-lt"/>
          <a:ea typeface="+mn-ea"/>
          <a:cs typeface="+mn-cs"/>
        </a:defRPr>
      </a:lvl1pPr>
      <a:lvl2pPr marL="966810" algn="l" defTabSz="1933626" rtl="0" eaLnBrk="1" latinLnBrk="0" hangingPunct="1">
        <a:defRPr sz="3808" kern="1200">
          <a:solidFill>
            <a:schemeClr val="tx1"/>
          </a:solidFill>
          <a:latin typeface="+mn-lt"/>
          <a:ea typeface="+mn-ea"/>
          <a:cs typeface="+mn-cs"/>
        </a:defRPr>
      </a:lvl2pPr>
      <a:lvl3pPr marL="1933626" algn="l" defTabSz="1933626" rtl="0" eaLnBrk="1" latinLnBrk="0" hangingPunct="1">
        <a:defRPr sz="3808" kern="1200">
          <a:solidFill>
            <a:schemeClr val="tx1"/>
          </a:solidFill>
          <a:latin typeface="+mn-lt"/>
          <a:ea typeface="+mn-ea"/>
          <a:cs typeface="+mn-cs"/>
        </a:defRPr>
      </a:lvl3pPr>
      <a:lvl4pPr marL="2900436" algn="l" defTabSz="1933626" rtl="0" eaLnBrk="1" latinLnBrk="0" hangingPunct="1">
        <a:defRPr sz="3808" kern="1200">
          <a:solidFill>
            <a:schemeClr val="tx1"/>
          </a:solidFill>
          <a:latin typeface="+mn-lt"/>
          <a:ea typeface="+mn-ea"/>
          <a:cs typeface="+mn-cs"/>
        </a:defRPr>
      </a:lvl4pPr>
      <a:lvl5pPr marL="3867248" algn="l" defTabSz="1933626" rtl="0" eaLnBrk="1" latinLnBrk="0" hangingPunct="1">
        <a:defRPr sz="3808" kern="1200">
          <a:solidFill>
            <a:schemeClr val="tx1"/>
          </a:solidFill>
          <a:latin typeface="+mn-lt"/>
          <a:ea typeface="+mn-ea"/>
          <a:cs typeface="+mn-cs"/>
        </a:defRPr>
      </a:lvl5pPr>
      <a:lvl6pPr marL="4834064" algn="l" defTabSz="1933626" rtl="0" eaLnBrk="1" latinLnBrk="0" hangingPunct="1">
        <a:defRPr sz="3808" kern="1200">
          <a:solidFill>
            <a:schemeClr val="tx1"/>
          </a:solidFill>
          <a:latin typeface="+mn-lt"/>
          <a:ea typeface="+mn-ea"/>
          <a:cs typeface="+mn-cs"/>
        </a:defRPr>
      </a:lvl6pPr>
      <a:lvl7pPr marL="5800872" algn="l" defTabSz="1933626" rtl="0" eaLnBrk="1" latinLnBrk="0" hangingPunct="1">
        <a:defRPr sz="3808" kern="1200">
          <a:solidFill>
            <a:schemeClr val="tx1"/>
          </a:solidFill>
          <a:latin typeface="+mn-lt"/>
          <a:ea typeface="+mn-ea"/>
          <a:cs typeface="+mn-cs"/>
        </a:defRPr>
      </a:lvl7pPr>
      <a:lvl8pPr marL="6767684" algn="l" defTabSz="1933626" rtl="0" eaLnBrk="1" latinLnBrk="0" hangingPunct="1">
        <a:defRPr sz="3808" kern="1200">
          <a:solidFill>
            <a:schemeClr val="tx1"/>
          </a:solidFill>
          <a:latin typeface="+mn-lt"/>
          <a:ea typeface="+mn-ea"/>
          <a:cs typeface="+mn-cs"/>
        </a:defRPr>
      </a:lvl8pPr>
      <a:lvl9pPr marL="7734496" algn="l" defTabSz="1933626" rtl="0" eaLnBrk="1" latinLnBrk="0" hangingPunct="1">
        <a:defRPr sz="380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288">
          <p15:clr>
            <a:srgbClr val="F26B43"/>
          </p15:clr>
        </p15:guide>
        <p15:guide id="3" pos="8928">
          <p15:clr>
            <a:srgbClr val="F26B43"/>
          </p15:clr>
        </p15:guide>
        <p15:guide id="4" orient="horz" pos="4800">
          <p15:clr>
            <a:srgbClr val="F26B43"/>
          </p15:clr>
        </p15:guide>
        <p15:guide id="5" orient="horz" pos="5088">
          <p15:clr>
            <a:srgbClr val="F26B43"/>
          </p15:clr>
        </p15:guide>
        <p15:guide id="6" pos="4608">
          <p15:clr>
            <a:srgbClr val="547EBF"/>
          </p15:clr>
        </p15:guide>
        <p15:guide id="7" pos="4464">
          <p15:clr>
            <a:srgbClr val="F26B43"/>
          </p15:clr>
        </p15:guide>
        <p15:guide id="8" pos="2304">
          <p15:clr>
            <a:srgbClr val="547EBF"/>
          </p15:clr>
        </p15:guide>
        <p15:guide id="9" pos="4752">
          <p15:clr>
            <a:srgbClr val="F26B43"/>
          </p15:clr>
        </p15:guide>
        <p15:guide id="10" pos="2160">
          <p15:clr>
            <a:srgbClr val="F26B43"/>
          </p15:clr>
        </p15:guide>
        <p15:guide id="11" pos="2448">
          <p15:clr>
            <a:srgbClr val="F26B43"/>
          </p15:clr>
        </p15:guide>
        <p15:guide id="12" pos="6912">
          <p15:clr>
            <a:srgbClr val="547EBF"/>
          </p15:clr>
        </p15:guide>
        <p15:guide id="13" pos="6768">
          <p15:clr>
            <a:srgbClr val="F26B43"/>
          </p15:clr>
        </p15:guide>
        <p15:guide id="14" pos="7056">
          <p15:clr>
            <a:srgbClr val="F26B43"/>
          </p15:clr>
        </p15:guide>
        <p15:guide id="17" orient="horz" pos="1296">
          <p15:clr>
            <a:srgbClr val="547EBF"/>
          </p15:clr>
        </p15:guide>
        <p15:guide id="18" orient="horz" pos="2592">
          <p15:clr>
            <a:srgbClr val="547EBF"/>
          </p15:clr>
        </p15:guide>
        <p15:guide id="21" orient="horz" pos="3888">
          <p15:clr>
            <a:srgbClr val="547EBF"/>
          </p15:clr>
        </p15:guide>
        <p15:guide id="22" pos="4896">
          <p15:clr>
            <a:srgbClr val="FDE53C"/>
          </p15:clr>
        </p15:guide>
        <p15:guide id="23" pos="4320">
          <p15:clr>
            <a:srgbClr val="FDE53C"/>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762099" y="762000"/>
            <a:ext cx="11050431" cy="11938000"/>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12955692" y="762005"/>
            <a:ext cx="10669383" cy="1193799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oup 58">
            <a:extLst>
              <a:ext uri="{FF2B5EF4-FFF2-40B4-BE49-F238E27FC236}">
                <a16:creationId xmlns:a16="http://schemas.microsoft.com/office/drawing/2014/main" id="{ACC00A88-4A19-6C48-922B-415CF82AD08C}"/>
              </a:ext>
            </a:extLst>
          </p:cNvPr>
          <p:cNvGrpSpPr/>
          <p:nvPr userDrawn="1"/>
        </p:nvGrpSpPr>
        <p:grpSpPr>
          <a:xfrm>
            <a:off x="-411536" y="-380996"/>
            <a:ext cx="25179764" cy="14419544"/>
            <a:chOff x="-109730" y="-110489"/>
            <a:chExt cx="9352896" cy="5351811"/>
          </a:xfrm>
        </p:grpSpPr>
        <p:grpSp>
          <p:nvGrpSpPr>
            <p:cNvPr id="104" name="Group 103">
              <a:extLst>
                <a:ext uri="{FF2B5EF4-FFF2-40B4-BE49-F238E27FC236}">
                  <a16:creationId xmlns:a16="http://schemas.microsoft.com/office/drawing/2014/main" id="{6C2A0210-CFBC-394D-A938-778FB6421104}"/>
                </a:ext>
              </a:extLst>
            </p:cNvPr>
            <p:cNvGrpSpPr/>
            <p:nvPr userDrawn="1"/>
          </p:nvGrpSpPr>
          <p:grpSpPr>
            <a:xfrm>
              <a:off x="326211" y="-110489"/>
              <a:ext cx="8492338" cy="119718"/>
              <a:chOff x="326211" y="-152399"/>
              <a:chExt cx="8492338" cy="199534"/>
            </a:xfrm>
          </p:grpSpPr>
          <p:cxnSp>
            <p:nvCxnSpPr>
              <p:cNvPr id="129" name="Straight Connector 128">
                <a:extLst>
                  <a:ext uri="{FF2B5EF4-FFF2-40B4-BE49-F238E27FC236}">
                    <a16:creationId xmlns:a16="http://schemas.microsoft.com/office/drawing/2014/main" id="{F8965F14-1CB6-5843-9F9F-6B676184ADE3}"/>
                  </a:ext>
                </a:extLst>
              </p:cNvPr>
              <p:cNvCxnSpPr/>
              <p:nvPr userDrawn="1"/>
            </p:nvCxnSpPr>
            <p:spPr bwMode="auto">
              <a:xfrm rot="5400000" flipH="1">
                <a:off x="250011" y="-2906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6B8A782A-B233-0E4E-B3CD-5EE3BF97C657}"/>
                  </a:ext>
                </a:extLst>
              </p:cNvPr>
              <p:cNvCxnSpPr/>
              <p:nvPr userDrawn="1"/>
            </p:nvCxnSpPr>
            <p:spPr bwMode="auto">
              <a:xfrm rot="5400000" flipH="1">
                <a:off x="2090018" y="-76199"/>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A1DC1833-C465-4545-8572-CA2BF3C440A8}"/>
                  </a:ext>
                </a:extLst>
              </p:cNvPr>
              <p:cNvCxnSpPr/>
              <p:nvPr userDrawn="1"/>
            </p:nvCxnSpPr>
            <p:spPr bwMode="auto">
              <a:xfrm rot="5400000" flipH="1">
                <a:off x="2231557" y="-76199"/>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984DB13C-715F-4C41-A086-F8B04B8338B4}"/>
                  </a:ext>
                </a:extLst>
              </p:cNvPr>
              <p:cNvCxnSpPr/>
              <p:nvPr userDrawn="1"/>
            </p:nvCxnSpPr>
            <p:spPr bwMode="auto">
              <a:xfrm rot="5400000" flipH="1">
                <a:off x="2373096" y="-76199"/>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E4E47650-7CC3-E04C-92FB-D684F2CD6CE1}"/>
                  </a:ext>
                </a:extLst>
              </p:cNvPr>
              <p:cNvCxnSpPr/>
              <p:nvPr userDrawn="1"/>
            </p:nvCxnSpPr>
            <p:spPr bwMode="auto">
              <a:xfrm rot="5400000" flipH="1">
                <a:off x="4354641"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48E322F4-6558-1941-9668-7BA9BD1DD8BE}"/>
                  </a:ext>
                </a:extLst>
              </p:cNvPr>
              <p:cNvCxnSpPr/>
              <p:nvPr userDrawn="1"/>
            </p:nvCxnSpPr>
            <p:spPr bwMode="auto">
              <a:xfrm rot="5400000" flipH="1">
                <a:off x="4496180"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5B67F614-8FE1-D140-884E-B58A72DE0C55}"/>
                  </a:ext>
                </a:extLst>
              </p:cNvPr>
              <p:cNvCxnSpPr/>
              <p:nvPr userDrawn="1"/>
            </p:nvCxnSpPr>
            <p:spPr bwMode="auto">
              <a:xfrm rot="5400000" flipH="1">
                <a:off x="4637719"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Connector 135">
                <a:extLst>
                  <a:ext uri="{FF2B5EF4-FFF2-40B4-BE49-F238E27FC236}">
                    <a16:creationId xmlns:a16="http://schemas.microsoft.com/office/drawing/2014/main" id="{4D35566C-B1A5-EA4C-B259-8C8C4D4DAC4A}"/>
                  </a:ext>
                </a:extLst>
              </p:cNvPr>
              <p:cNvCxnSpPr/>
              <p:nvPr userDrawn="1"/>
            </p:nvCxnSpPr>
            <p:spPr bwMode="auto">
              <a:xfrm rot="5400000" flipH="1">
                <a:off x="6619265"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7" name="Straight Connector 136">
                <a:extLst>
                  <a:ext uri="{FF2B5EF4-FFF2-40B4-BE49-F238E27FC236}">
                    <a16:creationId xmlns:a16="http://schemas.microsoft.com/office/drawing/2014/main" id="{09214A7D-67C2-8944-92DC-99D0E47D2D3B}"/>
                  </a:ext>
                </a:extLst>
              </p:cNvPr>
              <p:cNvCxnSpPr/>
              <p:nvPr userDrawn="1"/>
            </p:nvCxnSpPr>
            <p:spPr bwMode="auto">
              <a:xfrm rot="5400000" flipH="1">
                <a:off x="6760804"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A1CDACE7-EB75-4C46-81A7-AA51D8058C5F}"/>
                  </a:ext>
                </a:extLst>
              </p:cNvPr>
              <p:cNvCxnSpPr/>
              <p:nvPr userDrawn="1"/>
            </p:nvCxnSpPr>
            <p:spPr bwMode="auto">
              <a:xfrm rot="5400000" flipH="1">
                <a:off x="6902342"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Connector 138">
                <a:extLst>
                  <a:ext uri="{FF2B5EF4-FFF2-40B4-BE49-F238E27FC236}">
                    <a16:creationId xmlns:a16="http://schemas.microsoft.com/office/drawing/2014/main" id="{0DE10E2C-13E0-E045-979D-18B430462117}"/>
                  </a:ext>
                </a:extLst>
              </p:cNvPr>
              <p:cNvCxnSpPr/>
              <p:nvPr userDrawn="1"/>
            </p:nvCxnSpPr>
            <p:spPr bwMode="auto">
              <a:xfrm rot="5400000" flipH="1">
                <a:off x="8742349" y="-29065"/>
                <a:ext cx="152399"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5" name="Group 104">
              <a:extLst>
                <a:ext uri="{FF2B5EF4-FFF2-40B4-BE49-F238E27FC236}">
                  <a16:creationId xmlns:a16="http://schemas.microsoft.com/office/drawing/2014/main" id="{FD80F033-645B-5D4F-A361-EA80F684A392}"/>
                </a:ext>
              </a:extLst>
            </p:cNvPr>
            <p:cNvGrpSpPr/>
            <p:nvPr userDrawn="1"/>
          </p:nvGrpSpPr>
          <p:grpSpPr>
            <a:xfrm>
              <a:off x="326211" y="5143289"/>
              <a:ext cx="8492338" cy="98033"/>
              <a:chOff x="326211" y="5111418"/>
              <a:chExt cx="8492338" cy="163389"/>
            </a:xfrm>
          </p:grpSpPr>
          <p:cxnSp>
            <p:nvCxnSpPr>
              <p:cNvPr id="118" name="Straight Connector 117">
                <a:extLst>
                  <a:ext uri="{FF2B5EF4-FFF2-40B4-BE49-F238E27FC236}">
                    <a16:creationId xmlns:a16="http://schemas.microsoft.com/office/drawing/2014/main" id="{D7AF79B6-9A4C-6646-9D0E-0EFBC879BCA2}"/>
                  </a:ext>
                </a:extLst>
              </p:cNvPr>
              <p:cNvCxnSpPr/>
              <p:nvPr userDrawn="1"/>
            </p:nvCxnSpPr>
            <p:spPr bwMode="auto">
              <a:xfrm rot="5400000" flipH="1">
                <a:off x="250011" y="5187632"/>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13A48562-9ED8-2447-B180-45BC3A773135}"/>
                  </a:ext>
                </a:extLst>
              </p:cNvPr>
              <p:cNvCxnSpPr/>
              <p:nvPr userDrawn="1"/>
            </p:nvCxnSpPr>
            <p:spPr bwMode="auto">
              <a:xfrm rot="5400000" flipH="1">
                <a:off x="2090017"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0" name="Straight Connector 119">
                <a:extLst>
                  <a:ext uri="{FF2B5EF4-FFF2-40B4-BE49-F238E27FC236}">
                    <a16:creationId xmlns:a16="http://schemas.microsoft.com/office/drawing/2014/main" id="{213B6266-0A93-084E-8A78-AE6C03C5F943}"/>
                  </a:ext>
                </a:extLst>
              </p:cNvPr>
              <p:cNvCxnSpPr/>
              <p:nvPr userDrawn="1"/>
            </p:nvCxnSpPr>
            <p:spPr bwMode="auto">
              <a:xfrm rot="5400000" flipH="1">
                <a:off x="2231556"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1" name="Straight Connector 120">
                <a:extLst>
                  <a:ext uri="{FF2B5EF4-FFF2-40B4-BE49-F238E27FC236}">
                    <a16:creationId xmlns:a16="http://schemas.microsoft.com/office/drawing/2014/main" id="{69131E21-73CB-E242-BBDC-0E18035BD6F1}"/>
                  </a:ext>
                </a:extLst>
              </p:cNvPr>
              <p:cNvCxnSpPr/>
              <p:nvPr userDrawn="1"/>
            </p:nvCxnSpPr>
            <p:spPr bwMode="auto">
              <a:xfrm rot="5400000" flipH="1">
                <a:off x="2373095"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2" name="Straight Connector 121">
                <a:extLst>
                  <a:ext uri="{FF2B5EF4-FFF2-40B4-BE49-F238E27FC236}">
                    <a16:creationId xmlns:a16="http://schemas.microsoft.com/office/drawing/2014/main" id="{7470289F-4240-FF43-A440-B8043B23295A}"/>
                  </a:ext>
                </a:extLst>
              </p:cNvPr>
              <p:cNvCxnSpPr/>
              <p:nvPr userDrawn="1"/>
            </p:nvCxnSpPr>
            <p:spPr bwMode="auto">
              <a:xfrm rot="5400000" flipH="1">
                <a:off x="4354641"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3" name="Straight Connector 122">
                <a:extLst>
                  <a:ext uri="{FF2B5EF4-FFF2-40B4-BE49-F238E27FC236}">
                    <a16:creationId xmlns:a16="http://schemas.microsoft.com/office/drawing/2014/main" id="{3181E438-CE1F-204B-B678-19B8BDBDEF04}"/>
                  </a:ext>
                </a:extLst>
              </p:cNvPr>
              <p:cNvCxnSpPr/>
              <p:nvPr userDrawn="1"/>
            </p:nvCxnSpPr>
            <p:spPr bwMode="auto">
              <a:xfrm rot="5400000" flipH="1">
                <a:off x="4496180"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A495CFAF-959F-8D42-94E4-963B9477BB9A}"/>
                  </a:ext>
                </a:extLst>
              </p:cNvPr>
              <p:cNvCxnSpPr/>
              <p:nvPr userDrawn="1"/>
            </p:nvCxnSpPr>
            <p:spPr bwMode="auto">
              <a:xfrm rot="5400000" flipH="1">
                <a:off x="4637719"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597E11FF-33D2-8044-894E-13FB34529786}"/>
                  </a:ext>
                </a:extLst>
              </p:cNvPr>
              <p:cNvCxnSpPr/>
              <p:nvPr userDrawn="1"/>
            </p:nvCxnSpPr>
            <p:spPr bwMode="auto">
              <a:xfrm rot="5400000" flipH="1">
                <a:off x="6619264"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23BD1786-FF52-F647-921E-9287706FFD79}"/>
                  </a:ext>
                </a:extLst>
              </p:cNvPr>
              <p:cNvCxnSpPr/>
              <p:nvPr userDrawn="1"/>
            </p:nvCxnSpPr>
            <p:spPr bwMode="auto">
              <a:xfrm rot="5400000" flipH="1">
                <a:off x="6760803"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7" name="Straight Connector 126">
                <a:extLst>
                  <a:ext uri="{FF2B5EF4-FFF2-40B4-BE49-F238E27FC236}">
                    <a16:creationId xmlns:a16="http://schemas.microsoft.com/office/drawing/2014/main" id="{E256C9B2-A5FE-BC4E-920F-CEBABA73B93B}"/>
                  </a:ext>
                </a:extLst>
              </p:cNvPr>
              <p:cNvCxnSpPr/>
              <p:nvPr userDrawn="1"/>
            </p:nvCxnSpPr>
            <p:spPr bwMode="auto">
              <a:xfrm rot="5400000" flipH="1">
                <a:off x="6902342"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E1A1A939-9E62-2E4C-9714-2F6929182E36}"/>
                  </a:ext>
                </a:extLst>
              </p:cNvPr>
              <p:cNvCxnSpPr/>
              <p:nvPr userDrawn="1"/>
            </p:nvCxnSpPr>
            <p:spPr bwMode="auto">
              <a:xfrm rot="5400000" flipH="1">
                <a:off x="8742348" y="5187619"/>
                <a:ext cx="152402"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6" name="Group 105">
              <a:extLst>
                <a:ext uri="{FF2B5EF4-FFF2-40B4-BE49-F238E27FC236}">
                  <a16:creationId xmlns:a16="http://schemas.microsoft.com/office/drawing/2014/main" id="{65151D40-4251-CA4F-9CEA-04AAC5EF6968}"/>
                </a:ext>
              </a:extLst>
            </p:cNvPr>
            <p:cNvGrpSpPr/>
            <p:nvPr userDrawn="1"/>
          </p:nvGrpSpPr>
          <p:grpSpPr>
            <a:xfrm>
              <a:off x="-109730" y="313734"/>
              <a:ext cx="124556" cy="4430783"/>
              <a:chOff x="-109730" y="313734"/>
              <a:chExt cx="124556" cy="4430783"/>
            </a:xfrm>
          </p:grpSpPr>
          <p:cxnSp>
            <p:nvCxnSpPr>
              <p:cNvPr id="113" name="Straight Connector 112">
                <a:extLst>
                  <a:ext uri="{FF2B5EF4-FFF2-40B4-BE49-F238E27FC236}">
                    <a16:creationId xmlns:a16="http://schemas.microsoft.com/office/drawing/2014/main" id="{DD3AB832-ECA3-1C40-9D87-D3BF3E76579E}"/>
                  </a:ext>
                </a:extLst>
              </p:cNvPr>
              <p:cNvCxnSpPr/>
              <p:nvPr userDrawn="1"/>
            </p:nvCxnSpPr>
            <p:spPr bwMode="auto">
              <a:xfrm flipH="1">
                <a:off x="-109730" y="1303590"/>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DEA137B8-70C8-E047-92CB-43CBD0F96DD8}"/>
                  </a:ext>
                </a:extLst>
              </p:cNvPr>
              <p:cNvCxnSpPr/>
              <p:nvPr userDrawn="1"/>
            </p:nvCxnSpPr>
            <p:spPr bwMode="auto">
              <a:xfrm flipH="1">
                <a:off x="-109730" y="2576262"/>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8F9E5AD6-4E33-6C4E-BCF9-D40AC0EA8DB2}"/>
                  </a:ext>
                </a:extLst>
              </p:cNvPr>
              <p:cNvCxnSpPr/>
              <p:nvPr userDrawn="1"/>
            </p:nvCxnSpPr>
            <p:spPr bwMode="auto">
              <a:xfrm flipH="1">
                <a:off x="-109730" y="384962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DEBF4B0D-888C-E341-8D2C-A2B62D3927F7}"/>
                  </a:ext>
                </a:extLst>
              </p:cNvPr>
              <p:cNvCxnSpPr/>
              <p:nvPr userDrawn="1"/>
            </p:nvCxnSpPr>
            <p:spPr bwMode="auto">
              <a:xfrm flipH="1">
                <a:off x="-98406" y="31373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4A1525CA-DB42-1F46-952B-49632CFC59C5}"/>
                  </a:ext>
                </a:extLst>
              </p:cNvPr>
              <p:cNvCxnSpPr/>
              <p:nvPr userDrawn="1"/>
            </p:nvCxnSpPr>
            <p:spPr bwMode="auto">
              <a:xfrm flipH="1">
                <a:off x="-76614" y="4744517"/>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7" name="Group 106">
              <a:extLst>
                <a:ext uri="{FF2B5EF4-FFF2-40B4-BE49-F238E27FC236}">
                  <a16:creationId xmlns:a16="http://schemas.microsoft.com/office/drawing/2014/main" id="{A6884295-F7A1-534D-ABFD-819D33AD6D11}"/>
                </a:ext>
              </a:extLst>
            </p:cNvPr>
            <p:cNvGrpSpPr/>
            <p:nvPr userDrawn="1"/>
          </p:nvGrpSpPr>
          <p:grpSpPr>
            <a:xfrm>
              <a:off x="9123418" y="313734"/>
              <a:ext cx="119748" cy="4428901"/>
              <a:chOff x="-149362" y="307384"/>
              <a:chExt cx="119748" cy="4428901"/>
            </a:xfrm>
          </p:grpSpPr>
          <p:cxnSp>
            <p:nvCxnSpPr>
              <p:cNvPr id="108" name="Straight Connector 107">
                <a:extLst>
                  <a:ext uri="{FF2B5EF4-FFF2-40B4-BE49-F238E27FC236}">
                    <a16:creationId xmlns:a16="http://schemas.microsoft.com/office/drawing/2014/main" id="{2C290D71-5B73-D042-BDA2-E632B7E0FFA5}"/>
                  </a:ext>
                </a:extLst>
              </p:cNvPr>
              <p:cNvCxnSpPr/>
              <p:nvPr userDrawn="1"/>
            </p:nvCxnSpPr>
            <p:spPr bwMode="auto">
              <a:xfrm flipH="1">
                <a:off x="-142845" y="1297240"/>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5646BE28-7152-2040-A2AF-B34178C299A1}"/>
                  </a:ext>
                </a:extLst>
              </p:cNvPr>
              <p:cNvCxnSpPr/>
              <p:nvPr userDrawn="1"/>
            </p:nvCxnSpPr>
            <p:spPr bwMode="auto">
              <a:xfrm flipH="1">
                <a:off x="-142845" y="2569913"/>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4296DD67-0C6C-0549-B851-03883C54615F}"/>
                  </a:ext>
                </a:extLst>
              </p:cNvPr>
              <p:cNvCxnSpPr/>
              <p:nvPr userDrawn="1"/>
            </p:nvCxnSpPr>
            <p:spPr bwMode="auto">
              <a:xfrm flipH="1">
                <a:off x="-142845" y="384327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0ACE78AA-7905-5246-83D4-D5D84E497E8A}"/>
                  </a:ext>
                </a:extLst>
              </p:cNvPr>
              <p:cNvCxnSpPr/>
              <p:nvPr userDrawn="1"/>
            </p:nvCxnSpPr>
            <p:spPr bwMode="auto">
              <a:xfrm flipH="1">
                <a:off x="-149362" y="30738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2" name="Straight Connector 111">
                <a:extLst>
                  <a:ext uri="{FF2B5EF4-FFF2-40B4-BE49-F238E27FC236}">
                    <a16:creationId xmlns:a16="http://schemas.microsoft.com/office/drawing/2014/main" id="{30562EE8-1F7C-6E45-9B05-5B7385E02341}"/>
                  </a:ext>
                </a:extLst>
              </p:cNvPr>
              <p:cNvCxnSpPr/>
              <p:nvPr userDrawn="1"/>
            </p:nvCxnSpPr>
            <p:spPr bwMode="auto">
              <a:xfrm flipH="1">
                <a:off x="-121054" y="4736285"/>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2" name="页脚占位符 8">
            <a:extLst>
              <a:ext uri="{FF2B5EF4-FFF2-40B4-BE49-F238E27FC236}">
                <a16:creationId xmlns:a16="http://schemas.microsoft.com/office/drawing/2014/main" id="{5DC6FE14-1831-9ADB-6EDB-62DADB35453B}"/>
              </a:ext>
            </a:extLst>
          </p:cNvPr>
          <p:cNvSpPr>
            <a:spLocks noGrp="1"/>
          </p:cNvSpPr>
          <p:nvPr>
            <p:ph type="ftr" sz="quarter" idx="3"/>
          </p:nvPr>
        </p:nvSpPr>
        <p:spPr>
          <a:xfrm>
            <a:off x="566931" y="13103417"/>
            <a:ext cx="4956047" cy="383998"/>
          </a:xfrm>
          <a:prstGeom prst="rect">
            <a:avLst/>
          </a:prstGeom>
        </p:spPr>
        <p:txBody>
          <a:bodyPr/>
          <a:lstStyle/>
          <a:p>
            <a:pPr defTabSz="1829014">
              <a:defRPr/>
            </a:pPr>
            <a:r>
              <a:rPr lang="en-US" sz="1600">
                <a:solidFill>
                  <a:srgbClr val="000000"/>
                </a:solidFill>
                <a:latin typeface="IBM Plex Sans" panose="020B0503050203000203" pitchFamily="34" charset="0"/>
              </a:rPr>
              <a:t>Confidential IBM Consulting 2024</a:t>
            </a:r>
          </a:p>
        </p:txBody>
      </p:sp>
      <p:sp>
        <p:nvSpPr>
          <p:cNvPr id="3" name="灯片编号占位符 9">
            <a:extLst>
              <a:ext uri="{FF2B5EF4-FFF2-40B4-BE49-F238E27FC236}">
                <a16:creationId xmlns:a16="http://schemas.microsoft.com/office/drawing/2014/main" id="{1DF64872-4FD2-660D-5B3E-1548C26C689D}"/>
              </a:ext>
            </a:extLst>
          </p:cNvPr>
          <p:cNvSpPr>
            <a:spLocks noGrp="1"/>
          </p:cNvSpPr>
          <p:nvPr>
            <p:ph type="sldNum" sz="quarter" idx="4"/>
          </p:nvPr>
        </p:nvSpPr>
        <p:spPr>
          <a:xfrm>
            <a:off x="23568812" y="13240781"/>
            <a:ext cx="243688" cy="246222"/>
          </a:xfrm>
          <a:prstGeom prst="rect">
            <a:avLst/>
          </a:prstGeom>
        </p:spPr>
        <p:txBody>
          <a:bodyPr/>
          <a:lstStyle/>
          <a:p>
            <a:pPr algn="r" defTabSz="1829014">
              <a:defRPr/>
            </a:pPr>
            <a:fld id="{86CB4B4D-7CA3-9044-876B-883B54F8677D}" type="slidenum">
              <a:rPr lang="en-US" sz="1600" smtClean="0">
                <a:solidFill>
                  <a:srgbClr val="000000"/>
                </a:solidFill>
                <a:latin typeface="IBM Plex Sans" panose="020B0503050203000203" pitchFamily="34" charset="0"/>
                <a:sym typeface="IBM Plex Sans"/>
              </a:rPr>
              <a:pPr algn="r" defTabSz="1829014">
                <a:defRPr/>
              </a:pPr>
              <a:t>‹#›</a:t>
            </a:fld>
            <a:endParaRPr lang="en-US" sz="1600">
              <a:solidFill>
                <a:srgbClr val="000000"/>
              </a:solidFill>
              <a:latin typeface="IBM Plex Sans" panose="020B0503050203000203" pitchFamily="34" charset="0"/>
              <a:sym typeface="IBM Plex Sans"/>
            </a:endParaRPr>
          </a:p>
        </p:txBody>
      </p:sp>
    </p:spTree>
    <p:extLst>
      <p:ext uri="{BB962C8B-B14F-4D97-AF65-F5344CB8AC3E}">
        <p14:creationId xmlns:p14="http://schemas.microsoft.com/office/powerpoint/2010/main" val="3856160513"/>
      </p:ext>
    </p:extLst>
  </p:cSld>
  <p:clrMap bg1="dk1" tx1="lt1" bg2="dk2" tx2="lt2" accent1="accent1" accent2="accent2" accent3="accent3" accent4="accent4" accent5="accent5" accent6="accent6" hlink="hlink" folHlink="folHlink"/>
  <p:sldLayoutIdLst>
    <p:sldLayoutId id="2147485540" r:id="rId1"/>
    <p:sldLayoutId id="2147485541" r:id="rId2"/>
    <p:sldLayoutId id="2147485542" r:id="rId3"/>
    <p:sldLayoutId id="2147485543" r:id="rId4"/>
    <p:sldLayoutId id="2147485544" r:id="rId5"/>
    <p:sldLayoutId id="2147485545" r:id="rId6"/>
    <p:sldLayoutId id="2147485546" r:id="rId7"/>
    <p:sldLayoutId id="2147485547" r:id="rId8"/>
  </p:sldLayoutIdLst>
  <p:hf hdr="0" dt="0"/>
  <p:txStyles>
    <p:titleStyle>
      <a:lvl1pPr algn="l" rtl="0" eaLnBrk="1" fontAlgn="base" hangingPunct="1">
        <a:lnSpc>
          <a:spcPct val="90000"/>
        </a:lnSpc>
        <a:spcBef>
          <a:spcPct val="0"/>
        </a:spcBef>
        <a:spcAft>
          <a:spcPct val="0"/>
        </a:spcAft>
        <a:defRPr sz="5998"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5918">
          <a:solidFill>
            <a:srgbClr val="191919"/>
          </a:solidFill>
          <a:latin typeface="IBM Plex Sans Light" pitchFamily="34" charset="0"/>
        </a:defRPr>
      </a:lvl2pPr>
      <a:lvl3pPr algn="l" rtl="0" eaLnBrk="1" fontAlgn="base" hangingPunct="1">
        <a:lnSpc>
          <a:spcPct val="90000"/>
        </a:lnSpc>
        <a:spcBef>
          <a:spcPct val="0"/>
        </a:spcBef>
        <a:spcAft>
          <a:spcPct val="0"/>
        </a:spcAft>
        <a:defRPr sz="5918">
          <a:solidFill>
            <a:srgbClr val="191919"/>
          </a:solidFill>
          <a:latin typeface="IBM Plex Sans Light" pitchFamily="34" charset="0"/>
        </a:defRPr>
      </a:lvl3pPr>
      <a:lvl4pPr algn="l" rtl="0" eaLnBrk="1" fontAlgn="base" hangingPunct="1">
        <a:lnSpc>
          <a:spcPct val="90000"/>
        </a:lnSpc>
        <a:spcBef>
          <a:spcPct val="0"/>
        </a:spcBef>
        <a:spcAft>
          <a:spcPct val="0"/>
        </a:spcAft>
        <a:defRPr sz="5918">
          <a:solidFill>
            <a:srgbClr val="191919"/>
          </a:solidFill>
          <a:latin typeface="IBM Plex Sans Light" pitchFamily="34" charset="0"/>
        </a:defRPr>
      </a:lvl4pPr>
      <a:lvl5pPr algn="l" rtl="0" eaLnBrk="1" fontAlgn="base" hangingPunct="1">
        <a:lnSpc>
          <a:spcPct val="90000"/>
        </a:lnSpc>
        <a:spcBef>
          <a:spcPct val="0"/>
        </a:spcBef>
        <a:spcAft>
          <a:spcPct val="0"/>
        </a:spcAft>
        <a:defRPr sz="5918">
          <a:solidFill>
            <a:srgbClr val="191919"/>
          </a:solidFill>
          <a:latin typeface="IBM Plex Sans Light" pitchFamily="34" charset="0"/>
        </a:defRPr>
      </a:lvl5pPr>
      <a:lvl6pPr marL="966650" algn="l" rtl="0" eaLnBrk="1" fontAlgn="base" hangingPunct="1">
        <a:lnSpc>
          <a:spcPct val="90000"/>
        </a:lnSpc>
        <a:spcBef>
          <a:spcPct val="0"/>
        </a:spcBef>
        <a:spcAft>
          <a:spcPct val="0"/>
        </a:spcAft>
        <a:defRPr sz="5918">
          <a:solidFill>
            <a:srgbClr val="191919"/>
          </a:solidFill>
          <a:latin typeface="IBM Plex Sans Light" pitchFamily="34" charset="0"/>
        </a:defRPr>
      </a:lvl6pPr>
      <a:lvl7pPr marL="1933308" algn="l" rtl="0" eaLnBrk="1" fontAlgn="base" hangingPunct="1">
        <a:lnSpc>
          <a:spcPct val="90000"/>
        </a:lnSpc>
        <a:spcBef>
          <a:spcPct val="0"/>
        </a:spcBef>
        <a:spcAft>
          <a:spcPct val="0"/>
        </a:spcAft>
        <a:defRPr sz="5918">
          <a:solidFill>
            <a:srgbClr val="191919"/>
          </a:solidFill>
          <a:latin typeface="IBM Plex Sans Light" pitchFamily="34" charset="0"/>
        </a:defRPr>
      </a:lvl7pPr>
      <a:lvl8pPr marL="2899956" algn="l" rtl="0" eaLnBrk="1" fontAlgn="base" hangingPunct="1">
        <a:lnSpc>
          <a:spcPct val="90000"/>
        </a:lnSpc>
        <a:spcBef>
          <a:spcPct val="0"/>
        </a:spcBef>
        <a:spcAft>
          <a:spcPct val="0"/>
        </a:spcAft>
        <a:defRPr sz="5918">
          <a:solidFill>
            <a:srgbClr val="191919"/>
          </a:solidFill>
          <a:latin typeface="IBM Plex Sans Light" pitchFamily="34" charset="0"/>
        </a:defRPr>
      </a:lvl8pPr>
      <a:lvl9pPr marL="3866612" algn="l" rtl="0" eaLnBrk="1" fontAlgn="base" hangingPunct="1">
        <a:lnSpc>
          <a:spcPct val="90000"/>
        </a:lnSpc>
        <a:spcBef>
          <a:spcPct val="0"/>
        </a:spcBef>
        <a:spcAft>
          <a:spcPct val="0"/>
        </a:spcAft>
        <a:defRPr sz="5918">
          <a:solidFill>
            <a:srgbClr val="191919"/>
          </a:solidFill>
          <a:latin typeface="IBM Plex Sans Light" pitchFamily="34" charset="0"/>
        </a:defRPr>
      </a:lvl9pPr>
    </p:titleStyle>
    <p:bodyStyle>
      <a:lvl1pPr marL="0" indent="0" algn="l" rtl="0" eaLnBrk="1" fontAlgn="base" hangingPunct="1">
        <a:lnSpc>
          <a:spcPct val="110000"/>
        </a:lnSpc>
        <a:spcBef>
          <a:spcPts val="3000"/>
        </a:spcBef>
        <a:spcAft>
          <a:spcPct val="0"/>
        </a:spcAft>
        <a:buClr>
          <a:srgbClr val="001141"/>
        </a:buClr>
        <a:buSzPct val="90000"/>
        <a:buFont typeface="IBM Plex Sans Light" pitchFamily="2" charset="2"/>
        <a:buNone/>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304740" indent="-304740" algn="l" rtl="0" eaLnBrk="1" fontAlgn="base" hangingPunct="1">
        <a:lnSpc>
          <a:spcPct val="110000"/>
        </a:lnSpc>
        <a:spcBef>
          <a:spcPts val="2000"/>
        </a:spcBef>
        <a:spcAft>
          <a:spcPct val="0"/>
        </a:spcAft>
        <a:buClr>
          <a:srgbClr val="001141"/>
        </a:buClr>
        <a:buSzPct val="100000"/>
        <a:buFont typeface="IBM Plex Sans Light" charset="-120"/>
        <a:buChar char="–"/>
        <a:tabLst/>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609476" indent="-304740" algn="l" rtl="0" eaLnBrk="1" fontAlgn="base" hangingPunct="1">
        <a:lnSpc>
          <a:spcPct val="110000"/>
        </a:lnSpc>
        <a:spcBef>
          <a:spcPts val="0"/>
        </a:spcBef>
        <a:spcAft>
          <a:spcPct val="0"/>
        </a:spcAft>
        <a:buClr>
          <a:srgbClr val="001141"/>
        </a:buClr>
        <a:buSzPct val="100000"/>
        <a:buFont typeface="IBM Plex Sans Light" panose="020B0604020202020204" pitchFamily="34" charset="0"/>
        <a:buChar char="•"/>
        <a:tabLst/>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914214" indent="-304740" algn="l" rtl="0" eaLnBrk="1" fontAlgn="base" hangingPunct="1">
        <a:lnSpc>
          <a:spcPct val="110000"/>
        </a:lnSpc>
        <a:spcBef>
          <a:spcPts val="0"/>
        </a:spcBef>
        <a:spcAft>
          <a:spcPct val="0"/>
        </a:spcAft>
        <a:buClr>
          <a:srgbClr val="001141"/>
        </a:buClr>
        <a:buSzPct val="100000"/>
        <a:buFont typeface="IBM Plex Sans Light" charset="-120"/>
        <a:buChar char="–"/>
        <a:tabLst/>
        <a:defRPr sz="3000"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218950" indent="-304740" algn="l" rtl="0" eaLnBrk="1" fontAlgn="base" hangingPunct="1">
        <a:lnSpc>
          <a:spcPct val="110000"/>
        </a:lnSpc>
        <a:spcBef>
          <a:spcPts val="0"/>
        </a:spcBef>
        <a:spcAft>
          <a:spcPct val="0"/>
        </a:spcAft>
        <a:buClr>
          <a:srgbClr val="001141"/>
        </a:buClr>
        <a:buFont typeface="IBM Plex Sans Light" charset="-120"/>
        <a:buChar char="»"/>
        <a:tabLst/>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4222390" indent="-345716" algn="l" rtl="0" eaLnBrk="1" fontAlgn="base" hangingPunct="1">
        <a:spcBef>
          <a:spcPct val="20000"/>
        </a:spcBef>
        <a:spcAft>
          <a:spcPct val="0"/>
        </a:spcAft>
        <a:buClr>
          <a:schemeClr val="bg1"/>
        </a:buClr>
        <a:buChar char="»"/>
        <a:defRPr sz="3382">
          <a:solidFill>
            <a:schemeClr val="bg1"/>
          </a:solidFill>
          <a:latin typeface="IBM Plex Sans Light" charset="0"/>
        </a:defRPr>
      </a:lvl6pPr>
      <a:lvl7pPr marL="5189046" indent="-345716" algn="l" rtl="0" eaLnBrk="1" fontAlgn="base" hangingPunct="1">
        <a:spcBef>
          <a:spcPct val="20000"/>
        </a:spcBef>
        <a:spcAft>
          <a:spcPct val="0"/>
        </a:spcAft>
        <a:buClr>
          <a:schemeClr val="bg1"/>
        </a:buClr>
        <a:buChar char="»"/>
        <a:defRPr sz="3382">
          <a:solidFill>
            <a:schemeClr val="bg1"/>
          </a:solidFill>
          <a:latin typeface="IBM Plex Sans Light" charset="0"/>
        </a:defRPr>
      </a:lvl7pPr>
      <a:lvl8pPr marL="6155700" indent="-345716" algn="l" rtl="0" eaLnBrk="1" fontAlgn="base" hangingPunct="1">
        <a:spcBef>
          <a:spcPct val="20000"/>
        </a:spcBef>
        <a:spcAft>
          <a:spcPct val="0"/>
        </a:spcAft>
        <a:buClr>
          <a:schemeClr val="bg1"/>
        </a:buClr>
        <a:buChar char="»"/>
        <a:defRPr sz="3382">
          <a:solidFill>
            <a:schemeClr val="bg1"/>
          </a:solidFill>
          <a:latin typeface="IBM Plex Sans Light" charset="0"/>
        </a:defRPr>
      </a:lvl8pPr>
      <a:lvl9pPr marL="7122356" indent="-345716" algn="l" rtl="0" eaLnBrk="1" fontAlgn="base" hangingPunct="1">
        <a:spcBef>
          <a:spcPct val="20000"/>
        </a:spcBef>
        <a:spcAft>
          <a:spcPct val="0"/>
        </a:spcAft>
        <a:buClr>
          <a:schemeClr val="bg1"/>
        </a:buClr>
        <a:buChar char="»"/>
        <a:defRPr sz="3382">
          <a:solidFill>
            <a:schemeClr val="bg1"/>
          </a:solidFill>
          <a:latin typeface="IBM Plex Sans Light" charset="0"/>
        </a:defRPr>
      </a:lvl9pPr>
    </p:bodyStyle>
    <p:otherStyle>
      <a:defPPr>
        <a:defRPr lang="en-US"/>
      </a:defPPr>
      <a:lvl1pPr marL="0" algn="l" defTabSz="1933308" rtl="0" eaLnBrk="1" latinLnBrk="0" hangingPunct="1">
        <a:defRPr sz="3808" kern="1200">
          <a:solidFill>
            <a:schemeClr val="tx1"/>
          </a:solidFill>
          <a:latin typeface="+mn-lt"/>
          <a:ea typeface="+mn-ea"/>
          <a:cs typeface="+mn-cs"/>
        </a:defRPr>
      </a:lvl1pPr>
      <a:lvl2pPr marL="966650" algn="l" defTabSz="1933308" rtl="0" eaLnBrk="1" latinLnBrk="0" hangingPunct="1">
        <a:defRPr sz="3808" kern="1200">
          <a:solidFill>
            <a:schemeClr val="tx1"/>
          </a:solidFill>
          <a:latin typeface="+mn-lt"/>
          <a:ea typeface="+mn-ea"/>
          <a:cs typeface="+mn-cs"/>
        </a:defRPr>
      </a:lvl2pPr>
      <a:lvl3pPr marL="1933308" algn="l" defTabSz="1933308" rtl="0" eaLnBrk="1" latinLnBrk="0" hangingPunct="1">
        <a:defRPr sz="3808" kern="1200">
          <a:solidFill>
            <a:schemeClr val="tx1"/>
          </a:solidFill>
          <a:latin typeface="+mn-lt"/>
          <a:ea typeface="+mn-ea"/>
          <a:cs typeface="+mn-cs"/>
        </a:defRPr>
      </a:lvl3pPr>
      <a:lvl4pPr marL="2899956" algn="l" defTabSz="1933308" rtl="0" eaLnBrk="1" latinLnBrk="0" hangingPunct="1">
        <a:defRPr sz="3808" kern="1200">
          <a:solidFill>
            <a:schemeClr val="tx1"/>
          </a:solidFill>
          <a:latin typeface="+mn-lt"/>
          <a:ea typeface="+mn-ea"/>
          <a:cs typeface="+mn-cs"/>
        </a:defRPr>
      </a:lvl4pPr>
      <a:lvl5pPr marL="3866612" algn="l" defTabSz="1933308" rtl="0" eaLnBrk="1" latinLnBrk="0" hangingPunct="1">
        <a:defRPr sz="3808" kern="1200">
          <a:solidFill>
            <a:schemeClr val="tx1"/>
          </a:solidFill>
          <a:latin typeface="+mn-lt"/>
          <a:ea typeface="+mn-ea"/>
          <a:cs typeface="+mn-cs"/>
        </a:defRPr>
      </a:lvl5pPr>
      <a:lvl6pPr marL="4833266" algn="l" defTabSz="1933308" rtl="0" eaLnBrk="1" latinLnBrk="0" hangingPunct="1">
        <a:defRPr sz="3808" kern="1200">
          <a:solidFill>
            <a:schemeClr val="tx1"/>
          </a:solidFill>
          <a:latin typeface="+mn-lt"/>
          <a:ea typeface="+mn-ea"/>
          <a:cs typeface="+mn-cs"/>
        </a:defRPr>
      </a:lvl6pPr>
      <a:lvl7pPr marL="5799914" algn="l" defTabSz="1933308" rtl="0" eaLnBrk="1" latinLnBrk="0" hangingPunct="1">
        <a:defRPr sz="3808" kern="1200">
          <a:solidFill>
            <a:schemeClr val="tx1"/>
          </a:solidFill>
          <a:latin typeface="+mn-lt"/>
          <a:ea typeface="+mn-ea"/>
          <a:cs typeface="+mn-cs"/>
        </a:defRPr>
      </a:lvl7pPr>
      <a:lvl8pPr marL="6766566" algn="l" defTabSz="1933308" rtl="0" eaLnBrk="1" latinLnBrk="0" hangingPunct="1">
        <a:defRPr sz="3808" kern="1200">
          <a:solidFill>
            <a:schemeClr val="tx1"/>
          </a:solidFill>
          <a:latin typeface="+mn-lt"/>
          <a:ea typeface="+mn-ea"/>
          <a:cs typeface="+mn-cs"/>
        </a:defRPr>
      </a:lvl8pPr>
      <a:lvl9pPr marL="7733220" algn="l" defTabSz="1933308" rtl="0" eaLnBrk="1" latinLnBrk="0" hangingPunct="1">
        <a:defRPr sz="380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288">
          <p15:clr>
            <a:srgbClr val="F26B43"/>
          </p15:clr>
        </p15:guide>
        <p15:guide id="3" pos="8928">
          <p15:clr>
            <a:srgbClr val="F26B43"/>
          </p15:clr>
        </p15:guide>
        <p15:guide id="4" orient="horz" pos="4800">
          <p15:clr>
            <a:srgbClr val="F26B43"/>
          </p15:clr>
        </p15:guide>
        <p15:guide id="5" orient="horz" pos="5088">
          <p15:clr>
            <a:srgbClr val="F26B43"/>
          </p15:clr>
        </p15:guide>
        <p15:guide id="6" pos="4608">
          <p15:clr>
            <a:srgbClr val="547EBF"/>
          </p15:clr>
        </p15:guide>
        <p15:guide id="7" pos="4464">
          <p15:clr>
            <a:srgbClr val="F26B43"/>
          </p15:clr>
        </p15:guide>
        <p15:guide id="8" pos="2304">
          <p15:clr>
            <a:srgbClr val="547EBF"/>
          </p15:clr>
        </p15:guide>
        <p15:guide id="9" pos="4752">
          <p15:clr>
            <a:srgbClr val="F26B43"/>
          </p15:clr>
        </p15:guide>
        <p15:guide id="10" pos="2160">
          <p15:clr>
            <a:srgbClr val="F26B43"/>
          </p15:clr>
        </p15:guide>
        <p15:guide id="11" pos="2448">
          <p15:clr>
            <a:srgbClr val="F26B43"/>
          </p15:clr>
        </p15:guide>
        <p15:guide id="12" pos="6912">
          <p15:clr>
            <a:srgbClr val="547EBF"/>
          </p15:clr>
        </p15:guide>
        <p15:guide id="13" pos="6768">
          <p15:clr>
            <a:srgbClr val="F26B43"/>
          </p15:clr>
        </p15:guide>
        <p15:guide id="14" pos="7056">
          <p15:clr>
            <a:srgbClr val="F26B43"/>
          </p15:clr>
        </p15:guide>
        <p15:guide id="17" orient="horz" pos="1296">
          <p15:clr>
            <a:srgbClr val="547EBF"/>
          </p15:clr>
        </p15:guide>
        <p15:guide id="18" orient="horz" pos="2592">
          <p15:clr>
            <a:srgbClr val="547EBF"/>
          </p15:clr>
        </p15:guide>
        <p15:guide id="21" orient="horz" pos="3888">
          <p15:clr>
            <a:srgbClr val="547EBF"/>
          </p15:clr>
        </p15:guide>
        <p15:guide id="22" pos="4896">
          <p15:clr>
            <a:srgbClr val="FDE53C"/>
          </p15:clr>
        </p15:guide>
        <p15:guide id="23" pos="4320">
          <p15:clr>
            <a:srgbClr val="FDE53C"/>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7.xml"/></Relationships>
</file>

<file path=ppt/slides/_rels/slide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227.xml"/><Relationship Id="rId4" Type="http://schemas.openxmlformats.org/officeDocument/2006/relationships/image" Target="../media/image31.svg"/></Relationships>
</file>

<file path=ppt/slides/_rels/slide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5.xml"/><Relationship Id="rId1" Type="http://schemas.openxmlformats.org/officeDocument/2006/relationships/slideLayout" Target="../slideLayouts/slideLayout227.xml"/><Relationship Id="rId4" Type="http://schemas.openxmlformats.org/officeDocument/2006/relationships/image" Target="../media/image3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6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7.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27.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7.xml"/></Relationships>
</file>

<file path=ppt/slides/_rels/slide1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3.xml"/><Relationship Id="rId1" Type="http://schemas.openxmlformats.org/officeDocument/2006/relationships/slideLayout" Target="../slideLayouts/slideLayout227.xml"/><Relationship Id="rId4" Type="http://schemas.openxmlformats.org/officeDocument/2006/relationships/image" Target="../media/image37.svg"/></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227.xml"/><Relationship Id="rId4" Type="http://schemas.openxmlformats.org/officeDocument/2006/relationships/image" Target="../media/image37.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2E566B20-789E-A16A-716B-BE9E0D22243B}"/>
              </a:ext>
            </a:extLst>
          </p:cNvPr>
          <p:cNvSpPr>
            <a:spLocks noGrp="1"/>
          </p:cNvSpPr>
          <p:nvPr>
            <p:ph type="body" sz="quarter" idx="12"/>
          </p:nvPr>
        </p:nvSpPr>
        <p:spPr>
          <a:xfrm>
            <a:off x="576072" y="12088368"/>
            <a:ext cx="4937887" cy="1143000"/>
          </a:xfrm>
        </p:spPr>
        <p:txBody>
          <a:bodyPr/>
          <a:lstStyle/>
          <a:p>
            <a:r>
              <a:rPr lang="en-GB"/>
              <a:t>11.</a:t>
            </a:r>
            <a:r>
              <a:rPr lang="en-GB" noProof="0"/>
              <a:t> May 2026</a:t>
            </a:r>
            <a:br>
              <a:rPr lang="en-GB" noProof="0"/>
            </a:br>
            <a:endParaRPr lang="en-GB" noProof="0"/>
          </a:p>
        </p:txBody>
      </p:sp>
      <p:sp>
        <p:nvSpPr>
          <p:cNvPr id="6" name="Fußzeilenplatzhalter 2">
            <a:extLst>
              <a:ext uri="{FF2B5EF4-FFF2-40B4-BE49-F238E27FC236}">
                <a16:creationId xmlns:a16="http://schemas.microsoft.com/office/drawing/2014/main" id="{DA74C967-753F-503E-403A-1E19F4CF5FE2}"/>
              </a:ext>
            </a:extLst>
          </p:cNvPr>
          <p:cNvSpPr txBox="1">
            <a:spLocks/>
          </p:cNvSpPr>
          <p:nvPr/>
        </p:nvSpPr>
        <p:spPr>
          <a:xfrm>
            <a:off x="576000" y="12816000"/>
            <a:ext cx="4956176" cy="3810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9379">
              <a:lnSpc>
                <a:spcPct val="100000"/>
              </a:lnSpc>
              <a:defRPr/>
            </a:pPr>
            <a:r>
              <a:rPr lang="en-GB" sz="1600" kern="1200" noProof="0">
                <a:solidFill>
                  <a:srgbClr val="000000"/>
                </a:solidFill>
                <a:latin typeface="IBM Plex Sans" panose="020B0503050203000203" pitchFamily="34" charset="0"/>
                <a:ea typeface="+mn-ea"/>
                <a:cs typeface="+mn-cs"/>
              </a:rPr>
              <a:t>IBM Consulting for Nestlé | IBM confidential</a:t>
            </a:r>
          </a:p>
        </p:txBody>
      </p:sp>
      <p:sp>
        <p:nvSpPr>
          <p:cNvPr id="7" name="Title 2">
            <a:extLst>
              <a:ext uri="{FF2B5EF4-FFF2-40B4-BE49-F238E27FC236}">
                <a16:creationId xmlns:a16="http://schemas.microsoft.com/office/drawing/2014/main" id="{F9E64600-441C-E596-837A-4FDE113E801E}"/>
              </a:ext>
            </a:extLst>
          </p:cNvPr>
          <p:cNvSpPr>
            <a:spLocks noGrp="1"/>
          </p:cNvSpPr>
          <p:nvPr>
            <p:ph type="title"/>
          </p:nvPr>
        </p:nvSpPr>
        <p:spPr>
          <a:xfrm>
            <a:off x="576072" y="1361171"/>
            <a:ext cx="13208508" cy="6288087"/>
          </a:xfrm>
        </p:spPr>
        <p:txBody>
          <a:bodyPr/>
          <a:lstStyle/>
          <a:p>
            <a:r>
              <a:rPr lang="en-GB">
                <a:solidFill>
                  <a:schemeClr val="accent1"/>
                </a:solidFill>
                <a:latin typeface="IBM Plex Sans Thin" panose="020B0203050203000203" pitchFamily="34" charset="0"/>
              </a:rPr>
              <a:t>Nestlé’s Accounts Payable </a:t>
            </a:r>
            <a:br>
              <a:rPr lang="en-GB">
                <a:solidFill>
                  <a:schemeClr val="accent1"/>
                </a:solidFill>
                <a:latin typeface="IBM Plex Sans Thin" panose="020B0203050203000203" pitchFamily="34" charset="0"/>
              </a:rPr>
            </a:br>
            <a:r>
              <a:rPr lang="en-GB">
                <a:solidFill>
                  <a:schemeClr val="accent1"/>
                </a:solidFill>
                <a:latin typeface="IBM Plex Sans Thin" panose="020B0203050203000203" pitchFamily="34" charset="0"/>
              </a:rPr>
              <a:t>Diagnostic Findings &amp; Transformation Roadmap</a:t>
            </a:r>
            <a:br>
              <a:rPr lang="en-GB">
                <a:solidFill>
                  <a:schemeClr val="accent1"/>
                </a:solidFill>
                <a:latin typeface="IBM Plex Sans Thin" panose="020B0203050203000203" pitchFamily="34" charset="0"/>
              </a:rPr>
            </a:br>
            <a:endParaRPr lang="en-GB" noProof="0">
              <a:solidFill>
                <a:schemeClr val="accent1"/>
              </a:solidFill>
              <a:latin typeface="IBM Plex Sans Thin" panose="020B0203050203000203" pitchFamily="34" charset="0"/>
            </a:endParaRPr>
          </a:p>
        </p:txBody>
      </p:sp>
    </p:spTree>
    <p:extLst>
      <p:ext uri="{BB962C8B-B14F-4D97-AF65-F5344CB8AC3E}">
        <p14:creationId xmlns:p14="http://schemas.microsoft.com/office/powerpoint/2010/main" val="271285553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EFA2B1-3BFE-F4FD-CBC3-44BBA3DC80AC}"/>
              </a:ext>
            </a:extLst>
          </p:cNvPr>
          <p:cNvSpPr>
            <a:spLocks noGrp="1"/>
          </p:cNvSpPr>
          <p:nvPr>
            <p:ph type="ftr" sz="quarter" idx="12"/>
          </p:nvPr>
        </p:nvSpPr>
        <p:spPr/>
        <p:txBody>
          <a:bodyPr/>
          <a:lstStyle/>
          <a:p>
            <a:r>
              <a:rPr lang="en-US"/>
              <a:t>IBM Consulting for Nestlé | IBM confidential</a:t>
            </a:r>
          </a:p>
        </p:txBody>
      </p:sp>
      <p:sp>
        <p:nvSpPr>
          <p:cNvPr id="4" name="Slide Number Placeholder 3">
            <a:extLst>
              <a:ext uri="{FF2B5EF4-FFF2-40B4-BE49-F238E27FC236}">
                <a16:creationId xmlns:a16="http://schemas.microsoft.com/office/drawing/2014/main" id="{7305F589-A5F3-C40B-E465-C02F72DC8F31}"/>
              </a:ext>
            </a:extLst>
          </p:cNvPr>
          <p:cNvSpPr>
            <a:spLocks noGrp="1"/>
          </p:cNvSpPr>
          <p:nvPr>
            <p:ph type="sldNum" sz="quarter" idx="4"/>
          </p:nvPr>
        </p:nvSpPr>
        <p:spPr/>
        <p:txBody>
          <a:bodyPr/>
          <a:lstStyle/>
          <a:p>
            <a:fld id="{86CB4B4D-7CA3-9044-876B-883B54F8677D}" type="slidenum">
              <a:rPr lang="en-US" smtClean="0"/>
              <a:pPr/>
              <a:t>2</a:t>
            </a:fld>
            <a:endParaRPr lang="en-US"/>
          </a:p>
        </p:txBody>
      </p:sp>
      <p:grpSp>
        <p:nvGrpSpPr>
          <p:cNvPr id="6" name="Group">
            <a:extLst>
              <a:ext uri="{FF2B5EF4-FFF2-40B4-BE49-F238E27FC236}">
                <a16:creationId xmlns:a16="http://schemas.microsoft.com/office/drawing/2014/main" id="{FC390C9E-48F9-0EDB-C563-BC9A318BAF80}"/>
              </a:ext>
            </a:extLst>
          </p:cNvPr>
          <p:cNvGrpSpPr/>
          <p:nvPr/>
        </p:nvGrpSpPr>
        <p:grpSpPr>
          <a:xfrm>
            <a:off x="7548000" y="4030319"/>
            <a:ext cx="13414438" cy="5655386"/>
            <a:chOff x="-2" y="211422"/>
            <a:chExt cx="13414436" cy="5655386"/>
          </a:xfrm>
        </p:grpSpPr>
        <p:sp>
          <p:nvSpPr>
            <p:cNvPr id="8" name="Introduction…">
              <a:extLst>
                <a:ext uri="{FF2B5EF4-FFF2-40B4-BE49-F238E27FC236}">
                  <a16:creationId xmlns:a16="http://schemas.microsoft.com/office/drawing/2014/main" id="{ED03CAED-A6FF-E690-6CF5-379E03C8A883}"/>
                </a:ext>
              </a:extLst>
            </p:cNvPr>
            <p:cNvSpPr/>
            <p:nvPr/>
          </p:nvSpPr>
          <p:spPr>
            <a:xfrm>
              <a:off x="-2" y="211422"/>
              <a:ext cx="13414436" cy="565538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67306" tIns="67306" rIns="67306" bIns="67306" numCol="1" anchor="ctr">
              <a:spAutoFit/>
            </a:bodyPr>
            <a:lstStyle/>
            <a:p>
              <a:pPr defTabSz="821530" hangingPunct="0">
                <a:spcBef>
                  <a:spcPts val="4000"/>
                </a:spcBef>
                <a:defRPr sz="2600">
                  <a:solidFill>
                    <a:srgbClr val="FFFFFF"/>
                  </a:solidFill>
                </a:defRPr>
              </a:pPr>
              <a:r>
                <a:rPr lang="en-US" sz="3200" kern="0">
                  <a:solidFill>
                    <a:schemeClr val="accent1"/>
                  </a:solidFill>
                  <a:latin typeface="IBM Plex Sans Thin" panose="020B0203050203000203" pitchFamily="34" charset="0"/>
                  <a:sym typeface="IBM Plex Sans"/>
                </a:rPr>
                <a:t>Executive Summary</a:t>
              </a:r>
            </a:p>
            <a:p>
              <a:pPr defTabSz="821530" hangingPunct="0">
                <a:spcBef>
                  <a:spcPts val="4000"/>
                </a:spcBef>
                <a:defRPr sz="2600">
                  <a:solidFill>
                    <a:srgbClr val="FFFFFF"/>
                  </a:solidFill>
                </a:defRPr>
              </a:pPr>
              <a:r>
                <a:rPr lang="en-US" sz="3200" kern="0">
                  <a:solidFill>
                    <a:schemeClr val="accent1"/>
                  </a:solidFill>
                  <a:latin typeface="IBM Plex Sans Thin" panose="020B0203050203000203" pitchFamily="34" charset="0"/>
                  <a:sym typeface="IBM Plex Sans"/>
                </a:rPr>
                <a:t>Current State Diagnosis</a:t>
              </a:r>
            </a:p>
            <a:p>
              <a:pPr defTabSz="821530" hangingPunct="0">
                <a:spcBef>
                  <a:spcPts val="4000"/>
                </a:spcBef>
                <a:defRPr sz="2600">
                  <a:solidFill>
                    <a:srgbClr val="FFFFFF"/>
                  </a:solidFill>
                </a:defRPr>
              </a:pPr>
              <a:r>
                <a:rPr lang="en-US" sz="3200" kern="0">
                  <a:solidFill>
                    <a:schemeClr val="accent1"/>
                  </a:solidFill>
                  <a:latin typeface="IBM Plex Sans Thin" panose="020B0203050203000203" pitchFamily="34" charset="0"/>
                  <a:sym typeface="IBM Plex Sans"/>
                </a:rPr>
                <a:t>Maturity &amp; DPO Assessment</a:t>
              </a:r>
            </a:p>
            <a:p>
              <a:pPr defTabSz="821530" hangingPunct="0">
                <a:spcBef>
                  <a:spcPts val="4000"/>
                </a:spcBef>
                <a:defRPr sz="2600">
                  <a:solidFill>
                    <a:srgbClr val="FFFFFF"/>
                  </a:solidFill>
                </a:defRPr>
              </a:pPr>
              <a:r>
                <a:rPr lang="en-US" sz="3200" kern="0">
                  <a:solidFill>
                    <a:schemeClr val="accent1"/>
                  </a:solidFill>
                  <a:latin typeface="IBM Plex Sans Thin" panose="020B0203050203000203" pitchFamily="34" charset="0"/>
                  <a:sym typeface="IBM Plex Sans"/>
                </a:rPr>
                <a:t>Transformation Roadmap</a:t>
              </a:r>
            </a:p>
            <a:p>
              <a:pPr defTabSz="821530" hangingPunct="0">
                <a:spcBef>
                  <a:spcPts val="4000"/>
                </a:spcBef>
                <a:defRPr sz="2600">
                  <a:solidFill>
                    <a:srgbClr val="FFFFFF"/>
                  </a:solidFill>
                </a:defRPr>
              </a:pPr>
              <a:r>
                <a:rPr lang="en-US" sz="3200" kern="0">
                  <a:solidFill>
                    <a:schemeClr val="accent1"/>
                  </a:solidFill>
                  <a:latin typeface="IBM Plex Sans Thin" panose="020B0203050203000203" pitchFamily="34" charset="0"/>
                  <a:sym typeface="IBM Plex Sans"/>
                </a:rPr>
                <a:t>IBM STP Technology</a:t>
              </a:r>
            </a:p>
            <a:p>
              <a:pPr defTabSz="821530" hangingPunct="0">
                <a:spcBef>
                  <a:spcPts val="4000"/>
                </a:spcBef>
                <a:defRPr sz="2600">
                  <a:solidFill>
                    <a:srgbClr val="FFFFFF"/>
                  </a:solidFill>
                </a:defRPr>
              </a:pPr>
              <a:r>
                <a:rPr lang="en-US" sz="3200" kern="0">
                  <a:solidFill>
                    <a:schemeClr val="accent1"/>
                  </a:solidFill>
                  <a:latin typeface="IBM Plex Sans Thin" panose="020B0203050203000203" pitchFamily="34" charset="0"/>
                  <a:sym typeface="IBM Plex Sans"/>
                </a:rPr>
                <a:t>Success Factors &amp; Next Steps</a:t>
              </a:r>
            </a:p>
          </p:txBody>
        </p:sp>
        <p:sp>
          <p:nvSpPr>
            <p:cNvPr id="9" name="p. 4…">
              <a:extLst>
                <a:ext uri="{FF2B5EF4-FFF2-40B4-BE49-F238E27FC236}">
                  <a16:creationId xmlns:a16="http://schemas.microsoft.com/office/drawing/2014/main" id="{8A4C9DA5-AC31-C4AE-2AE2-3729C1C2453A}"/>
                </a:ext>
              </a:extLst>
            </p:cNvPr>
            <p:cNvSpPr/>
            <p:nvPr/>
          </p:nvSpPr>
          <p:spPr>
            <a:xfrm>
              <a:off x="11751719" y="3445505"/>
              <a:ext cx="1270001" cy="1270001"/>
            </a:xfrm>
            <a:prstGeom prst="line">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67306" tIns="67306" rIns="67306" bIns="67306" numCol="1" anchor="ctr">
              <a:spAutoFit/>
            </a:bodyPr>
            <a:lstStyle/>
            <a:p>
              <a:pPr defTabSz="821530" hangingPunct="0">
                <a:spcBef>
                  <a:spcPts val="2800"/>
                </a:spcBef>
                <a:defRPr sz="2600">
                  <a:solidFill>
                    <a:srgbClr val="FFFFFF"/>
                  </a:solidFill>
                </a:defRPr>
              </a:pPr>
              <a:endParaRPr sz="3200" kern="0">
                <a:solidFill>
                  <a:srgbClr val="1F497D"/>
                </a:solidFill>
                <a:latin typeface="IBM Plex Sans"/>
                <a:sym typeface="IBM Plex Sans"/>
              </a:endParaRPr>
            </a:p>
          </p:txBody>
        </p:sp>
      </p:grpSp>
      <p:sp>
        <p:nvSpPr>
          <p:cNvPr id="11" name="[Title]">
            <a:extLst>
              <a:ext uri="{FF2B5EF4-FFF2-40B4-BE49-F238E27FC236}">
                <a16:creationId xmlns:a16="http://schemas.microsoft.com/office/drawing/2014/main" id="{AC0E9A0C-5257-5AA3-FFEA-6F826F32841D}"/>
              </a:ext>
            </a:extLst>
          </p:cNvPr>
          <p:cNvSpPr txBox="1"/>
          <p:nvPr/>
        </p:nvSpPr>
        <p:spPr>
          <a:xfrm>
            <a:off x="1703950" y="5650385"/>
            <a:ext cx="4089650" cy="154626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64614" tIns="64614" rIns="64614" bIns="64614">
            <a:spAutoFit/>
          </a:bodyPr>
          <a:lstStyle>
            <a:lvl1pPr algn="r" defTabSz="1371600">
              <a:spcBef>
                <a:spcPts val="0"/>
              </a:spcBef>
              <a:defRPr sz="4600">
                <a:solidFill>
                  <a:srgbClr val="FFFFFF"/>
                </a:solidFill>
                <a:latin typeface="IBM Plex Sans Light"/>
                <a:ea typeface="IBM Plex Sans Light"/>
                <a:cs typeface="IBM Plex Sans Light"/>
                <a:sym typeface="IBM Plex Sans Light"/>
              </a:defRPr>
            </a:lvl1pPr>
          </a:lstStyle>
          <a:p>
            <a:pPr hangingPunct="0">
              <a:defRPr/>
            </a:pPr>
            <a:r>
              <a:rPr lang="en-US" kern="0">
                <a:solidFill>
                  <a:schemeClr val="tx1"/>
                </a:solidFill>
              </a:rPr>
              <a:t>Table of Contents</a:t>
            </a:r>
            <a:endParaRPr kern="0">
              <a:solidFill>
                <a:schemeClr val="tx1"/>
              </a:solidFill>
            </a:endParaRPr>
          </a:p>
        </p:txBody>
      </p:sp>
      <p:sp>
        <p:nvSpPr>
          <p:cNvPr id="14" name="TextBox 13">
            <a:extLst>
              <a:ext uri="{FF2B5EF4-FFF2-40B4-BE49-F238E27FC236}">
                <a16:creationId xmlns:a16="http://schemas.microsoft.com/office/drawing/2014/main" id="{710FA511-DAC3-22F3-0C16-FF8CA94BF324}"/>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Agenda</a:t>
            </a:r>
          </a:p>
        </p:txBody>
      </p:sp>
      <p:cxnSp>
        <p:nvCxnSpPr>
          <p:cNvPr id="5" name="Straight Connector 4">
            <a:extLst>
              <a:ext uri="{FF2B5EF4-FFF2-40B4-BE49-F238E27FC236}">
                <a16:creationId xmlns:a16="http://schemas.microsoft.com/office/drawing/2014/main" id="{D702B05A-D9D8-3957-E6BF-B499CF3721DF}"/>
              </a:ext>
            </a:extLst>
          </p:cNvPr>
          <p:cNvCxnSpPr>
            <a:cxnSpLocks/>
          </p:cNvCxnSpPr>
          <p:nvPr/>
        </p:nvCxnSpPr>
        <p:spPr>
          <a:xfrm flipV="1">
            <a:off x="6799328" y="2193639"/>
            <a:ext cx="0" cy="10141526"/>
          </a:xfrm>
          <a:prstGeom prst="line">
            <a:avLst/>
          </a:prstGeom>
          <a:noFill/>
          <a:ln w="12700" cap="flat">
            <a:gradFill flip="none" rotWithShape="1">
              <a:gsLst>
                <a:gs pos="0">
                  <a:srgbClr val="536370">
                    <a:alpha val="0"/>
                  </a:srgbClr>
                </a:gs>
                <a:gs pos="98000">
                  <a:srgbClr val="536370">
                    <a:alpha val="0"/>
                  </a:srgbClr>
                </a:gs>
                <a:gs pos="53000">
                  <a:schemeClr val="accent1"/>
                </a:gs>
              </a:gsLst>
              <a:lin ang="5400000" scaled="0"/>
              <a:tileRect/>
            </a:gradFill>
            <a:prstDash val="solid"/>
            <a:round/>
          </a:ln>
          <a:effectLst/>
          <a:sp3d/>
        </p:spPr>
      </p:cxnSp>
    </p:spTree>
    <p:extLst>
      <p:ext uri="{BB962C8B-B14F-4D97-AF65-F5344CB8AC3E}">
        <p14:creationId xmlns:p14="http://schemas.microsoft.com/office/powerpoint/2010/main" val="176296626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
            <a:extLst>
              <a:ext uri="{FF2B5EF4-FFF2-40B4-BE49-F238E27FC236}">
                <a16:creationId xmlns:a16="http://schemas.microsoft.com/office/drawing/2014/main" id="{1D787D2E-AD58-7842-4A64-85D7F950210E}"/>
              </a:ext>
            </a:extLst>
          </p:cNvPr>
          <p:cNvSpPr txBox="1">
            <a:spLocks/>
          </p:cNvSpPr>
          <p:nvPr/>
        </p:nvSpPr>
        <p:spPr>
          <a:xfrm>
            <a:off x="57599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indent="-742950" defTabSz="2437912">
              <a:lnSpc>
                <a:spcPct val="110000"/>
              </a:lnSpc>
              <a:spcBef>
                <a:spcPts val="0"/>
              </a:spcBef>
              <a:buClr>
                <a:srgbClr val="0F62FE"/>
              </a:buClr>
              <a:buSzTx/>
              <a:buFont typeface="Wingdings" pitchFamily="2" charset="2"/>
              <a:buAutoNum type="arabicPeriod"/>
              <a:defRPr/>
            </a:pPr>
            <a:endParaRPr lang="en-US" sz="1800" kern="0">
              <a:ln>
                <a:noFill/>
              </a:ln>
              <a:solidFill>
                <a:srgbClr val="000000"/>
              </a:solidFill>
              <a:latin typeface="+mn-lt"/>
              <a:ea typeface="+mj-ea"/>
              <a:cs typeface="+mj-cs"/>
            </a:endParaRPr>
          </a:p>
        </p:txBody>
      </p:sp>
      <p:sp>
        <p:nvSpPr>
          <p:cNvPr id="5" name="Footer Placeholder 4">
            <a:extLst>
              <a:ext uri="{FF2B5EF4-FFF2-40B4-BE49-F238E27FC236}">
                <a16:creationId xmlns:a16="http://schemas.microsoft.com/office/drawing/2014/main" id="{116DB5E5-0768-2221-68CC-2648829EE106}"/>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9CA385E9-BCFA-5991-49F1-A709B7A535E2}"/>
              </a:ext>
            </a:extLst>
          </p:cNvPr>
          <p:cNvSpPr>
            <a:spLocks noGrp="1"/>
          </p:cNvSpPr>
          <p:nvPr>
            <p:ph type="sldNum" sz="quarter" idx="4"/>
          </p:nvPr>
        </p:nvSpPr>
        <p:spPr/>
        <p:txBody>
          <a:bodyPr/>
          <a:lstStyle/>
          <a:p>
            <a:fld id="{86CB4B4D-7CA3-9044-876B-883B54F8677D}" type="slidenum">
              <a:rPr lang="en-US" smtClean="0"/>
              <a:pPr/>
              <a:t>3</a:t>
            </a:fld>
            <a:endParaRPr lang="en-US"/>
          </a:p>
        </p:txBody>
      </p:sp>
      <p:sp>
        <p:nvSpPr>
          <p:cNvPr id="17" name="TextBox 16">
            <a:extLst>
              <a:ext uri="{FF2B5EF4-FFF2-40B4-BE49-F238E27FC236}">
                <a16:creationId xmlns:a16="http://schemas.microsoft.com/office/drawing/2014/main" id="{F0E081B4-DC1E-C21D-9E31-E4E10E539105}"/>
              </a:ext>
            </a:extLst>
          </p:cNvPr>
          <p:cNvSpPr txBox="1"/>
          <p:nvPr/>
        </p:nvSpPr>
        <p:spPr>
          <a:xfrm>
            <a:off x="946149" y="2530943"/>
            <a:ext cx="10972800" cy="492443"/>
          </a:xfrm>
          <a:prstGeom prst="rect">
            <a:avLst/>
          </a:prstGeom>
          <a:noFill/>
        </p:spPr>
        <p:txBody>
          <a:bodyPr wrap="square" lIns="0" tIns="0" rIns="0" bIns="0" anchor="ctr">
            <a:spAutoFit/>
          </a:bodyPr>
          <a:lstStyle/>
          <a:p>
            <a:pPr algn="l">
              <a:buNone/>
            </a:pPr>
            <a:r>
              <a:rPr sz="3200" b="1">
                <a:solidFill>
                  <a:schemeClr val="accent1"/>
                </a:solidFill>
              </a:rPr>
              <a:t>What This Document Is</a:t>
            </a:r>
          </a:p>
        </p:txBody>
      </p:sp>
      <p:sp>
        <p:nvSpPr>
          <p:cNvPr id="18" name="TextBox 17">
            <a:extLst>
              <a:ext uri="{FF2B5EF4-FFF2-40B4-BE49-F238E27FC236}">
                <a16:creationId xmlns:a16="http://schemas.microsoft.com/office/drawing/2014/main" id="{CD748723-71E1-79EB-246D-A01DE48F28AE}"/>
              </a:ext>
            </a:extLst>
          </p:cNvPr>
          <p:cNvSpPr txBox="1"/>
          <p:nvPr/>
        </p:nvSpPr>
        <p:spPr>
          <a:xfrm>
            <a:off x="946149" y="3069772"/>
            <a:ext cx="10972800" cy="3323987"/>
          </a:xfrm>
          <a:prstGeom prst="rect">
            <a:avLst/>
          </a:prstGeom>
          <a:noFill/>
        </p:spPr>
        <p:txBody>
          <a:bodyPr wrap="square" lIns="0" tIns="0" rIns="0" bIns="0" anchor="t">
            <a:spAutoFit/>
          </a:bodyPr>
          <a:lstStyle/>
          <a:p>
            <a:pPr marL="457200" indent="-457200">
              <a:spcAft>
                <a:spcPts val="800"/>
              </a:spcAft>
              <a:buClr>
                <a:schemeClr val="accent1"/>
              </a:buClr>
              <a:buFont typeface="Wingdings" pitchFamily="2" charset="2"/>
              <a:buChar char="§"/>
            </a:pPr>
            <a:r>
              <a:rPr lang="fr-CA" sz="2800">
                <a:solidFill>
                  <a:srgbClr val="161616"/>
                </a:solidFill>
              </a:rPr>
              <a:t>C</a:t>
            </a:r>
            <a:r>
              <a:rPr sz="2800" err="1">
                <a:solidFill>
                  <a:srgbClr val="161616"/>
                </a:solidFill>
              </a:rPr>
              <a:t>ulmination</a:t>
            </a:r>
            <a:r>
              <a:rPr sz="2800">
                <a:solidFill>
                  <a:srgbClr val="161616"/>
                </a:solidFill>
              </a:rPr>
              <a:t> of a focused 4-week transformation assessment</a:t>
            </a:r>
          </a:p>
          <a:p>
            <a:pPr marL="457200" indent="-457200">
              <a:spcAft>
                <a:spcPts val="800"/>
              </a:spcAft>
              <a:buClr>
                <a:schemeClr val="accent1"/>
              </a:buClr>
              <a:buFont typeface="Wingdings" pitchFamily="2" charset="2"/>
              <a:buChar char="§"/>
            </a:pPr>
            <a:r>
              <a:rPr sz="2800">
                <a:solidFill>
                  <a:srgbClr val="161616"/>
                </a:solidFill>
              </a:rPr>
              <a:t>Synthesizes Week 1 data identification, Week 2 analysis, Week 3 opportunity validation, and Week 4 roadmap sequencing</a:t>
            </a:r>
          </a:p>
          <a:p>
            <a:pPr marL="457200" indent="-457200">
              <a:spcAft>
                <a:spcPts val="800"/>
              </a:spcAft>
              <a:buClr>
                <a:schemeClr val="accent1"/>
              </a:buClr>
              <a:buFont typeface="Wingdings" pitchFamily="2" charset="2"/>
              <a:buChar char="§"/>
            </a:pPr>
            <a:r>
              <a:rPr sz="2800">
                <a:solidFill>
                  <a:srgbClr val="161616"/>
                </a:solidFill>
              </a:rPr>
              <a:t>Answers: "Why has automation not scaled despite multiple initiatives, and what should be stopped, changed, or added?"</a:t>
            </a:r>
          </a:p>
          <a:p>
            <a:pPr marL="457200" indent="-457200">
              <a:spcAft>
                <a:spcPts val="800"/>
              </a:spcAft>
              <a:buClr>
                <a:schemeClr val="accent1"/>
              </a:buClr>
              <a:buFont typeface="Wingdings" pitchFamily="2" charset="2"/>
              <a:buChar char="§"/>
            </a:pPr>
            <a:r>
              <a:rPr sz="2800">
                <a:solidFill>
                  <a:srgbClr val="161616"/>
                </a:solidFill>
              </a:rPr>
              <a:t>Two deliverables: Diagnostic Findings Report + Transformation Roadmap</a:t>
            </a:r>
          </a:p>
        </p:txBody>
      </p:sp>
      <p:sp>
        <p:nvSpPr>
          <p:cNvPr id="19" name="TextBox 18">
            <a:extLst>
              <a:ext uri="{FF2B5EF4-FFF2-40B4-BE49-F238E27FC236}">
                <a16:creationId xmlns:a16="http://schemas.microsoft.com/office/drawing/2014/main" id="{C6B46038-96E3-94C0-3BC3-2D2E8F1B60EC}"/>
              </a:ext>
            </a:extLst>
          </p:cNvPr>
          <p:cNvSpPr txBox="1"/>
          <p:nvPr/>
        </p:nvSpPr>
        <p:spPr>
          <a:xfrm>
            <a:off x="946149" y="6640661"/>
            <a:ext cx="10972800" cy="492443"/>
          </a:xfrm>
          <a:prstGeom prst="rect">
            <a:avLst/>
          </a:prstGeom>
          <a:noFill/>
        </p:spPr>
        <p:txBody>
          <a:bodyPr wrap="square" lIns="0" tIns="0" rIns="0" bIns="0" anchor="ctr">
            <a:spAutoFit/>
          </a:bodyPr>
          <a:lstStyle/>
          <a:p>
            <a:pPr algn="l">
              <a:buNone/>
            </a:pPr>
            <a:r>
              <a:rPr sz="3200" b="1">
                <a:solidFill>
                  <a:schemeClr val="accent1"/>
                </a:solidFill>
              </a:rPr>
              <a:t>Assessment Approach</a:t>
            </a:r>
          </a:p>
        </p:txBody>
      </p:sp>
      <p:sp>
        <p:nvSpPr>
          <p:cNvPr id="20" name="TextBox 19">
            <a:extLst>
              <a:ext uri="{FF2B5EF4-FFF2-40B4-BE49-F238E27FC236}">
                <a16:creationId xmlns:a16="http://schemas.microsoft.com/office/drawing/2014/main" id="{90FC06E1-5904-9DA6-5765-6B72966FCE52}"/>
              </a:ext>
            </a:extLst>
          </p:cNvPr>
          <p:cNvSpPr txBox="1"/>
          <p:nvPr/>
        </p:nvSpPr>
        <p:spPr>
          <a:xfrm>
            <a:off x="946149" y="7179490"/>
            <a:ext cx="10972800" cy="5150128"/>
          </a:xfrm>
          <a:prstGeom prst="rect">
            <a:avLst/>
          </a:prstGeom>
          <a:noFill/>
        </p:spPr>
        <p:txBody>
          <a:bodyPr wrap="square" lIns="0" tIns="0" rIns="0" bIns="0" anchor="t">
            <a:spAutoFit/>
          </a:bodyPr>
          <a:lstStyle/>
          <a:p>
            <a:pPr marL="457200" indent="-457200">
              <a:spcAft>
                <a:spcPts val="800"/>
              </a:spcAft>
              <a:buClr>
                <a:schemeClr val="accent1"/>
              </a:buClr>
              <a:buFont typeface="Wingdings" pitchFamily="2" charset="2"/>
              <a:buChar char="§"/>
            </a:pPr>
            <a:r>
              <a:rPr lang="fr-CA" sz="2800">
                <a:solidFill>
                  <a:srgbClr val="161616"/>
                </a:solidFill>
              </a:rPr>
              <a:t>8 </a:t>
            </a:r>
            <a:r>
              <a:rPr sz="2800">
                <a:solidFill>
                  <a:srgbClr val="161616"/>
                </a:solidFill>
              </a:rPr>
              <a:t>Deep-dive </a:t>
            </a:r>
            <a:r>
              <a:rPr lang="fr-CA" sz="2800" err="1">
                <a:solidFill>
                  <a:srgbClr val="161616"/>
                </a:solidFill>
              </a:rPr>
              <a:t>working</a:t>
            </a:r>
            <a:r>
              <a:rPr lang="fr-CA" sz="2800">
                <a:solidFill>
                  <a:srgbClr val="161616"/>
                </a:solidFill>
              </a:rPr>
              <a:t> sessions</a:t>
            </a:r>
            <a:r>
              <a:rPr sz="2800">
                <a:solidFill>
                  <a:srgbClr val="161616"/>
                </a:solidFill>
              </a:rPr>
              <a:t> with NBS AP operations</a:t>
            </a:r>
            <a:r>
              <a:rPr lang="fr-CA" sz="2800">
                <a:solidFill>
                  <a:srgbClr val="161616"/>
                </a:solidFill>
              </a:rPr>
              <a:t> and </a:t>
            </a:r>
            <a:r>
              <a:rPr sz="2800">
                <a:solidFill>
                  <a:srgbClr val="161616"/>
                </a:solidFill>
              </a:rPr>
              <a:t>IT</a:t>
            </a:r>
            <a:r>
              <a:rPr lang="fr-CA" sz="2800">
                <a:solidFill>
                  <a:srgbClr val="161616"/>
                </a:solidFill>
              </a:rPr>
              <a:t> stakeholders to </a:t>
            </a:r>
          </a:p>
          <a:p>
            <a:pPr marL="457200" indent="-457200">
              <a:spcAft>
                <a:spcPts val="800"/>
              </a:spcAft>
              <a:buClr>
                <a:schemeClr val="accent1"/>
              </a:buClr>
              <a:buFont typeface="Wingdings" pitchFamily="2" charset="2"/>
              <a:buChar char="§"/>
            </a:pPr>
            <a:r>
              <a:rPr lang="fr-CA" sz="2800" err="1">
                <a:solidFill>
                  <a:srgbClr val="161616"/>
                </a:solidFill>
              </a:rPr>
              <a:t>Analyzed</a:t>
            </a:r>
            <a:r>
              <a:rPr lang="fr-CA" sz="2800">
                <a:solidFill>
                  <a:srgbClr val="161616"/>
                </a:solidFill>
              </a:rPr>
              <a:t> </a:t>
            </a:r>
            <a:r>
              <a:rPr lang="fr-CA" sz="2800" err="1">
                <a:solidFill>
                  <a:srgbClr val="161616"/>
                </a:solidFill>
              </a:rPr>
              <a:t>invoice</a:t>
            </a:r>
            <a:r>
              <a:rPr lang="fr-CA" sz="2800">
                <a:solidFill>
                  <a:srgbClr val="161616"/>
                </a:solidFill>
              </a:rPr>
              <a:t> volumes, formats, exception types, and </a:t>
            </a:r>
            <a:r>
              <a:rPr lang="fr-CA" sz="2800" err="1">
                <a:solidFill>
                  <a:srgbClr val="161616"/>
                </a:solidFill>
              </a:rPr>
              <a:t>rework</a:t>
            </a:r>
            <a:r>
              <a:rPr lang="fr-CA" sz="2800">
                <a:solidFill>
                  <a:srgbClr val="161616"/>
                </a:solidFill>
              </a:rPr>
              <a:t> patterns </a:t>
            </a:r>
            <a:r>
              <a:rPr lang="fr-CA" sz="2800" err="1">
                <a:solidFill>
                  <a:srgbClr val="161616"/>
                </a:solidFill>
              </a:rPr>
              <a:t>across</a:t>
            </a:r>
            <a:r>
              <a:rPr lang="fr-CA" sz="2800">
                <a:solidFill>
                  <a:srgbClr val="161616"/>
                </a:solidFill>
              </a:rPr>
              <a:t> </a:t>
            </a:r>
            <a:r>
              <a:rPr lang="fr-CA" sz="2800" err="1">
                <a:solidFill>
                  <a:srgbClr val="161616"/>
                </a:solidFill>
              </a:rPr>
              <a:t>markets</a:t>
            </a:r>
            <a:r>
              <a:rPr lang="fr-CA" sz="2800">
                <a:solidFill>
                  <a:srgbClr val="161616"/>
                </a:solidFill>
              </a:rPr>
              <a:t> to </a:t>
            </a:r>
            <a:r>
              <a:rPr lang="fr-CA" sz="2800" err="1">
                <a:solidFill>
                  <a:srgbClr val="161616"/>
                </a:solidFill>
              </a:rPr>
              <a:t>identify</a:t>
            </a:r>
            <a:r>
              <a:rPr lang="fr-CA" sz="2800">
                <a:solidFill>
                  <a:srgbClr val="161616"/>
                </a:solidFill>
              </a:rPr>
              <a:t> </a:t>
            </a:r>
            <a:r>
              <a:rPr lang="fr-CA" sz="2800" err="1">
                <a:solidFill>
                  <a:srgbClr val="161616"/>
                </a:solidFill>
              </a:rPr>
              <a:t>where</a:t>
            </a:r>
            <a:r>
              <a:rPr lang="fr-CA" sz="2800">
                <a:solidFill>
                  <a:srgbClr val="161616"/>
                </a:solidFill>
              </a:rPr>
              <a:t> AP effort </a:t>
            </a:r>
            <a:r>
              <a:rPr lang="fr-CA" sz="2800" err="1">
                <a:solidFill>
                  <a:srgbClr val="161616"/>
                </a:solidFill>
              </a:rPr>
              <a:t>is</a:t>
            </a:r>
            <a:r>
              <a:rPr lang="fr-CA" sz="2800">
                <a:solidFill>
                  <a:srgbClr val="161616"/>
                </a:solidFill>
              </a:rPr>
              <a:t> </a:t>
            </a:r>
            <a:r>
              <a:rPr lang="fr-CA" sz="2800" err="1">
                <a:solidFill>
                  <a:srgbClr val="161616"/>
                </a:solidFill>
              </a:rPr>
              <a:t>actually</a:t>
            </a:r>
            <a:r>
              <a:rPr lang="fr-CA" sz="2800">
                <a:solidFill>
                  <a:srgbClr val="161616"/>
                </a:solidFill>
              </a:rPr>
              <a:t> </a:t>
            </a:r>
            <a:r>
              <a:rPr lang="fr-CA" sz="2800" err="1">
                <a:solidFill>
                  <a:srgbClr val="161616"/>
                </a:solidFill>
              </a:rPr>
              <a:t>consumed</a:t>
            </a:r>
            <a:r>
              <a:rPr lang="fr-CA" sz="2800">
                <a:solidFill>
                  <a:srgbClr val="161616"/>
                </a:solidFill>
              </a:rPr>
              <a:t> versus </a:t>
            </a:r>
            <a:r>
              <a:rPr lang="fr-CA" sz="2800" err="1">
                <a:solidFill>
                  <a:srgbClr val="161616"/>
                </a:solidFill>
              </a:rPr>
              <a:t>where</a:t>
            </a:r>
            <a:r>
              <a:rPr lang="fr-CA" sz="2800">
                <a:solidFill>
                  <a:srgbClr val="161616"/>
                </a:solidFill>
              </a:rPr>
              <a:t> automation </a:t>
            </a:r>
            <a:r>
              <a:rPr lang="fr-CA" sz="2800" err="1">
                <a:solidFill>
                  <a:srgbClr val="161616"/>
                </a:solidFill>
              </a:rPr>
              <a:t>was</a:t>
            </a:r>
            <a:r>
              <a:rPr lang="fr-CA" sz="2800">
                <a:solidFill>
                  <a:srgbClr val="161616"/>
                </a:solidFill>
              </a:rPr>
              <a:t> </a:t>
            </a:r>
            <a:r>
              <a:rPr lang="fr-CA" sz="2800" err="1">
                <a:solidFill>
                  <a:srgbClr val="161616"/>
                </a:solidFill>
              </a:rPr>
              <a:t>expected</a:t>
            </a:r>
            <a:r>
              <a:rPr lang="fr-CA" sz="2800">
                <a:solidFill>
                  <a:srgbClr val="161616"/>
                </a:solidFill>
              </a:rPr>
              <a:t> to </a:t>
            </a:r>
            <a:r>
              <a:rPr lang="fr-CA" sz="2800" err="1">
                <a:solidFill>
                  <a:srgbClr val="161616"/>
                </a:solidFill>
              </a:rPr>
              <a:t>work</a:t>
            </a:r>
            <a:endParaRPr lang="fr-CA" sz="2800">
              <a:solidFill>
                <a:srgbClr val="161616"/>
              </a:solidFill>
            </a:endParaRPr>
          </a:p>
          <a:p>
            <a:pPr marL="457200" indent="-457200">
              <a:spcAft>
                <a:spcPts val="800"/>
              </a:spcAft>
              <a:buClr>
                <a:schemeClr val="accent1"/>
              </a:buClr>
              <a:buFont typeface="Wingdings" pitchFamily="2" charset="2"/>
              <a:buChar char="§"/>
            </a:pPr>
            <a:r>
              <a:rPr lang="fr-CA" sz="2800" err="1">
                <a:solidFill>
                  <a:srgbClr val="161616"/>
                </a:solidFill>
              </a:rPr>
              <a:t>Reviewed</a:t>
            </a:r>
            <a:r>
              <a:rPr lang="fr-CA" sz="2800">
                <a:solidFill>
                  <a:srgbClr val="161616"/>
                </a:solidFill>
              </a:rPr>
              <a:t> PO, Non‑PO, OCR, e‑</a:t>
            </a:r>
            <a:r>
              <a:rPr lang="fr-CA" sz="2800" err="1">
                <a:solidFill>
                  <a:srgbClr val="161616"/>
                </a:solidFill>
              </a:rPr>
              <a:t>invoicing</a:t>
            </a:r>
            <a:r>
              <a:rPr lang="fr-CA" sz="2800">
                <a:solidFill>
                  <a:srgbClr val="161616"/>
                </a:solidFill>
              </a:rPr>
              <a:t>, GR, </a:t>
            </a:r>
            <a:r>
              <a:rPr lang="fr-CA" sz="2800" err="1">
                <a:solidFill>
                  <a:srgbClr val="161616"/>
                </a:solidFill>
              </a:rPr>
              <a:t>tax</a:t>
            </a:r>
            <a:r>
              <a:rPr lang="fr-CA" sz="2800">
                <a:solidFill>
                  <a:srgbClr val="161616"/>
                </a:solidFill>
              </a:rPr>
              <a:t>, and </a:t>
            </a:r>
            <a:r>
              <a:rPr lang="fr-CA" sz="2800" err="1">
                <a:solidFill>
                  <a:srgbClr val="161616"/>
                </a:solidFill>
              </a:rPr>
              <a:t>reconciliation</a:t>
            </a:r>
            <a:r>
              <a:rPr lang="fr-CA" sz="2800">
                <a:solidFill>
                  <a:srgbClr val="161616"/>
                </a:solidFill>
              </a:rPr>
              <a:t> flows in SAP and </a:t>
            </a:r>
            <a:r>
              <a:rPr lang="fr-CA" sz="2800" err="1">
                <a:solidFill>
                  <a:srgbClr val="161616"/>
                </a:solidFill>
              </a:rPr>
              <a:t>surrounding</a:t>
            </a:r>
            <a:r>
              <a:rPr lang="fr-CA" sz="2800">
                <a:solidFill>
                  <a:srgbClr val="161616"/>
                </a:solidFill>
              </a:rPr>
              <a:t> </a:t>
            </a:r>
            <a:r>
              <a:rPr lang="fr-CA" sz="2800" err="1">
                <a:solidFill>
                  <a:srgbClr val="161616"/>
                </a:solidFill>
              </a:rPr>
              <a:t>tools</a:t>
            </a:r>
            <a:r>
              <a:rPr lang="fr-CA" sz="2800">
                <a:solidFill>
                  <a:srgbClr val="161616"/>
                </a:solidFill>
              </a:rPr>
              <a:t> to </a:t>
            </a:r>
            <a:r>
              <a:rPr lang="fr-CA" sz="2800" err="1">
                <a:solidFill>
                  <a:srgbClr val="161616"/>
                </a:solidFill>
              </a:rPr>
              <a:t>pinpoint</a:t>
            </a:r>
            <a:r>
              <a:rPr lang="fr-CA" sz="2800">
                <a:solidFill>
                  <a:srgbClr val="161616"/>
                </a:solidFill>
              </a:rPr>
              <a:t> </a:t>
            </a:r>
            <a:r>
              <a:rPr lang="fr-CA" sz="2800" err="1">
                <a:solidFill>
                  <a:srgbClr val="161616"/>
                </a:solidFill>
              </a:rPr>
              <a:t>where</a:t>
            </a:r>
            <a:r>
              <a:rPr lang="fr-CA" sz="2800">
                <a:solidFill>
                  <a:srgbClr val="161616"/>
                </a:solidFill>
              </a:rPr>
              <a:t> </a:t>
            </a:r>
            <a:r>
              <a:rPr lang="fr-CA" sz="2800" err="1">
                <a:solidFill>
                  <a:srgbClr val="161616"/>
                </a:solidFill>
              </a:rPr>
              <a:t>human</a:t>
            </a:r>
            <a:r>
              <a:rPr lang="fr-CA" sz="2800">
                <a:solidFill>
                  <a:srgbClr val="161616"/>
                </a:solidFill>
              </a:rPr>
              <a:t> intervention </a:t>
            </a:r>
            <a:r>
              <a:rPr lang="fr-CA" sz="2800" err="1">
                <a:solidFill>
                  <a:srgbClr val="161616"/>
                </a:solidFill>
              </a:rPr>
              <a:t>is</a:t>
            </a:r>
            <a:r>
              <a:rPr lang="fr-CA" sz="2800">
                <a:solidFill>
                  <a:srgbClr val="161616"/>
                </a:solidFill>
              </a:rPr>
              <a:t> </a:t>
            </a:r>
            <a:r>
              <a:rPr lang="fr-CA" sz="2800" err="1">
                <a:solidFill>
                  <a:srgbClr val="161616"/>
                </a:solidFill>
              </a:rPr>
              <a:t>structurally</a:t>
            </a:r>
            <a:r>
              <a:rPr lang="fr-CA" sz="2800">
                <a:solidFill>
                  <a:srgbClr val="161616"/>
                </a:solidFill>
              </a:rPr>
              <a:t> </a:t>
            </a:r>
            <a:r>
              <a:rPr lang="fr-CA" sz="2800" err="1">
                <a:solidFill>
                  <a:srgbClr val="161616"/>
                </a:solidFill>
              </a:rPr>
              <a:t>required</a:t>
            </a:r>
            <a:endParaRPr lang="fr-CA" sz="2800">
              <a:solidFill>
                <a:srgbClr val="161616"/>
              </a:solidFill>
            </a:endParaRPr>
          </a:p>
          <a:p>
            <a:pPr marL="457200" indent="-457200">
              <a:spcAft>
                <a:spcPts val="800"/>
              </a:spcAft>
              <a:buClr>
                <a:schemeClr val="accent1"/>
              </a:buClr>
              <a:buFont typeface="Wingdings" pitchFamily="2" charset="2"/>
              <a:buChar char="§"/>
            </a:pPr>
            <a:r>
              <a:rPr lang="fr-CA" sz="2800" err="1">
                <a:solidFill>
                  <a:srgbClr val="161616"/>
                </a:solidFill>
              </a:rPr>
              <a:t>Identified</a:t>
            </a:r>
            <a:r>
              <a:rPr lang="fr-CA" sz="2800">
                <a:solidFill>
                  <a:srgbClr val="161616"/>
                </a:solidFill>
              </a:rPr>
              <a:t> </a:t>
            </a:r>
            <a:r>
              <a:rPr lang="fr-CA" sz="2800" err="1">
                <a:solidFill>
                  <a:srgbClr val="161616"/>
                </a:solidFill>
              </a:rPr>
              <a:t>recurring</a:t>
            </a:r>
            <a:r>
              <a:rPr lang="fr-CA" sz="2800">
                <a:solidFill>
                  <a:srgbClr val="161616"/>
                </a:solidFill>
              </a:rPr>
              <a:t> pain points, </a:t>
            </a:r>
            <a:r>
              <a:rPr lang="fr-CA" sz="2800" err="1">
                <a:solidFill>
                  <a:srgbClr val="161616"/>
                </a:solidFill>
              </a:rPr>
              <a:t>focusing</a:t>
            </a:r>
            <a:r>
              <a:rPr lang="fr-CA" sz="2800">
                <a:solidFill>
                  <a:srgbClr val="161616"/>
                </a:solidFill>
              </a:rPr>
              <a:t> on process design, </a:t>
            </a:r>
            <a:r>
              <a:rPr lang="fr-CA" sz="2800" err="1">
                <a:solidFill>
                  <a:srgbClr val="161616"/>
                </a:solidFill>
              </a:rPr>
              <a:t>policy</a:t>
            </a:r>
            <a:r>
              <a:rPr lang="fr-CA" sz="2800">
                <a:solidFill>
                  <a:srgbClr val="161616"/>
                </a:solidFill>
              </a:rPr>
              <a:t> </a:t>
            </a:r>
            <a:r>
              <a:rPr lang="fr-CA" sz="2800" err="1">
                <a:solidFill>
                  <a:srgbClr val="161616"/>
                </a:solidFill>
              </a:rPr>
              <a:t>enforcement</a:t>
            </a:r>
            <a:r>
              <a:rPr lang="fr-CA" sz="2800">
                <a:solidFill>
                  <a:srgbClr val="161616"/>
                </a:solidFill>
              </a:rPr>
              <a:t>, data </a:t>
            </a:r>
            <a:r>
              <a:rPr lang="fr-CA" sz="2800" err="1">
                <a:solidFill>
                  <a:srgbClr val="161616"/>
                </a:solidFill>
              </a:rPr>
              <a:t>quality</a:t>
            </a:r>
            <a:r>
              <a:rPr lang="fr-CA" sz="2800">
                <a:solidFill>
                  <a:srgbClr val="161616"/>
                </a:solidFill>
              </a:rPr>
              <a:t>, and </a:t>
            </a:r>
            <a:r>
              <a:rPr lang="fr-CA" sz="2800" err="1">
                <a:solidFill>
                  <a:srgbClr val="161616"/>
                </a:solidFill>
              </a:rPr>
              <a:t>ownership</a:t>
            </a:r>
            <a:endParaRPr lang="fr-CA" sz="2800">
              <a:solidFill>
                <a:srgbClr val="161616"/>
              </a:solidFill>
            </a:endParaRPr>
          </a:p>
          <a:p>
            <a:pPr marL="457200" indent="-457200">
              <a:spcAft>
                <a:spcPts val="800"/>
              </a:spcAft>
              <a:buClr>
                <a:schemeClr val="accent1"/>
              </a:buClr>
              <a:buFont typeface="Wingdings" pitchFamily="2" charset="2"/>
              <a:buChar char="§"/>
            </a:pPr>
            <a:endParaRPr lang="fr-CA" sz="2800">
              <a:solidFill>
                <a:srgbClr val="161616"/>
              </a:solidFill>
            </a:endParaRPr>
          </a:p>
        </p:txBody>
      </p:sp>
      <p:sp>
        <p:nvSpPr>
          <p:cNvPr id="21" name="TextBox 20">
            <a:extLst>
              <a:ext uri="{FF2B5EF4-FFF2-40B4-BE49-F238E27FC236}">
                <a16:creationId xmlns:a16="http://schemas.microsoft.com/office/drawing/2014/main" id="{747EFFA1-EECE-1505-9169-B69AA4928B50}"/>
              </a:ext>
            </a:extLst>
          </p:cNvPr>
          <p:cNvSpPr txBox="1"/>
          <p:nvPr/>
        </p:nvSpPr>
        <p:spPr>
          <a:xfrm>
            <a:off x="12650469" y="2530943"/>
            <a:ext cx="10972800" cy="492443"/>
          </a:xfrm>
          <a:prstGeom prst="rect">
            <a:avLst/>
          </a:prstGeom>
          <a:noFill/>
        </p:spPr>
        <p:txBody>
          <a:bodyPr wrap="square" lIns="0" tIns="0" rIns="0" bIns="0" anchor="ctr">
            <a:spAutoFit/>
          </a:bodyPr>
          <a:lstStyle/>
          <a:p>
            <a:pPr algn="l">
              <a:buNone/>
            </a:pPr>
            <a:r>
              <a:rPr sz="3200" b="1">
                <a:solidFill>
                  <a:schemeClr val="accent1"/>
                </a:solidFill>
              </a:rPr>
              <a:t>4-Week Timeline</a:t>
            </a:r>
          </a:p>
        </p:txBody>
      </p:sp>
      <p:graphicFrame>
        <p:nvGraphicFramePr>
          <p:cNvPr id="22" name="Table 21">
            <a:extLst>
              <a:ext uri="{FF2B5EF4-FFF2-40B4-BE49-F238E27FC236}">
                <a16:creationId xmlns:a16="http://schemas.microsoft.com/office/drawing/2014/main" id="{6A20F83C-0B1B-5809-89C4-36778C7F99B1}"/>
              </a:ext>
            </a:extLst>
          </p:cNvPr>
          <p:cNvGraphicFramePr>
            <a:graphicFrameLocks noGrp="1"/>
          </p:cNvGraphicFramePr>
          <p:nvPr>
            <p:extLst>
              <p:ext uri="{D42A27DB-BD31-4B8C-83A1-F6EECF244321}">
                <p14:modId xmlns:p14="http://schemas.microsoft.com/office/powerpoint/2010/main" val="454634812"/>
              </p:ext>
            </p:extLst>
          </p:nvPr>
        </p:nvGraphicFramePr>
        <p:xfrm>
          <a:off x="12650469" y="3069771"/>
          <a:ext cx="10972800" cy="2633472"/>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961120">
                  <a:extLst>
                    <a:ext uri="{9D8B030D-6E8A-4147-A177-3AD203B41FA5}">
                      <a16:colId xmlns:a16="http://schemas.microsoft.com/office/drawing/2014/main" val="20001"/>
                    </a:ext>
                  </a:extLst>
                </a:gridCol>
              </a:tblGrid>
              <a:tr h="658368">
                <a:tc>
                  <a:txBody>
                    <a:bodyPr/>
                    <a:lstStyle/>
                    <a:p>
                      <a:pPr algn="ctr"/>
                      <a:r>
                        <a:rPr sz="2200" b="0">
                          <a:solidFill>
                            <a:srgbClr val="FFFFFF"/>
                          </a:solidFill>
                          <a:latin typeface="+mn-lt"/>
                        </a:rPr>
                        <a:t>Week 1</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sz="2200" b="0">
                          <a:solidFill>
                            <a:srgbClr val="161616"/>
                          </a:solidFill>
                          <a:latin typeface="+mn-lt"/>
                        </a:rPr>
                        <a:t>Data identification &amp; initial discovery</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658368">
                <a:tc>
                  <a:txBody>
                    <a:bodyPr/>
                    <a:lstStyle/>
                    <a:p>
                      <a:pPr algn="ctr"/>
                      <a:r>
                        <a:rPr sz="2200" b="0">
                          <a:solidFill>
                            <a:srgbClr val="FFFFFF"/>
                          </a:solidFill>
                          <a:latin typeface="+mn-lt"/>
                        </a:rPr>
                        <a:t>Week 2</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sz="2200" b="0">
                          <a:solidFill>
                            <a:srgbClr val="161616"/>
                          </a:solidFill>
                          <a:latin typeface="+mn-lt"/>
                        </a:rPr>
                        <a:t>Analysis &amp; root cause diagnosis</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658368">
                <a:tc>
                  <a:txBody>
                    <a:bodyPr/>
                    <a:lstStyle/>
                    <a:p>
                      <a:pPr algn="ctr"/>
                      <a:r>
                        <a:rPr sz="2200" b="0">
                          <a:solidFill>
                            <a:srgbClr val="FFFFFF"/>
                          </a:solidFill>
                          <a:latin typeface="+mn-lt"/>
                        </a:rPr>
                        <a:t>Week 3</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sz="2200" b="0">
                          <a:solidFill>
                            <a:srgbClr val="161616"/>
                          </a:solidFill>
                          <a:latin typeface="+mn-lt"/>
                        </a:rPr>
                        <a:t>Opportunity validation &amp; decision framing</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658368">
                <a:tc>
                  <a:txBody>
                    <a:bodyPr/>
                    <a:lstStyle/>
                    <a:p>
                      <a:pPr algn="ctr"/>
                      <a:r>
                        <a:rPr sz="2200" b="0">
                          <a:solidFill>
                            <a:srgbClr val="FFFFFF"/>
                          </a:solidFill>
                          <a:latin typeface="+mn-lt"/>
                        </a:rPr>
                        <a:t>Week 4</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sz="2200" b="0">
                          <a:solidFill>
                            <a:srgbClr val="161616"/>
                          </a:solidFill>
                          <a:latin typeface="+mn-lt"/>
                        </a:rPr>
                        <a:t>Roadmap sequencing &amp; executive readout</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sp>
        <p:nvSpPr>
          <p:cNvPr id="23" name="Rectangle 22">
            <a:extLst>
              <a:ext uri="{FF2B5EF4-FFF2-40B4-BE49-F238E27FC236}">
                <a16:creationId xmlns:a16="http://schemas.microsoft.com/office/drawing/2014/main" id="{CF4E8A41-40C1-AB25-F40A-A1538688519E}"/>
              </a:ext>
            </a:extLst>
          </p:cNvPr>
          <p:cNvSpPr/>
          <p:nvPr/>
        </p:nvSpPr>
        <p:spPr>
          <a:xfrm>
            <a:off x="12650469" y="6910251"/>
            <a:ext cx="146304" cy="2834640"/>
          </a:xfrm>
          <a:prstGeom prst="rect">
            <a:avLst/>
          </a:prstGeom>
          <a:solidFill>
            <a:srgbClr val="0F62FE"/>
          </a:solidFill>
          <a:ln>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600"/>
          </a:p>
        </p:txBody>
      </p:sp>
      <p:sp>
        <p:nvSpPr>
          <p:cNvPr id="24" name="Rectangle 23">
            <a:extLst>
              <a:ext uri="{FF2B5EF4-FFF2-40B4-BE49-F238E27FC236}">
                <a16:creationId xmlns:a16="http://schemas.microsoft.com/office/drawing/2014/main" id="{0C8FE965-B703-EF59-9089-6D89ECF7CBC8}"/>
              </a:ext>
            </a:extLst>
          </p:cNvPr>
          <p:cNvSpPr/>
          <p:nvPr/>
        </p:nvSpPr>
        <p:spPr>
          <a:xfrm>
            <a:off x="12796773" y="6910251"/>
            <a:ext cx="10826496" cy="2834640"/>
          </a:xfrm>
          <a:prstGeom prst="rect">
            <a:avLst/>
          </a:prstGeom>
          <a:solidFill>
            <a:srgbClr val="EDF5FF"/>
          </a:solidFill>
          <a:ln>
            <a:solidFill>
              <a:srgbClr val="EDF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600"/>
          </a:p>
        </p:txBody>
      </p:sp>
      <p:sp>
        <p:nvSpPr>
          <p:cNvPr id="25" name="TextBox 24">
            <a:extLst>
              <a:ext uri="{FF2B5EF4-FFF2-40B4-BE49-F238E27FC236}">
                <a16:creationId xmlns:a16="http://schemas.microsoft.com/office/drawing/2014/main" id="{98E93054-E081-0035-418B-13AAD8981EC3}"/>
              </a:ext>
            </a:extLst>
          </p:cNvPr>
          <p:cNvSpPr txBox="1"/>
          <p:nvPr/>
        </p:nvSpPr>
        <p:spPr>
          <a:xfrm>
            <a:off x="13052805" y="7342689"/>
            <a:ext cx="10387584" cy="1969770"/>
          </a:xfrm>
          <a:prstGeom prst="rect">
            <a:avLst/>
          </a:prstGeom>
          <a:noFill/>
        </p:spPr>
        <p:txBody>
          <a:bodyPr wrap="square" lIns="0" tIns="0" rIns="0" bIns="0" anchor="ctr">
            <a:spAutoFit/>
          </a:bodyPr>
          <a:lstStyle/>
          <a:p>
            <a:pPr algn="l">
              <a:buNone/>
            </a:pPr>
            <a:r>
              <a:rPr lang="fr-CA" sz="3200" b="1" err="1">
                <a:solidFill>
                  <a:srgbClr val="161616"/>
                </a:solidFill>
              </a:rPr>
              <a:t>Outcome</a:t>
            </a:r>
            <a:r>
              <a:rPr sz="3200" b="1">
                <a:solidFill>
                  <a:srgbClr val="161616"/>
                </a:solidFill>
              </a:rPr>
              <a:t>:</a:t>
            </a:r>
            <a:r>
              <a:rPr sz="3200">
                <a:solidFill>
                  <a:srgbClr val="161616"/>
                </a:solidFill>
              </a:rPr>
              <a:t> </a:t>
            </a:r>
            <a:r>
              <a:rPr lang="fr-CA" sz="3200">
                <a:solidFill>
                  <a:srgbClr val="161616"/>
                </a:solidFill>
              </a:rPr>
              <a:t>A </a:t>
            </a:r>
            <a:r>
              <a:rPr sz="3200">
                <a:solidFill>
                  <a:srgbClr val="161616"/>
                </a:solidFill>
              </a:rPr>
              <a:t>prioritized roadmap with near-, mid-, and longer-term actions, clear ownership, dependencies, and critical success factors derived from all prior weeks' findings.</a:t>
            </a:r>
          </a:p>
        </p:txBody>
      </p:sp>
      <p:sp>
        <p:nvSpPr>
          <p:cNvPr id="27" name="TextBox 26">
            <a:extLst>
              <a:ext uri="{FF2B5EF4-FFF2-40B4-BE49-F238E27FC236}">
                <a16:creationId xmlns:a16="http://schemas.microsoft.com/office/drawing/2014/main" id="{74BE3BD8-E7B1-9D50-1F2F-3D68FA6027D7}"/>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Context &amp; Purpose</a:t>
            </a:r>
          </a:p>
        </p:txBody>
      </p:sp>
      <p:sp>
        <p:nvSpPr>
          <p:cNvPr id="28" name="Text Placeholder 6">
            <a:extLst>
              <a:ext uri="{FF2B5EF4-FFF2-40B4-BE49-F238E27FC236}">
                <a16:creationId xmlns:a16="http://schemas.microsoft.com/office/drawing/2014/main" id="{31982FC5-AFBC-7DF6-2815-CE2365A4CA5E}"/>
              </a:ext>
            </a:extLst>
          </p:cNvPr>
          <p:cNvSpPr txBox="1">
            <a:spLocks/>
          </p:cNvSpPr>
          <p:nvPr/>
        </p:nvSpPr>
        <p:spPr>
          <a:xfrm>
            <a:off x="569838" y="1280250"/>
            <a:ext cx="22581118" cy="441224"/>
          </a:xfrm>
          <a:prstGeom prst="rect">
            <a:avLst/>
          </a:prstGeom>
        </p:spPr>
        <p:txBody>
          <a:bodyPr vert="horz" lIns="0" tIns="0" rIns="0" bIns="0" rtlCol="0" anchor="t">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1828434">
              <a:spcBef>
                <a:spcPts val="2934"/>
              </a:spcBef>
              <a:defRPr/>
            </a:pPr>
            <a:r>
              <a:rPr lang="en-US" sz="2800" kern="0">
                <a:latin typeface="IBM Plex Sans Light"/>
                <a:sym typeface="IBM Plex Sans Light"/>
              </a:rPr>
              <a:t>Background, objectives, and boundaries of the Accounts Payable assessment</a:t>
            </a:r>
          </a:p>
        </p:txBody>
      </p:sp>
      <p:sp>
        <p:nvSpPr>
          <p:cNvPr id="29" name="Down Arrow 28">
            <a:extLst>
              <a:ext uri="{FF2B5EF4-FFF2-40B4-BE49-F238E27FC236}">
                <a16:creationId xmlns:a16="http://schemas.microsoft.com/office/drawing/2014/main" id="{B10630AF-3F04-9296-1A37-E9C1D45B95E2}"/>
              </a:ext>
            </a:extLst>
          </p:cNvPr>
          <p:cNvSpPr/>
          <p:nvPr/>
        </p:nvSpPr>
        <p:spPr bwMode="auto">
          <a:xfrm>
            <a:off x="17112343" y="6102690"/>
            <a:ext cx="2258946" cy="468706"/>
          </a:xfrm>
          <a:prstGeom prst="downArrow">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Tree>
    <p:extLst>
      <p:ext uri="{BB962C8B-B14F-4D97-AF65-F5344CB8AC3E}">
        <p14:creationId xmlns:p14="http://schemas.microsoft.com/office/powerpoint/2010/main" val="40973148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AC43-BA9D-6B53-EDB8-5DBF776C87A8}"/>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8C18A628-7311-0C43-DF37-CBC80E9B8B5D}"/>
              </a:ext>
            </a:extLst>
          </p:cNvPr>
          <p:cNvSpPr txBox="1">
            <a:spLocks/>
          </p:cNvSpPr>
          <p:nvPr/>
        </p:nvSpPr>
        <p:spPr>
          <a:xfrm>
            <a:off x="68076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indent="-742950" defTabSz="2437912">
              <a:lnSpc>
                <a:spcPct val="110000"/>
              </a:lnSpc>
              <a:spcBef>
                <a:spcPts val="0"/>
              </a:spcBef>
              <a:buClr>
                <a:srgbClr val="0F62FE"/>
              </a:buClr>
              <a:buSzTx/>
              <a:buFont typeface="Wingdings" pitchFamily="2" charset="2"/>
              <a:buAutoNum type="arabicPeriod"/>
              <a:defRPr/>
            </a:pPr>
            <a:endParaRPr lang="en-US" sz="1800" kern="0">
              <a:ln>
                <a:noFill/>
              </a:ln>
              <a:solidFill>
                <a:srgbClr val="000000"/>
              </a:solidFill>
              <a:latin typeface="+mn-lt"/>
              <a:ea typeface="+mj-ea"/>
              <a:cs typeface="+mj-cs"/>
            </a:endParaRPr>
          </a:p>
        </p:txBody>
      </p:sp>
      <p:sp>
        <p:nvSpPr>
          <p:cNvPr id="22" name="Shape 34">
            <a:extLst>
              <a:ext uri="{FF2B5EF4-FFF2-40B4-BE49-F238E27FC236}">
                <a16:creationId xmlns:a16="http://schemas.microsoft.com/office/drawing/2014/main" id="{F86FD984-6FD4-A19F-D7D9-DF7C7D9E7B78}"/>
              </a:ext>
            </a:extLst>
          </p:cNvPr>
          <p:cNvSpPr/>
          <p:nvPr/>
        </p:nvSpPr>
        <p:spPr>
          <a:xfrm>
            <a:off x="4592948" y="4529550"/>
            <a:ext cx="18909792" cy="3090450"/>
          </a:xfrm>
          <a:prstGeom prst="rect">
            <a:avLst/>
          </a:prstGeom>
          <a:solidFill>
            <a:srgbClr val="FFFFFF"/>
          </a:solidFill>
          <a:ln w="12700">
            <a:solidFill>
              <a:schemeClr val="accent1"/>
            </a:solidFill>
            <a:prstDash val="solid"/>
          </a:ln>
        </p:spPr>
        <p:txBody>
          <a:bodyPr/>
          <a:lstStyle/>
          <a:p>
            <a:endParaRPr lang="en-US"/>
          </a:p>
        </p:txBody>
      </p:sp>
      <p:sp>
        <p:nvSpPr>
          <p:cNvPr id="5" name="Footer Placeholder 4">
            <a:extLst>
              <a:ext uri="{FF2B5EF4-FFF2-40B4-BE49-F238E27FC236}">
                <a16:creationId xmlns:a16="http://schemas.microsoft.com/office/drawing/2014/main" id="{B9694674-0663-4745-D4D2-7065BEDBC34B}"/>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92824D8F-280D-6A92-0A20-FD9D2B76A209}"/>
              </a:ext>
            </a:extLst>
          </p:cNvPr>
          <p:cNvSpPr>
            <a:spLocks noGrp="1"/>
          </p:cNvSpPr>
          <p:nvPr>
            <p:ph type="sldNum" sz="quarter" idx="4"/>
          </p:nvPr>
        </p:nvSpPr>
        <p:spPr/>
        <p:txBody>
          <a:bodyPr/>
          <a:lstStyle/>
          <a:p>
            <a:fld id="{86CB4B4D-7CA3-9044-876B-883B54F8677D}" type="slidenum">
              <a:rPr lang="en-US" smtClean="0"/>
              <a:pPr/>
              <a:t>4</a:t>
            </a:fld>
            <a:endParaRPr lang="en-US"/>
          </a:p>
        </p:txBody>
      </p:sp>
      <p:sp>
        <p:nvSpPr>
          <p:cNvPr id="27" name="TextBox 26">
            <a:extLst>
              <a:ext uri="{FF2B5EF4-FFF2-40B4-BE49-F238E27FC236}">
                <a16:creationId xmlns:a16="http://schemas.microsoft.com/office/drawing/2014/main" id="{6A5C881F-21EB-106C-D3D9-7E9FB2801F37}"/>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Engagement Overview</a:t>
            </a:r>
          </a:p>
        </p:txBody>
      </p:sp>
      <p:sp>
        <p:nvSpPr>
          <p:cNvPr id="28" name="Text Placeholder 6">
            <a:extLst>
              <a:ext uri="{FF2B5EF4-FFF2-40B4-BE49-F238E27FC236}">
                <a16:creationId xmlns:a16="http://schemas.microsoft.com/office/drawing/2014/main" id="{705EE8D7-AAA2-9858-1A83-22B07236DDF4}"/>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1828434">
              <a:spcBef>
                <a:spcPts val="2934"/>
              </a:spcBef>
              <a:defRPr/>
            </a:pPr>
            <a:r>
              <a:rPr lang="en-US" sz="2800" kern="0">
                <a:solidFill>
                  <a:srgbClr val="000000"/>
                </a:solidFill>
                <a:latin typeface="IBM Plex Sans Light"/>
                <a:sym typeface="IBM Plex Sans Light"/>
              </a:rPr>
              <a:t>Diagnostic Summary: What We Assessed and Concluded</a:t>
            </a:r>
          </a:p>
        </p:txBody>
      </p:sp>
      <p:sp>
        <p:nvSpPr>
          <p:cNvPr id="63" name="TextBox 62">
            <a:extLst>
              <a:ext uri="{FF2B5EF4-FFF2-40B4-BE49-F238E27FC236}">
                <a16:creationId xmlns:a16="http://schemas.microsoft.com/office/drawing/2014/main" id="{42D7747E-0C7F-4D82-464A-2E33D892C24F}"/>
              </a:ext>
            </a:extLst>
          </p:cNvPr>
          <p:cNvSpPr txBox="1"/>
          <p:nvPr/>
        </p:nvSpPr>
        <p:spPr>
          <a:xfrm>
            <a:off x="33794700" y="-2857500"/>
            <a:ext cx="451406" cy="5539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sp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39" name="Shape 4">
            <a:extLst>
              <a:ext uri="{FF2B5EF4-FFF2-40B4-BE49-F238E27FC236}">
                <a16:creationId xmlns:a16="http://schemas.microsoft.com/office/drawing/2014/main" id="{C0FC456E-D614-0326-72FA-B409E11AECCA}"/>
              </a:ext>
            </a:extLst>
          </p:cNvPr>
          <p:cNvSpPr/>
          <p:nvPr/>
        </p:nvSpPr>
        <p:spPr>
          <a:xfrm>
            <a:off x="996308" y="2682240"/>
            <a:ext cx="3413760" cy="1645920"/>
          </a:xfrm>
          <a:prstGeom prst="rect">
            <a:avLst/>
          </a:prstGeom>
          <a:solidFill>
            <a:srgbClr val="0F62FE"/>
          </a:solidFill>
          <a:ln w="12700">
            <a:solidFill>
              <a:srgbClr val="0F62FE"/>
            </a:solidFill>
            <a:prstDash val="solid"/>
          </a:ln>
        </p:spPr>
        <p:txBody>
          <a:bodyPr/>
          <a:lstStyle/>
          <a:p>
            <a:pPr algn="r"/>
            <a:endParaRPr lang="en-US"/>
          </a:p>
        </p:txBody>
      </p:sp>
      <p:sp>
        <p:nvSpPr>
          <p:cNvPr id="45" name="Text 5">
            <a:extLst>
              <a:ext uri="{FF2B5EF4-FFF2-40B4-BE49-F238E27FC236}">
                <a16:creationId xmlns:a16="http://schemas.microsoft.com/office/drawing/2014/main" id="{A05B64CC-72CC-185E-50D1-8436EBD2BDEB}"/>
              </a:ext>
            </a:extLst>
          </p:cNvPr>
          <p:cNvSpPr/>
          <p:nvPr/>
        </p:nvSpPr>
        <p:spPr>
          <a:xfrm>
            <a:off x="1240148" y="2682240"/>
            <a:ext cx="2926080" cy="164592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400" b="1">
                <a:solidFill>
                  <a:srgbClr val="FFFFFF"/>
                </a:solidFill>
                <a:ea typeface="Calibri" pitchFamily="34" charset="-122"/>
                <a:cs typeface="Calibri" pitchFamily="34" charset="-120"/>
              </a:rPr>
              <a:t>Summary</a:t>
            </a:r>
            <a:endParaRPr lang="en-US" sz="2400"/>
          </a:p>
        </p:txBody>
      </p:sp>
      <p:sp>
        <p:nvSpPr>
          <p:cNvPr id="46" name="Shape 6">
            <a:extLst>
              <a:ext uri="{FF2B5EF4-FFF2-40B4-BE49-F238E27FC236}">
                <a16:creationId xmlns:a16="http://schemas.microsoft.com/office/drawing/2014/main" id="{10FE8DCA-D073-545C-D894-8197952E9479}"/>
              </a:ext>
            </a:extLst>
          </p:cNvPr>
          <p:cNvSpPr/>
          <p:nvPr/>
        </p:nvSpPr>
        <p:spPr>
          <a:xfrm>
            <a:off x="996308" y="4511040"/>
            <a:ext cx="3413760" cy="3108960"/>
          </a:xfrm>
          <a:prstGeom prst="rect">
            <a:avLst/>
          </a:prstGeom>
          <a:solidFill>
            <a:srgbClr val="0F62FE"/>
          </a:solidFill>
          <a:ln w="12700">
            <a:solidFill>
              <a:srgbClr val="0F62FE"/>
            </a:solidFill>
            <a:prstDash val="solid"/>
          </a:ln>
        </p:spPr>
        <p:txBody>
          <a:bodyPr/>
          <a:lstStyle/>
          <a:p>
            <a:pPr algn="r"/>
            <a:endParaRPr lang="en-US"/>
          </a:p>
        </p:txBody>
      </p:sp>
      <p:sp>
        <p:nvSpPr>
          <p:cNvPr id="47" name="Text 7">
            <a:extLst>
              <a:ext uri="{FF2B5EF4-FFF2-40B4-BE49-F238E27FC236}">
                <a16:creationId xmlns:a16="http://schemas.microsoft.com/office/drawing/2014/main" id="{AD8A5DEE-1A76-60B8-EBBA-2100A5E52850}"/>
              </a:ext>
            </a:extLst>
          </p:cNvPr>
          <p:cNvSpPr/>
          <p:nvPr/>
        </p:nvSpPr>
        <p:spPr>
          <a:xfrm>
            <a:off x="1240148" y="4511040"/>
            <a:ext cx="2926080" cy="310896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400" b="1">
                <a:solidFill>
                  <a:srgbClr val="FFFFFF"/>
                </a:solidFill>
                <a:ea typeface="Calibri" pitchFamily="34" charset="-122"/>
                <a:cs typeface="Calibri" pitchFamily="34" charset="-120"/>
              </a:rPr>
              <a:t>Current State</a:t>
            </a:r>
            <a:endParaRPr lang="en-US" sz="2400"/>
          </a:p>
        </p:txBody>
      </p:sp>
      <p:sp>
        <p:nvSpPr>
          <p:cNvPr id="55" name="Shape 12">
            <a:extLst>
              <a:ext uri="{FF2B5EF4-FFF2-40B4-BE49-F238E27FC236}">
                <a16:creationId xmlns:a16="http://schemas.microsoft.com/office/drawing/2014/main" id="{C034D55B-6A20-CC87-E2BB-F395F9952885}"/>
              </a:ext>
            </a:extLst>
          </p:cNvPr>
          <p:cNvSpPr/>
          <p:nvPr/>
        </p:nvSpPr>
        <p:spPr>
          <a:xfrm>
            <a:off x="4592948" y="2682240"/>
            <a:ext cx="18909792" cy="1645920"/>
          </a:xfrm>
          <a:prstGeom prst="rect">
            <a:avLst/>
          </a:prstGeom>
          <a:solidFill>
            <a:srgbClr val="FFFFFF"/>
          </a:solidFill>
          <a:ln w="12700">
            <a:solidFill>
              <a:schemeClr val="accent1"/>
            </a:solidFill>
            <a:prstDash val="solid"/>
          </a:ln>
        </p:spPr>
        <p:txBody>
          <a:bodyPr/>
          <a:lstStyle/>
          <a:p>
            <a:endParaRPr lang="en-US"/>
          </a:p>
        </p:txBody>
      </p:sp>
      <p:sp>
        <p:nvSpPr>
          <p:cNvPr id="56" name="Text 13">
            <a:extLst>
              <a:ext uri="{FF2B5EF4-FFF2-40B4-BE49-F238E27FC236}">
                <a16:creationId xmlns:a16="http://schemas.microsoft.com/office/drawing/2014/main" id="{50D48877-81ED-206A-04F9-EE50F38F1689}"/>
              </a:ext>
            </a:extLst>
          </p:cNvPr>
          <p:cNvSpPr/>
          <p:nvPr/>
        </p:nvSpPr>
        <p:spPr>
          <a:xfrm>
            <a:off x="4592948" y="2731940"/>
            <a:ext cx="18348960" cy="42672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kern="0" spc="267">
                <a:solidFill>
                  <a:srgbClr val="0F62FE"/>
                </a:solidFill>
                <a:latin typeface="IBM Plex Sans" panose="020B0503050203000203" pitchFamily="34" charset="0"/>
                <a:ea typeface="Calibri" pitchFamily="34" charset="-122"/>
                <a:cs typeface="Calibri" pitchFamily="34" charset="-120"/>
              </a:rPr>
              <a:t>What we assessed</a:t>
            </a:r>
            <a:endParaRPr lang="en-US">
              <a:latin typeface="IBM Plex Sans" panose="020B0503050203000203" pitchFamily="34" charset="0"/>
            </a:endParaRPr>
          </a:p>
        </p:txBody>
      </p:sp>
      <p:sp>
        <p:nvSpPr>
          <p:cNvPr id="57" name="Text 14">
            <a:extLst>
              <a:ext uri="{FF2B5EF4-FFF2-40B4-BE49-F238E27FC236}">
                <a16:creationId xmlns:a16="http://schemas.microsoft.com/office/drawing/2014/main" id="{90B0E474-7B21-191D-FA75-5E3A249A2810}"/>
              </a:ext>
            </a:extLst>
          </p:cNvPr>
          <p:cNvSpPr/>
          <p:nvPr/>
        </p:nvSpPr>
        <p:spPr>
          <a:xfrm>
            <a:off x="5080628" y="3352800"/>
            <a:ext cx="18348960" cy="7924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a:solidFill>
                  <a:srgbClr val="1F2937"/>
                </a:solidFill>
                <a:ea typeface="Calibri" pitchFamily="34" charset="-122"/>
                <a:cs typeface="Calibri" pitchFamily="34" charset="-120"/>
              </a:rPr>
              <a:t>A comprehensive review of AP performance across invoice intake, matching, workflow, OCR, GR management, tax, master data, and reconciliation, supported by data analysis, process walkthroughs, and stakeholder working sessions</a:t>
            </a:r>
            <a:endParaRPr lang="en-US"/>
          </a:p>
        </p:txBody>
      </p:sp>
      <p:sp>
        <p:nvSpPr>
          <p:cNvPr id="58" name="Shape 15">
            <a:extLst>
              <a:ext uri="{FF2B5EF4-FFF2-40B4-BE49-F238E27FC236}">
                <a16:creationId xmlns:a16="http://schemas.microsoft.com/office/drawing/2014/main" id="{15CDD0A7-E1D9-12F3-0202-9DFBF00A73CB}"/>
              </a:ext>
            </a:extLst>
          </p:cNvPr>
          <p:cNvSpPr/>
          <p:nvPr/>
        </p:nvSpPr>
        <p:spPr>
          <a:xfrm>
            <a:off x="4592948" y="4511040"/>
            <a:ext cx="18909792" cy="3108960"/>
          </a:xfrm>
          <a:prstGeom prst="rect">
            <a:avLst/>
          </a:prstGeom>
          <a:noFill/>
          <a:ln/>
        </p:spPr>
        <p:txBody>
          <a:bodyPr wrap="square" rtlCol="0" anchor="ctr"/>
          <a:lstStyle/>
          <a:p>
            <a:pPr defTabSz="1219261"/>
            <a:endParaRPr lang="en-US" sz="2400" kern="0" spc="267">
              <a:solidFill>
                <a:srgbClr val="0F62FE"/>
              </a:solidFill>
              <a:cs typeface="Calibri" pitchFamily="34" charset="-120"/>
            </a:endParaRPr>
          </a:p>
        </p:txBody>
      </p:sp>
      <p:sp>
        <p:nvSpPr>
          <p:cNvPr id="59" name="Text 16">
            <a:extLst>
              <a:ext uri="{FF2B5EF4-FFF2-40B4-BE49-F238E27FC236}">
                <a16:creationId xmlns:a16="http://schemas.microsoft.com/office/drawing/2014/main" id="{9ED5816E-A113-897C-F45A-9BA583DB405B}"/>
              </a:ext>
            </a:extLst>
          </p:cNvPr>
          <p:cNvSpPr/>
          <p:nvPr/>
        </p:nvSpPr>
        <p:spPr>
          <a:xfrm>
            <a:off x="4592948" y="4471899"/>
            <a:ext cx="9753600" cy="42672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kern="0" spc="267">
                <a:solidFill>
                  <a:srgbClr val="0F62FE"/>
                </a:solidFill>
                <a:latin typeface="IBM Plex Sans" panose="020B0503050203000203" pitchFamily="34" charset="0"/>
                <a:cs typeface="Calibri" pitchFamily="34" charset="-120"/>
              </a:rPr>
              <a:t>What we understand</a:t>
            </a:r>
            <a:endParaRPr lang="en-US">
              <a:latin typeface="IBM Plex Sans" panose="020B0503050203000203" pitchFamily="34" charset="0"/>
            </a:endParaRPr>
          </a:p>
        </p:txBody>
      </p:sp>
      <p:sp>
        <p:nvSpPr>
          <p:cNvPr id="61" name="Shape 18">
            <a:extLst>
              <a:ext uri="{FF2B5EF4-FFF2-40B4-BE49-F238E27FC236}">
                <a16:creationId xmlns:a16="http://schemas.microsoft.com/office/drawing/2014/main" id="{1CA626CF-A779-A1A5-D634-B0EE2E0D0BCE}"/>
              </a:ext>
            </a:extLst>
          </p:cNvPr>
          <p:cNvSpPr/>
          <p:nvPr/>
        </p:nvSpPr>
        <p:spPr>
          <a:xfrm>
            <a:off x="4763068" y="5092759"/>
            <a:ext cx="4477512" cy="1158240"/>
          </a:xfrm>
          <a:prstGeom prst="rect">
            <a:avLst/>
          </a:prstGeom>
          <a:solidFill>
            <a:srgbClr val="E5F7FF"/>
          </a:solidFill>
          <a:ln w="6350">
            <a:solidFill>
              <a:srgbClr val="DDE3EE"/>
            </a:solidFill>
            <a:prstDash val="solid"/>
          </a:ln>
        </p:spPr>
        <p:txBody>
          <a:bodyPr anchor="ctr"/>
          <a:lstStyle/>
          <a:p>
            <a:r>
              <a:rPr lang="en-US" sz="2000">
                <a:solidFill>
                  <a:schemeClr val="tx2">
                    <a:lumMod val="75000"/>
                    <a:lumOff val="25000"/>
                  </a:schemeClr>
                </a:solidFill>
              </a:rPr>
              <a:t>28 validated pain points across 7 AP clusters</a:t>
            </a:r>
          </a:p>
        </p:txBody>
      </p:sp>
      <p:sp>
        <p:nvSpPr>
          <p:cNvPr id="2" name="Shape 18">
            <a:extLst>
              <a:ext uri="{FF2B5EF4-FFF2-40B4-BE49-F238E27FC236}">
                <a16:creationId xmlns:a16="http://schemas.microsoft.com/office/drawing/2014/main" id="{56C03180-C546-409A-F108-D4154C378F6A}"/>
              </a:ext>
            </a:extLst>
          </p:cNvPr>
          <p:cNvSpPr/>
          <p:nvPr/>
        </p:nvSpPr>
        <p:spPr>
          <a:xfrm>
            <a:off x="4763068" y="6326844"/>
            <a:ext cx="4477512" cy="1158240"/>
          </a:xfrm>
          <a:prstGeom prst="rect">
            <a:avLst/>
          </a:prstGeom>
          <a:solidFill>
            <a:srgbClr val="E5F7FF"/>
          </a:solidFill>
          <a:ln w="6350">
            <a:solidFill>
              <a:srgbClr val="DDE3EE"/>
            </a:solidFill>
            <a:prstDash val="solid"/>
          </a:ln>
        </p:spPr>
        <p:txBody>
          <a:bodyPr anchor="ctr"/>
          <a:lstStyle/>
          <a:p>
            <a:r>
              <a:rPr lang="en-US" sz="2000">
                <a:solidFill>
                  <a:schemeClr val="tx2">
                    <a:lumMod val="75000"/>
                    <a:lumOff val="25000"/>
                  </a:schemeClr>
                </a:solidFill>
              </a:rPr>
              <a:t>100% of OCR‑processed invoices still require manual visual verification</a:t>
            </a:r>
          </a:p>
        </p:txBody>
      </p:sp>
      <p:sp>
        <p:nvSpPr>
          <p:cNvPr id="4" name="Shape 18">
            <a:extLst>
              <a:ext uri="{FF2B5EF4-FFF2-40B4-BE49-F238E27FC236}">
                <a16:creationId xmlns:a16="http://schemas.microsoft.com/office/drawing/2014/main" id="{48F02E04-BF1F-C668-9355-E6DC2A62DC89}"/>
              </a:ext>
            </a:extLst>
          </p:cNvPr>
          <p:cNvSpPr/>
          <p:nvPr/>
        </p:nvSpPr>
        <p:spPr>
          <a:xfrm>
            <a:off x="14022892" y="5092759"/>
            <a:ext cx="4477512" cy="1158240"/>
          </a:xfrm>
          <a:prstGeom prst="rect">
            <a:avLst/>
          </a:prstGeom>
          <a:solidFill>
            <a:srgbClr val="E5F7FF"/>
          </a:solidFill>
          <a:ln w="6350">
            <a:solidFill>
              <a:srgbClr val="DDE3EE"/>
            </a:solidFill>
            <a:prstDash val="solid"/>
          </a:ln>
        </p:spPr>
        <p:txBody>
          <a:bodyPr anchor="ctr"/>
          <a:lstStyle/>
          <a:p>
            <a:r>
              <a:rPr lang="en-US" sz="2000">
                <a:solidFill>
                  <a:schemeClr val="tx2">
                    <a:lumMod val="75000"/>
                    <a:lumOff val="25000"/>
                  </a:schemeClr>
                </a:solidFill>
              </a:rPr>
              <a:t>Missing GRs drive up to ~80% of parked invoices in several markets</a:t>
            </a:r>
          </a:p>
        </p:txBody>
      </p:sp>
      <p:sp>
        <p:nvSpPr>
          <p:cNvPr id="8" name="Shape 18">
            <a:extLst>
              <a:ext uri="{FF2B5EF4-FFF2-40B4-BE49-F238E27FC236}">
                <a16:creationId xmlns:a16="http://schemas.microsoft.com/office/drawing/2014/main" id="{ACC97DA8-3B7B-E6C0-A06B-F1DDE97DA5C5}"/>
              </a:ext>
            </a:extLst>
          </p:cNvPr>
          <p:cNvSpPr/>
          <p:nvPr/>
        </p:nvSpPr>
        <p:spPr>
          <a:xfrm>
            <a:off x="9392980" y="5077164"/>
            <a:ext cx="4477512" cy="1158240"/>
          </a:xfrm>
          <a:prstGeom prst="rect">
            <a:avLst/>
          </a:prstGeom>
          <a:solidFill>
            <a:srgbClr val="E5F7FF"/>
          </a:solidFill>
          <a:ln w="6350">
            <a:solidFill>
              <a:srgbClr val="DDE3EE"/>
            </a:solidFill>
            <a:prstDash val="solid"/>
          </a:ln>
        </p:spPr>
        <p:txBody>
          <a:bodyPr anchor="ctr"/>
          <a:lstStyle/>
          <a:p>
            <a:r>
              <a:rPr lang="en-US" sz="2000">
                <a:solidFill>
                  <a:schemeClr val="tx2">
                    <a:lumMod val="75000"/>
                    <a:lumOff val="25000"/>
                  </a:schemeClr>
                </a:solidFill>
              </a:rPr>
              <a:t>&gt;70% of AP effort is spent on exceptions, rework, and follow‑ups, not first‑pass invoice posting</a:t>
            </a:r>
          </a:p>
        </p:txBody>
      </p:sp>
      <p:sp>
        <p:nvSpPr>
          <p:cNvPr id="9" name="Shape 18">
            <a:extLst>
              <a:ext uri="{FF2B5EF4-FFF2-40B4-BE49-F238E27FC236}">
                <a16:creationId xmlns:a16="http://schemas.microsoft.com/office/drawing/2014/main" id="{AB7CF691-AF1F-C4FA-06A3-AF4B973393C5}"/>
              </a:ext>
            </a:extLst>
          </p:cNvPr>
          <p:cNvSpPr/>
          <p:nvPr/>
        </p:nvSpPr>
        <p:spPr>
          <a:xfrm>
            <a:off x="9392980" y="6311249"/>
            <a:ext cx="4477512" cy="1158240"/>
          </a:xfrm>
          <a:prstGeom prst="rect">
            <a:avLst/>
          </a:prstGeom>
          <a:solidFill>
            <a:srgbClr val="E5F7FF"/>
          </a:solidFill>
          <a:ln w="6350">
            <a:solidFill>
              <a:srgbClr val="DDE3EE"/>
            </a:solidFill>
            <a:prstDash val="solid"/>
          </a:ln>
        </p:spPr>
        <p:txBody>
          <a:bodyPr anchor="ctr"/>
          <a:lstStyle/>
          <a:p>
            <a:r>
              <a:rPr lang="en-US" sz="2000">
                <a:solidFill>
                  <a:schemeClr val="tx2">
                    <a:lumMod val="75000"/>
                    <a:lumOff val="25000"/>
                  </a:schemeClr>
                </a:solidFill>
              </a:rPr>
              <a:t>Vendor statement reconciliation is 100% manual, regardless of vendor value or risk</a:t>
            </a:r>
          </a:p>
        </p:txBody>
      </p:sp>
      <p:sp>
        <p:nvSpPr>
          <p:cNvPr id="10" name="Shape 18">
            <a:extLst>
              <a:ext uri="{FF2B5EF4-FFF2-40B4-BE49-F238E27FC236}">
                <a16:creationId xmlns:a16="http://schemas.microsoft.com/office/drawing/2014/main" id="{21817E69-3327-E36F-F1A8-C50F2D1D824B}"/>
              </a:ext>
            </a:extLst>
          </p:cNvPr>
          <p:cNvSpPr/>
          <p:nvPr/>
        </p:nvSpPr>
        <p:spPr>
          <a:xfrm>
            <a:off x="14022892" y="6326844"/>
            <a:ext cx="4477512" cy="1158240"/>
          </a:xfrm>
          <a:prstGeom prst="rect">
            <a:avLst/>
          </a:prstGeom>
          <a:solidFill>
            <a:srgbClr val="E5F7FF"/>
          </a:solidFill>
          <a:ln w="6350">
            <a:solidFill>
              <a:srgbClr val="DDE3EE"/>
            </a:solidFill>
            <a:prstDash val="solid"/>
          </a:ln>
        </p:spPr>
        <p:txBody>
          <a:bodyPr anchor="ctr"/>
          <a:lstStyle/>
          <a:p>
            <a:r>
              <a:rPr lang="en-US" sz="2000">
                <a:solidFill>
                  <a:schemeClr val="tx2">
                    <a:lumMod val="75000"/>
                    <a:lumOff val="25000"/>
                  </a:schemeClr>
                </a:solidFill>
              </a:rPr>
              <a:t>Touchless processing declined after </a:t>
            </a:r>
            <a:r>
              <a:rPr lang="en-US" sz="2000" err="1">
                <a:solidFill>
                  <a:schemeClr val="tx2">
                    <a:lumMod val="75000"/>
                    <a:lumOff val="25000"/>
                  </a:schemeClr>
                </a:solidFill>
              </a:rPr>
              <a:t>Pagero</a:t>
            </a:r>
            <a:r>
              <a:rPr lang="en-US" sz="2000">
                <a:solidFill>
                  <a:schemeClr val="tx2">
                    <a:lumMod val="75000"/>
                    <a:lumOff val="25000"/>
                  </a:schemeClr>
                </a:solidFill>
              </a:rPr>
              <a:t> rollout, despite higher digitized invoice volumes</a:t>
            </a:r>
          </a:p>
        </p:txBody>
      </p:sp>
      <p:pic>
        <p:nvPicPr>
          <p:cNvPr id="34" name="Graphic 33" descr="Images outline">
            <a:extLst>
              <a:ext uri="{FF2B5EF4-FFF2-40B4-BE49-F238E27FC236}">
                <a16:creationId xmlns:a16="http://schemas.microsoft.com/office/drawing/2014/main" id="{4B722D25-6159-096A-D891-57A140F820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1548" y="5566877"/>
            <a:ext cx="914400" cy="914400"/>
          </a:xfrm>
          <a:prstGeom prst="rect">
            <a:avLst/>
          </a:prstGeom>
        </p:spPr>
      </p:pic>
      <p:pic>
        <p:nvPicPr>
          <p:cNvPr id="38" name="Graphic 37" descr="Checklist outline">
            <a:extLst>
              <a:ext uri="{FF2B5EF4-FFF2-40B4-BE49-F238E27FC236}">
                <a16:creationId xmlns:a16="http://schemas.microsoft.com/office/drawing/2014/main" id="{0E39DFCA-2713-607F-EDCD-05FAF716A7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1548" y="3048000"/>
            <a:ext cx="914400" cy="914400"/>
          </a:xfrm>
          <a:prstGeom prst="rect">
            <a:avLst/>
          </a:prstGeom>
        </p:spPr>
      </p:pic>
      <p:sp>
        <p:nvSpPr>
          <p:cNvPr id="7" name="Rectangle 6">
            <a:extLst>
              <a:ext uri="{FF2B5EF4-FFF2-40B4-BE49-F238E27FC236}">
                <a16:creationId xmlns:a16="http://schemas.microsoft.com/office/drawing/2014/main" id="{1E48314A-94E5-34C4-6F6B-E28EEE008FC9}"/>
              </a:ext>
            </a:extLst>
          </p:cNvPr>
          <p:cNvSpPr/>
          <p:nvPr/>
        </p:nvSpPr>
        <p:spPr bwMode="auto">
          <a:xfrm>
            <a:off x="18689651" y="10581287"/>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5400" b="0" i="0" u="none" strike="noStrike" cap="none" normalizeH="0" baseline="0">
                <a:ln>
                  <a:noFill/>
                </a:ln>
                <a:solidFill>
                  <a:schemeClr val="accent6"/>
                </a:solidFill>
                <a:effectLst/>
                <a:latin typeface="+mn-lt"/>
              </a:rPr>
              <a:t>Rephrase the roadmap piece</a:t>
            </a:r>
          </a:p>
        </p:txBody>
      </p:sp>
    </p:spTree>
    <p:extLst>
      <p:ext uri="{BB962C8B-B14F-4D97-AF65-F5344CB8AC3E}">
        <p14:creationId xmlns:p14="http://schemas.microsoft.com/office/powerpoint/2010/main" val="124608876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9206C-38DB-9D06-057E-D8A79F6AEBB1}"/>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EC39288C-1BEA-3898-E741-A85988B74A0D}"/>
              </a:ext>
            </a:extLst>
          </p:cNvPr>
          <p:cNvSpPr txBox="1">
            <a:spLocks/>
          </p:cNvSpPr>
          <p:nvPr/>
        </p:nvSpPr>
        <p:spPr>
          <a:xfrm>
            <a:off x="68076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indent="-742950" defTabSz="2437912">
              <a:lnSpc>
                <a:spcPct val="110000"/>
              </a:lnSpc>
              <a:spcBef>
                <a:spcPts val="0"/>
              </a:spcBef>
              <a:buClr>
                <a:srgbClr val="0F62FE"/>
              </a:buClr>
              <a:buSzTx/>
              <a:buFont typeface="Wingdings" pitchFamily="2" charset="2"/>
              <a:buAutoNum type="arabicPeriod"/>
              <a:defRPr/>
            </a:pPr>
            <a:endParaRPr lang="en-US" sz="1800" kern="0">
              <a:ln>
                <a:noFill/>
              </a:ln>
              <a:solidFill>
                <a:srgbClr val="000000"/>
              </a:solidFill>
              <a:latin typeface="+mn-lt"/>
              <a:ea typeface="+mj-ea"/>
              <a:cs typeface="+mj-cs"/>
            </a:endParaRPr>
          </a:p>
        </p:txBody>
      </p:sp>
      <p:sp>
        <p:nvSpPr>
          <p:cNvPr id="5" name="Footer Placeholder 4">
            <a:extLst>
              <a:ext uri="{FF2B5EF4-FFF2-40B4-BE49-F238E27FC236}">
                <a16:creationId xmlns:a16="http://schemas.microsoft.com/office/drawing/2014/main" id="{7F335BB5-5255-EC52-46D6-2FB199485C03}"/>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CA3881F3-7A2A-F7D0-4217-DC9D07348E9D}"/>
              </a:ext>
            </a:extLst>
          </p:cNvPr>
          <p:cNvSpPr>
            <a:spLocks noGrp="1"/>
          </p:cNvSpPr>
          <p:nvPr>
            <p:ph type="sldNum" sz="quarter" idx="4"/>
          </p:nvPr>
        </p:nvSpPr>
        <p:spPr/>
        <p:txBody>
          <a:bodyPr/>
          <a:lstStyle/>
          <a:p>
            <a:fld id="{86CB4B4D-7CA3-9044-876B-883B54F8677D}" type="slidenum">
              <a:rPr lang="en-US" smtClean="0"/>
              <a:pPr/>
              <a:t>5</a:t>
            </a:fld>
            <a:endParaRPr lang="en-US"/>
          </a:p>
        </p:txBody>
      </p:sp>
      <p:sp>
        <p:nvSpPr>
          <p:cNvPr id="27" name="TextBox 26">
            <a:extLst>
              <a:ext uri="{FF2B5EF4-FFF2-40B4-BE49-F238E27FC236}">
                <a16:creationId xmlns:a16="http://schemas.microsoft.com/office/drawing/2014/main" id="{3204CDDB-F07C-6863-454E-A55FD117B00C}"/>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Engagement Overview</a:t>
            </a:r>
          </a:p>
        </p:txBody>
      </p:sp>
      <p:sp>
        <p:nvSpPr>
          <p:cNvPr id="28" name="Text Placeholder 6">
            <a:extLst>
              <a:ext uri="{FF2B5EF4-FFF2-40B4-BE49-F238E27FC236}">
                <a16:creationId xmlns:a16="http://schemas.microsoft.com/office/drawing/2014/main" id="{61BE719A-81C4-33F5-04B5-5B44CBB438E3}"/>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1828434">
              <a:spcBef>
                <a:spcPts val="2934"/>
              </a:spcBef>
              <a:defRPr/>
            </a:pPr>
            <a:r>
              <a:rPr lang="en-US" sz="2800" kern="0">
                <a:solidFill>
                  <a:srgbClr val="000000"/>
                </a:solidFill>
                <a:latin typeface="IBM Plex Sans Light"/>
                <a:sym typeface="IBM Plex Sans Light"/>
              </a:rPr>
              <a:t>Diagnostic Summary: What We Assessed and Concluded</a:t>
            </a:r>
          </a:p>
        </p:txBody>
      </p:sp>
      <p:sp>
        <p:nvSpPr>
          <p:cNvPr id="63" name="TextBox 62">
            <a:extLst>
              <a:ext uri="{FF2B5EF4-FFF2-40B4-BE49-F238E27FC236}">
                <a16:creationId xmlns:a16="http://schemas.microsoft.com/office/drawing/2014/main" id="{36231FAE-3F7B-FFB5-6124-A925B225AD30}"/>
              </a:ext>
            </a:extLst>
          </p:cNvPr>
          <p:cNvSpPr txBox="1"/>
          <p:nvPr/>
        </p:nvSpPr>
        <p:spPr>
          <a:xfrm>
            <a:off x="33794700" y="-2857500"/>
            <a:ext cx="451406" cy="5539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sp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48" name="Shape 8">
            <a:extLst>
              <a:ext uri="{FF2B5EF4-FFF2-40B4-BE49-F238E27FC236}">
                <a16:creationId xmlns:a16="http://schemas.microsoft.com/office/drawing/2014/main" id="{997B44F3-C4DA-E9C4-2C00-727255104BA8}"/>
              </a:ext>
            </a:extLst>
          </p:cNvPr>
          <p:cNvSpPr/>
          <p:nvPr/>
        </p:nvSpPr>
        <p:spPr>
          <a:xfrm>
            <a:off x="996308" y="7802880"/>
            <a:ext cx="3413760" cy="2255520"/>
          </a:xfrm>
          <a:prstGeom prst="rect">
            <a:avLst/>
          </a:prstGeom>
          <a:solidFill>
            <a:schemeClr val="accent1"/>
          </a:solidFill>
          <a:ln w="12700">
            <a:solidFill>
              <a:srgbClr val="DDE3EE"/>
            </a:solidFill>
            <a:prstDash val="solid"/>
          </a:ln>
        </p:spPr>
        <p:txBody>
          <a:bodyPr/>
          <a:lstStyle/>
          <a:p>
            <a:pPr algn="r"/>
            <a:endParaRPr lang="en-US"/>
          </a:p>
        </p:txBody>
      </p:sp>
      <p:sp>
        <p:nvSpPr>
          <p:cNvPr id="52" name="Text 9">
            <a:extLst>
              <a:ext uri="{FF2B5EF4-FFF2-40B4-BE49-F238E27FC236}">
                <a16:creationId xmlns:a16="http://schemas.microsoft.com/office/drawing/2014/main" id="{8CB85E5F-B501-00C2-139C-7FE713976A4E}"/>
              </a:ext>
            </a:extLst>
          </p:cNvPr>
          <p:cNvSpPr/>
          <p:nvPr/>
        </p:nvSpPr>
        <p:spPr>
          <a:xfrm>
            <a:off x="1240148" y="7802880"/>
            <a:ext cx="2926080" cy="225552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400" b="1">
                <a:solidFill>
                  <a:schemeClr val="bg1"/>
                </a:solidFill>
                <a:ea typeface="Calibri" pitchFamily="34" charset="-122"/>
                <a:cs typeface="Calibri" pitchFamily="34" charset="-120"/>
              </a:rPr>
              <a:t>Root Cause</a:t>
            </a:r>
            <a:endParaRPr lang="en-US" sz="2400">
              <a:solidFill>
                <a:schemeClr val="bg1"/>
              </a:solidFill>
            </a:endParaRPr>
          </a:p>
        </p:txBody>
      </p:sp>
      <p:sp>
        <p:nvSpPr>
          <p:cNvPr id="53" name="Shape 10">
            <a:extLst>
              <a:ext uri="{FF2B5EF4-FFF2-40B4-BE49-F238E27FC236}">
                <a16:creationId xmlns:a16="http://schemas.microsoft.com/office/drawing/2014/main" id="{72D5554B-0F38-4B7E-F613-105B8750CD0A}"/>
              </a:ext>
            </a:extLst>
          </p:cNvPr>
          <p:cNvSpPr/>
          <p:nvPr/>
        </p:nvSpPr>
        <p:spPr>
          <a:xfrm>
            <a:off x="996308" y="10241280"/>
            <a:ext cx="3413760" cy="1889760"/>
          </a:xfrm>
          <a:prstGeom prst="rect">
            <a:avLst/>
          </a:prstGeom>
          <a:solidFill>
            <a:schemeClr val="accent1"/>
          </a:solidFill>
          <a:ln w="12700">
            <a:noFill/>
            <a:prstDash val="solid"/>
          </a:ln>
        </p:spPr>
        <p:txBody>
          <a:bodyPr/>
          <a:lstStyle/>
          <a:p>
            <a:pPr algn="r"/>
            <a:endParaRPr lang="en-US"/>
          </a:p>
        </p:txBody>
      </p:sp>
      <p:sp>
        <p:nvSpPr>
          <p:cNvPr id="54" name="Text 11">
            <a:extLst>
              <a:ext uri="{FF2B5EF4-FFF2-40B4-BE49-F238E27FC236}">
                <a16:creationId xmlns:a16="http://schemas.microsoft.com/office/drawing/2014/main" id="{6A5A9735-22DA-D03E-6761-7F95BD0E4411}"/>
              </a:ext>
            </a:extLst>
          </p:cNvPr>
          <p:cNvSpPr/>
          <p:nvPr/>
        </p:nvSpPr>
        <p:spPr>
          <a:xfrm>
            <a:off x="1240148" y="10241280"/>
            <a:ext cx="2926080" cy="188976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400" b="1">
                <a:solidFill>
                  <a:srgbClr val="FFFFFF"/>
                </a:solidFill>
                <a:ea typeface="Calibri" pitchFamily="34" charset="-122"/>
                <a:cs typeface="Calibri" pitchFamily="34" charset="-120"/>
              </a:rPr>
              <a:t>Roadmap</a:t>
            </a:r>
            <a:endParaRPr lang="en-US" sz="2400"/>
          </a:p>
        </p:txBody>
      </p:sp>
      <p:sp>
        <p:nvSpPr>
          <p:cNvPr id="78" name="Shape 34">
            <a:extLst>
              <a:ext uri="{FF2B5EF4-FFF2-40B4-BE49-F238E27FC236}">
                <a16:creationId xmlns:a16="http://schemas.microsoft.com/office/drawing/2014/main" id="{E6D58F43-2EE5-AADA-FB39-76F5CDCBA2D8}"/>
              </a:ext>
            </a:extLst>
          </p:cNvPr>
          <p:cNvSpPr/>
          <p:nvPr/>
        </p:nvSpPr>
        <p:spPr>
          <a:xfrm>
            <a:off x="4592948" y="7802880"/>
            <a:ext cx="18909792" cy="2255520"/>
          </a:xfrm>
          <a:prstGeom prst="rect">
            <a:avLst/>
          </a:prstGeom>
          <a:solidFill>
            <a:srgbClr val="FFFFFF"/>
          </a:solidFill>
          <a:ln w="12700">
            <a:solidFill>
              <a:schemeClr val="accent1"/>
            </a:solidFill>
            <a:prstDash val="solid"/>
          </a:ln>
        </p:spPr>
        <p:txBody>
          <a:bodyPr/>
          <a:lstStyle/>
          <a:p>
            <a:endParaRPr lang="en-US"/>
          </a:p>
        </p:txBody>
      </p:sp>
      <p:sp>
        <p:nvSpPr>
          <p:cNvPr id="81" name="Text 37">
            <a:extLst>
              <a:ext uri="{FF2B5EF4-FFF2-40B4-BE49-F238E27FC236}">
                <a16:creationId xmlns:a16="http://schemas.microsoft.com/office/drawing/2014/main" id="{24ED47F8-0CD2-241E-0038-C01A9601E765}"/>
              </a:ext>
            </a:extLst>
          </p:cNvPr>
          <p:cNvSpPr/>
          <p:nvPr/>
        </p:nvSpPr>
        <p:spPr>
          <a:xfrm>
            <a:off x="5014282" y="8482879"/>
            <a:ext cx="9179440" cy="1550035"/>
          </a:xfrm>
          <a:prstGeom prst="rect">
            <a:avLst/>
          </a:prstGeom>
          <a:noFill/>
          <a:ln/>
        </p:spPr>
        <p:txBody>
          <a:bodyPr wrap="square" lIns="0" tIns="0" rIns="0" bIns="0"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285750" indent="-285750">
              <a:buClr>
                <a:schemeClr val="accent1"/>
              </a:buClr>
              <a:buFont typeface="Wingdings" pitchFamily="2" charset="2"/>
              <a:buChar char="§"/>
            </a:pPr>
            <a:r>
              <a:rPr lang="en-US" sz="2000">
                <a:solidFill>
                  <a:schemeClr val="tx2">
                    <a:lumMod val="75000"/>
                    <a:lumOff val="25000"/>
                  </a:schemeClr>
                </a:solidFill>
              </a:rPr>
              <a:t>Manual effort is structural, not operational:</a:t>
            </a:r>
          </a:p>
          <a:p>
            <a:pPr marL="698500" lvl="1" indent="-381000">
              <a:buClr>
                <a:schemeClr val="accent1"/>
              </a:buClr>
              <a:buFont typeface="Courier New" panose="02070309020205020404" pitchFamily="49" charset="0"/>
              <a:buChar char="o"/>
            </a:pPr>
            <a:r>
              <a:rPr lang="en-US" sz="2000">
                <a:solidFill>
                  <a:schemeClr val="tx2">
                    <a:lumMod val="75000"/>
                    <a:lumOff val="25000"/>
                  </a:schemeClr>
                </a:solidFill>
              </a:rPr>
              <a:t>Zero / conservative tolerances generate avoidable mismatches</a:t>
            </a:r>
          </a:p>
          <a:p>
            <a:pPr marL="698500" lvl="1" indent="-381000">
              <a:buClr>
                <a:schemeClr val="accent1"/>
              </a:buClr>
              <a:buFont typeface="Courier New" panose="02070309020205020404" pitchFamily="49" charset="0"/>
              <a:buChar char="o"/>
            </a:pPr>
            <a:r>
              <a:rPr lang="en-US" sz="2000">
                <a:solidFill>
                  <a:schemeClr val="tx2">
                    <a:lumMod val="75000"/>
                    <a:lumOff val="25000"/>
                  </a:schemeClr>
                </a:solidFill>
              </a:rPr>
              <a:t>Restart‑based workflows cause invoices to be processed multiple times</a:t>
            </a:r>
          </a:p>
          <a:p>
            <a:pPr marL="698500" lvl="1" indent="-381000">
              <a:buClr>
                <a:schemeClr val="accent1"/>
              </a:buClr>
              <a:buFont typeface="Courier New" panose="02070309020205020404" pitchFamily="49" charset="0"/>
              <a:buChar char="o"/>
            </a:pPr>
            <a:r>
              <a:rPr lang="en-US" sz="2000">
                <a:solidFill>
                  <a:schemeClr val="tx2">
                    <a:lumMod val="75000"/>
                    <a:lumOff val="25000"/>
                  </a:schemeClr>
                </a:solidFill>
              </a:rPr>
              <a:t>People act as controls (Tax Champions, GR chasing, manual checks)</a:t>
            </a:r>
          </a:p>
          <a:p>
            <a:pPr marL="698500" lvl="1" indent="-381000">
              <a:buClr>
                <a:schemeClr val="accent1"/>
              </a:buClr>
              <a:buFont typeface="Courier New" panose="02070309020205020404" pitchFamily="49" charset="0"/>
              <a:buChar char="o"/>
            </a:pPr>
            <a:r>
              <a:rPr lang="en-US" sz="2000">
                <a:solidFill>
                  <a:schemeClr val="tx2">
                    <a:lumMod val="75000"/>
                    <a:lumOff val="25000"/>
                  </a:schemeClr>
                </a:solidFill>
              </a:rPr>
              <a:t>PO, GR, tax, and master‑data errors are detected too late</a:t>
            </a:r>
          </a:p>
        </p:txBody>
      </p:sp>
      <p:sp>
        <p:nvSpPr>
          <p:cNvPr id="89" name="Shape 45">
            <a:extLst>
              <a:ext uri="{FF2B5EF4-FFF2-40B4-BE49-F238E27FC236}">
                <a16:creationId xmlns:a16="http://schemas.microsoft.com/office/drawing/2014/main" id="{A77D4B43-2B64-EB73-CDFD-5A3BEDDD6CEF}"/>
              </a:ext>
            </a:extLst>
          </p:cNvPr>
          <p:cNvSpPr/>
          <p:nvPr/>
        </p:nvSpPr>
        <p:spPr>
          <a:xfrm>
            <a:off x="4592948" y="10241280"/>
            <a:ext cx="18909792" cy="1889760"/>
          </a:xfrm>
          <a:prstGeom prst="rect">
            <a:avLst/>
          </a:prstGeom>
          <a:solidFill>
            <a:srgbClr val="FFFFFF"/>
          </a:solidFill>
          <a:ln w="12700">
            <a:solidFill>
              <a:schemeClr val="accent1"/>
            </a:solidFill>
            <a:prstDash val="solid"/>
          </a:ln>
        </p:spPr>
        <p:txBody>
          <a:bodyPr/>
          <a:lstStyle/>
          <a:p>
            <a:endParaRPr lang="en-US"/>
          </a:p>
        </p:txBody>
      </p:sp>
      <p:sp>
        <p:nvSpPr>
          <p:cNvPr id="90" name="Text 46">
            <a:extLst>
              <a:ext uri="{FF2B5EF4-FFF2-40B4-BE49-F238E27FC236}">
                <a16:creationId xmlns:a16="http://schemas.microsoft.com/office/drawing/2014/main" id="{EC8648D1-642A-DB8C-9937-942D8F6AA96A}"/>
              </a:ext>
            </a:extLst>
          </p:cNvPr>
          <p:cNvSpPr/>
          <p:nvPr/>
        </p:nvSpPr>
        <p:spPr>
          <a:xfrm>
            <a:off x="4653908" y="10236945"/>
            <a:ext cx="9753600" cy="42672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kern="0" spc="267">
                <a:solidFill>
                  <a:srgbClr val="0F62FE"/>
                </a:solidFill>
                <a:latin typeface="IBM Plex Sans" panose="020B0503050203000203" pitchFamily="34" charset="0"/>
                <a:ea typeface="Calibri" pitchFamily="34" charset="-122"/>
                <a:cs typeface="Calibri" pitchFamily="34" charset="-120"/>
              </a:rPr>
              <a:t>What we are proposing</a:t>
            </a:r>
            <a:endParaRPr lang="en-US">
              <a:latin typeface="IBM Plex Sans" panose="020B0503050203000203" pitchFamily="34" charset="0"/>
            </a:endParaRPr>
          </a:p>
        </p:txBody>
      </p:sp>
      <p:sp>
        <p:nvSpPr>
          <p:cNvPr id="12" name="Text 37">
            <a:extLst>
              <a:ext uri="{FF2B5EF4-FFF2-40B4-BE49-F238E27FC236}">
                <a16:creationId xmlns:a16="http://schemas.microsoft.com/office/drawing/2014/main" id="{030B33F4-0A09-58F8-E927-C3D1005D7EF5}"/>
              </a:ext>
            </a:extLst>
          </p:cNvPr>
          <p:cNvSpPr/>
          <p:nvPr/>
        </p:nvSpPr>
        <p:spPr>
          <a:xfrm>
            <a:off x="14285162" y="8493045"/>
            <a:ext cx="8861865" cy="1550035"/>
          </a:xfrm>
          <a:prstGeom prst="rect">
            <a:avLst/>
          </a:prstGeom>
          <a:noFill/>
          <a:ln/>
        </p:spPr>
        <p:txBody>
          <a:bodyPr wrap="square" lIns="0" tIns="0" rIns="0" bIns="0"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285750" indent="-285750">
              <a:buClr>
                <a:schemeClr val="accent1"/>
              </a:buClr>
              <a:buFont typeface="Wingdings" pitchFamily="2" charset="2"/>
              <a:buChar char="§"/>
            </a:pPr>
            <a:r>
              <a:rPr lang="en-US" sz="2000">
                <a:solidFill>
                  <a:schemeClr val="tx2">
                    <a:lumMod val="75000"/>
                    <a:lumOff val="25000"/>
                  </a:schemeClr>
                </a:solidFill>
              </a:rPr>
              <a:t>Existing tools are present, but governance, configuration, and ownership gaps prevent scale.</a:t>
            </a:r>
          </a:p>
          <a:p>
            <a:pPr marL="285750" indent="-285750">
              <a:buClr>
                <a:schemeClr val="accent1"/>
              </a:buClr>
              <a:buFont typeface="Wingdings" pitchFamily="2" charset="2"/>
              <a:buChar char="§"/>
            </a:pPr>
            <a:r>
              <a:rPr lang="en-US" sz="2000">
                <a:solidFill>
                  <a:schemeClr val="tx2">
                    <a:lumMod val="75000"/>
                    <a:lumOff val="25000"/>
                  </a:schemeClr>
                </a:solidFill>
              </a:rPr>
              <a:t>Prior automation shifted work, it did not remove cost.</a:t>
            </a:r>
          </a:p>
        </p:txBody>
      </p:sp>
      <p:sp>
        <p:nvSpPr>
          <p:cNvPr id="13" name="Oval 12">
            <a:extLst>
              <a:ext uri="{FF2B5EF4-FFF2-40B4-BE49-F238E27FC236}">
                <a16:creationId xmlns:a16="http://schemas.microsoft.com/office/drawing/2014/main" id="{20422A11-4271-37C7-943F-7ADE0331CB1B}"/>
              </a:ext>
            </a:extLst>
          </p:cNvPr>
          <p:cNvSpPr/>
          <p:nvPr/>
        </p:nvSpPr>
        <p:spPr bwMode="auto">
          <a:xfrm>
            <a:off x="5014282" y="11270510"/>
            <a:ext cx="365760" cy="366661"/>
          </a:xfrm>
          <a:prstGeom prst="ellipse">
            <a:avLst/>
          </a:prstGeom>
          <a:solidFill>
            <a:schemeClr val="accent6">
              <a:lumMod val="40000"/>
              <a:lumOff val="60000"/>
            </a:schemeClr>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14" name="TextBox 13">
            <a:extLst>
              <a:ext uri="{FF2B5EF4-FFF2-40B4-BE49-F238E27FC236}">
                <a16:creationId xmlns:a16="http://schemas.microsoft.com/office/drawing/2014/main" id="{F95CFE6A-0EAF-9EFF-8A4E-FE7AD5F94339}"/>
              </a:ext>
            </a:extLst>
          </p:cNvPr>
          <p:cNvSpPr txBox="1"/>
          <p:nvPr/>
        </p:nvSpPr>
        <p:spPr>
          <a:xfrm>
            <a:off x="5524500" y="11334305"/>
            <a:ext cx="663649" cy="366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000" b="1" kern="0">
                <a:solidFill>
                  <a:srgbClr val="000000"/>
                </a:solidFill>
                <a:ea typeface="+mj-ea"/>
                <a:cs typeface="+mj-cs"/>
                <a:sym typeface="IBM Plex Sans Light"/>
              </a:rPr>
              <a:t>Stop</a:t>
            </a:r>
          </a:p>
        </p:txBody>
      </p:sp>
      <p:sp>
        <p:nvSpPr>
          <p:cNvPr id="15" name="TextBox 14">
            <a:extLst>
              <a:ext uri="{FF2B5EF4-FFF2-40B4-BE49-F238E27FC236}">
                <a16:creationId xmlns:a16="http://schemas.microsoft.com/office/drawing/2014/main" id="{DA9E8B7F-B0B7-FF42-4C03-FE92E4A5167C}"/>
              </a:ext>
            </a:extLst>
          </p:cNvPr>
          <p:cNvSpPr txBox="1"/>
          <p:nvPr/>
        </p:nvSpPr>
        <p:spPr>
          <a:xfrm>
            <a:off x="6499879" y="11173067"/>
            <a:ext cx="4020695" cy="1012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000" kern="0">
                <a:solidFill>
                  <a:schemeClr val="tx2">
                    <a:lumMod val="65000"/>
                    <a:lumOff val="35000"/>
                  </a:schemeClr>
                </a:solidFill>
                <a:ea typeface="+mj-ea"/>
                <a:cs typeface="+mj-cs"/>
                <a:sym typeface="IBM Plex Sans Light"/>
              </a:rPr>
              <a:t>Uncontrolled invoice intake, zero‑tolerance matching, workflow restarts, blanket controls</a:t>
            </a:r>
          </a:p>
        </p:txBody>
      </p:sp>
      <p:sp>
        <p:nvSpPr>
          <p:cNvPr id="16" name="Oval 15">
            <a:extLst>
              <a:ext uri="{FF2B5EF4-FFF2-40B4-BE49-F238E27FC236}">
                <a16:creationId xmlns:a16="http://schemas.microsoft.com/office/drawing/2014/main" id="{15D732E0-8A4F-1F3E-CE50-939550D6A180}"/>
              </a:ext>
            </a:extLst>
          </p:cNvPr>
          <p:cNvSpPr/>
          <p:nvPr/>
        </p:nvSpPr>
        <p:spPr bwMode="auto">
          <a:xfrm>
            <a:off x="10669429" y="11270510"/>
            <a:ext cx="365760" cy="366661"/>
          </a:xfrm>
          <a:prstGeom prst="ellipse">
            <a:avLst/>
          </a:prstGeom>
          <a:solidFill>
            <a:srgbClr val="FDDC69"/>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17" name="TextBox 16">
            <a:extLst>
              <a:ext uri="{FF2B5EF4-FFF2-40B4-BE49-F238E27FC236}">
                <a16:creationId xmlns:a16="http://schemas.microsoft.com/office/drawing/2014/main" id="{01540D04-51B9-CB4A-84AD-A8F9FBC3B567}"/>
              </a:ext>
            </a:extLst>
          </p:cNvPr>
          <p:cNvSpPr txBox="1"/>
          <p:nvPr/>
        </p:nvSpPr>
        <p:spPr>
          <a:xfrm>
            <a:off x="11179647" y="11334305"/>
            <a:ext cx="975379" cy="366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000" b="1" kern="0">
                <a:solidFill>
                  <a:srgbClr val="000000"/>
                </a:solidFill>
                <a:ea typeface="+mj-ea"/>
                <a:cs typeface="+mj-cs"/>
                <a:sym typeface="IBM Plex Sans Light"/>
              </a:rPr>
              <a:t>Change</a:t>
            </a:r>
          </a:p>
        </p:txBody>
      </p:sp>
      <p:sp>
        <p:nvSpPr>
          <p:cNvPr id="18" name="TextBox 17">
            <a:extLst>
              <a:ext uri="{FF2B5EF4-FFF2-40B4-BE49-F238E27FC236}">
                <a16:creationId xmlns:a16="http://schemas.microsoft.com/office/drawing/2014/main" id="{A8BA372E-417E-81D7-5676-206C4D890D86}"/>
              </a:ext>
            </a:extLst>
          </p:cNvPr>
          <p:cNvSpPr txBox="1"/>
          <p:nvPr/>
        </p:nvSpPr>
        <p:spPr>
          <a:xfrm>
            <a:off x="12346411" y="11150823"/>
            <a:ext cx="4557981" cy="1012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000" kern="0">
                <a:solidFill>
                  <a:schemeClr val="tx2">
                    <a:lumMod val="65000"/>
                    <a:lumOff val="35000"/>
                  </a:schemeClr>
                </a:solidFill>
                <a:ea typeface="+mj-ea"/>
                <a:cs typeface="+mj-cs"/>
                <a:sym typeface="IBM Plex Sans Light"/>
              </a:rPr>
              <a:t>Policy enforcement, workflow design (resume‑not‑restart), GR accountability, tax ownership, global process standards</a:t>
            </a:r>
          </a:p>
        </p:txBody>
      </p:sp>
      <p:sp>
        <p:nvSpPr>
          <p:cNvPr id="19" name="Oval 18">
            <a:extLst>
              <a:ext uri="{FF2B5EF4-FFF2-40B4-BE49-F238E27FC236}">
                <a16:creationId xmlns:a16="http://schemas.microsoft.com/office/drawing/2014/main" id="{3A0FAC1C-E690-B5B7-087D-1537C90430F8}"/>
              </a:ext>
            </a:extLst>
          </p:cNvPr>
          <p:cNvSpPr/>
          <p:nvPr/>
        </p:nvSpPr>
        <p:spPr bwMode="auto">
          <a:xfrm>
            <a:off x="17128832" y="11292754"/>
            <a:ext cx="365760" cy="366661"/>
          </a:xfrm>
          <a:prstGeom prst="ellipse">
            <a:avLst/>
          </a:prstGeom>
          <a:solidFill>
            <a:srgbClr val="A7F0BA"/>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0" name="TextBox 19">
            <a:extLst>
              <a:ext uri="{FF2B5EF4-FFF2-40B4-BE49-F238E27FC236}">
                <a16:creationId xmlns:a16="http://schemas.microsoft.com/office/drawing/2014/main" id="{B01E4A5B-7A52-3886-CA35-60DB37053D54}"/>
              </a:ext>
            </a:extLst>
          </p:cNvPr>
          <p:cNvSpPr txBox="1"/>
          <p:nvPr/>
        </p:nvSpPr>
        <p:spPr>
          <a:xfrm>
            <a:off x="17639050" y="11356549"/>
            <a:ext cx="975379" cy="366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000" b="1" kern="0">
                <a:solidFill>
                  <a:srgbClr val="000000"/>
                </a:solidFill>
                <a:ea typeface="+mj-ea"/>
                <a:cs typeface="+mj-cs"/>
                <a:sym typeface="IBM Plex Sans Light"/>
              </a:rPr>
              <a:t>Add</a:t>
            </a:r>
          </a:p>
        </p:txBody>
      </p:sp>
      <p:sp>
        <p:nvSpPr>
          <p:cNvPr id="21" name="TextBox 20">
            <a:extLst>
              <a:ext uri="{FF2B5EF4-FFF2-40B4-BE49-F238E27FC236}">
                <a16:creationId xmlns:a16="http://schemas.microsoft.com/office/drawing/2014/main" id="{E0F670D1-14DA-5CE1-E3EF-446D78E4F3D2}"/>
              </a:ext>
            </a:extLst>
          </p:cNvPr>
          <p:cNvSpPr txBox="1"/>
          <p:nvPr/>
        </p:nvSpPr>
        <p:spPr>
          <a:xfrm>
            <a:off x="18614429" y="11173067"/>
            <a:ext cx="4557981" cy="1012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000" kern="0">
                <a:solidFill>
                  <a:schemeClr val="tx2">
                    <a:lumMod val="65000"/>
                    <a:lumOff val="35000"/>
                  </a:schemeClr>
                </a:solidFill>
                <a:ea typeface="+mj-ea"/>
                <a:cs typeface="+mj-cs"/>
                <a:sym typeface="IBM Plex Sans Light"/>
              </a:rPr>
              <a:t>Automation only where it replaces manual decisions</a:t>
            </a:r>
          </a:p>
        </p:txBody>
      </p:sp>
      <p:sp>
        <p:nvSpPr>
          <p:cNvPr id="23" name="Text 37">
            <a:extLst>
              <a:ext uri="{FF2B5EF4-FFF2-40B4-BE49-F238E27FC236}">
                <a16:creationId xmlns:a16="http://schemas.microsoft.com/office/drawing/2014/main" id="{9099379C-7A11-DBF9-6EDA-E89C1723B84B}"/>
              </a:ext>
            </a:extLst>
          </p:cNvPr>
          <p:cNvSpPr/>
          <p:nvPr/>
        </p:nvSpPr>
        <p:spPr>
          <a:xfrm>
            <a:off x="4725607" y="10734723"/>
            <a:ext cx="18216301" cy="299037"/>
          </a:xfrm>
          <a:prstGeom prst="rect">
            <a:avLst/>
          </a:prstGeom>
          <a:noFill/>
          <a:ln/>
        </p:spPr>
        <p:txBody>
          <a:bodyPr wrap="square" lIns="0" tIns="0" rIns="0" bIns="0"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a:buClr>
                <a:schemeClr val="accent1"/>
              </a:buClr>
            </a:pPr>
            <a:r>
              <a:rPr lang="en-US" sz="2000">
                <a:solidFill>
                  <a:schemeClr val="tx2">
                    <a:lumMod val="75000"/>
                    <a:lumOff val="25000"/>
                  </a:schemeClr>
                </a:solidFill>
              </a:rPr>
              <a:t>A Transformation Roadmap with 19 initiatives envisioned to remove the design causes of cost, enabling sustainable automation and structural cost reduction</a:t>
            </a:r>
          </a:p>
        </p:txBody>
      </p:sp>
      <p:pic>
        <p:nvPicPr>
          <p:cNvPr id="25" name="Graphic 24" descr="Road outline">
            <a:extLst>
              <a:ext uri="{FF2B5EF4-FFF2-40B4-BE49-F238E27FC236}">
                <a16:creationId xmlns:a16="http://schemas.microsoft.com/office/drawing/2014/main" id="{8EC89431-165E-8F06-50AC-691A94D5EE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1548" y="10742834"/>
            <a:ext cx="914400" cy="914400"/>
          </a:xfrm>
          <a:prstGeom prst="rect">
            <a:avLst/>
          </a:prstGeom>
        </p:spPr>
      </p:pic>
      <p:pic>
        <p:nvPicPr>
          <p:cNvPr id="30" name="Graphic 29" descr="Tree With Roots outline">
            <a:extLst>
              <a:ext uri="{FF2B5EF4-FFF2-40B4-BE49-F238E27FC236}">
                <a16:creationId xmlns:a16="http://schemas.microsoft.com/office/drawing/2014/main" id="{EBF6DCBF-7843-D36C-E211-295AEDA371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1548" y="8485764"/>
            <a:ext cx="914400" cy="914400"/>
          </a:xfrm>
          <a:prstGeom prst="rect">
            <a:avLst/>
          </a:prstGeom>
        </p:spPr>
      </p:pic>
      <p:sp>
        <p:nvSpPr>
          <p:cNvPr id="7" name="Rectangle 6">
            <a:extLst>
              <a:ext uri="{FF2B5EF4-FFF2-40B4-BE49-F238E27FC236}">
                <a16:creationId xmlns:a16="http://schemas.microsoft.com/office/drawing/2014/main" id="{C48E728E-CC02-43FA-2C39-1E2E672DCEC1}"/>
              </a:ext>
            </a:extLst>
          </p:cNvPr>
          <p:cNvSpPr/>
          <p:nvPr/>
        </p:nvSpPr>
        <p:spPr bwMode="auto">
          <a:xfrm>
            <a:off x="18689651" y="10581287"/>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5400" b="0" i="0" u="none" strike="noStrike" cap="none" normalizeH="0" baseline="0">
                <a:ln>
                  <a:noFill/>
                </a:ln>
                <a:solidFill>
                  <a:schemeClr val="accent6"/>
                </a:solidFill>
                <a:effectLst/>
                <a:latin typeface="+mn-lt"/>
              </a:rPr>
              <a:t>Rephrase the roadmap piece</a:t>
            </a:r>
          </a:p>
        </p:txBody>
      </p:sp>
    </p:spTree>
    <p:extLst>
      <p:ext uri="{BB962C8B-B14F-4D97-AF65-F5344CB8AC3E}">
        <p14:creationId xmlns:p14="http://schemas.microsoft.com/office/powerpoint/2010/main" val="25316233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B73FD-CF58-F3DA-9DEF-FF1D533A83A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17855AB-FCF2-7E31-8177-8672194EC698}"/>
              </a:ext>
            </a:extLst>
          </p:cNvPr>
          <p:cNvSpPr/>
          <p:nvPr/>
        </p:nvSpPr>
        <p:spPr bwMode="auto">
          <a:xfrm>
            <a:off x="573084" y="9806234"/>
            <a:ext cx="23576650" cy="2555645"/>
          </a:xfrm>
          <a:prstGeom prst="rect">
            <a:avLst/>
          </a:prstGeom>
          <a:solidFill>
            <a:srgbClr val="E5F6FF"/>
          </a:solidFill>
          <a:ln w="19050">
            <a:noFill/>
            <a:headEnd type="none" w="med" len="med"/>
            <a:tailEnd type="none" w="med" len="med"/>
          </a:ln>
          <a:effectLst>
            <a:outerShdw blurRad="254000" algn="tl"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vert="vert270" wrap="square" lIns="182856" tIns="182856" rIns="91428" bIns="0" numCol="1" rtlCol="0" anchor="t" anchorCtr="0" compatLnSpc="1">
            <a:prstTxWarp prst="textNoShape">
              <a:avLst/>
            </a:prstTxWarp>
          </a:bodyPr>
          <a:lstStyle/>
          <a:p>
            <a:pPr marL="0" marR="0" lvl="0" indent="0" algn="ctr" defTabSz="914218"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rgbClr val="002D9C"/>
                </a:solidFill>
                <a:effectLst/>
                <a:uLnTx/>
                <a:uFillTx/>
                <a:latin typeface="IBM Plex Sans Light"/>
                <a:ea typeface="+mn-ea"/>
                <a:cs typeface="+mn-cs"/>
              </a:rPr>
              <a:t>OUTCOMES</a:t>
            </a:r>
          </a:p>
        </p:txBody>
      </p:sp>
      <p:sp>
        <p:nvSpPr>
          <p:cNvPr id="88" name="Content Placeholder 9">
            <a:extLst>
              <a:ext uri="{FF2B5EF4-FFF2-40B4-BE49-F238E27FC236}">
                <a16:creationId xmlns:a16="http://schemas.microsoft.com/office/drawing/2014/main" id="{54B6159F-B06E-0226-6567-4708A18E24DA}"/>
              </a:ext>
            </a:extLst>
          </p:cNvPr>
          <p:cNvSpPr txBox="1">
            <a:spLocks/>
          </p:cNvSpPr>
          <p:nvPr/>
        </p:nvSpPr>
        <p:spPr>
          <a:xfrm>
            <a:off x="573088" y="2589028"/>
            <a:ext cx="21476998" cy="8856920"/>
          </a:xfrm>
          <a:prstGeom prst="rect">
            <a:avLst/>
          </a:prstGeom>
        </p:spPr>
        <p:txBody>
          <a:bodyPr/>
          <a:lstStyle>
            <a:lvl1pPr marL="0" marR="0" indent="0" algn="l" defTabSz="1828837" latinLnBrk="0">
              <a:lnSpc>
                <a:spcPct val="104999"/>
              </a:lnSpc>
              <a:spcBef>
                <a:spcPts val="2000"/>
              </a:spcBef>
              <a:spcAft>
                <a:spcPts val="0"/>
              </a:spcAft>
              <a:buClrTx/>
              <a:buSzTx/>
              <a:buFontTx/>
              <a:buNone/>
              <a:tabLst/>
              <a:defRPr sz="3300" b="0" i="0" u="none" strike="noStrike" cap="none" spc="0" baseline="0">
                <a:solidFill>
                  <a:srgbClr val="000000"/>
                </a:solidFill>
                <a:uFillTx/>
                <a:latin typeface="IBM Plex Sans"/>
                <a:ea typeface="IBM Plex Sans"/>
                <a:cs typeface="IBM Plex Sans"/>
                <a:sym typeface="IBM Plex Sans"/>
              </a:defRPr>
            </a:lvl1pPr>
            <a:lvl2pPr marL="381007" marR="0" indent="-381007" algn="l" defTabSz="1828837" latinLnBrk="0">
              <a:lnSpc>
                <a:spcPct val="104999"/>
              </a:lnSpc>
              <a:spcBef>
                <a:spcPts val="2000"/>
              </a:spcBef>
              <a:spcAft>
                <a:spcPts val="0"/>
              </a:spcAft>
              <a:buClrTx/>
              <a:buSzPct val="100000"/>
              <a:buFontTx/>
              <a:buChar char="-"/>
              <a:tabLst/>
              <a:defRPr sz="3300" b="0" i="0" u="none" strike="noStrike" cap="none" spc="0" baseline="0">
                <a:solidFill>
                  <a:srgbClr val="000000"/>
                </a:solidFill>
                <a:uFillTx/>
                <a:latin typeface="IBM Plex Sans"/>
                <a:ea typeface="IBM Plex Sans"/>
                <a:cs typeface="IBM Plex Sans"/>
                <a:sym typeface="IBM Plex Sans"/>
              </a:defRPr>
            </a:lvl2pPr>
            <a:lvl3pPr marL="762015" marR="0" indent="-381007" algn="l" defTabSz="1828837" latinLnBrk="0">
              <a:lnSpc>
                <a:spcPct val="104999"/>
              </a:lnSpc>
              <a:spcBef>
                <a:spcPts val="2000"/>
              </a:spcBef>
              <a:spcAft>
                <a:spcPts val="0"/>
              </a:spcAft>
              <a:buClrTx/>
              <a:buSzPct val="80000"/>
              <a:buFontTx/>
              <a:buChar char="•"/>
              <a:tabLst/>
              <a:defRPr sz="3300" b="0" i="0" u="none" strike="noStrike" cap="none" spc="0" baseline="0">
                <a:solidFill>
                  <a:srgbClr val="000000"/>
                </a:solidFill>
                <a:uFillTx/>
                <a:latin typeface="IBM Plex Sans"/>
                <a:ea typeface="IBM Plex Sans"/>
                <a:cs typeface="IBM Plex Sans"/>
                <a:sym typeface="IBM Plex Sans"/>
              </a:defRPr>
            </a:lvl3pPr>
            <a:lvl4pPr marL="1143022" marR="0" indent="-381007" algn="l" defTabSz="1828837" latinLnBrk="0">
              <a:lnSpc>
                <a:spcPct val="104999"/>
              </a:lnSpc>
              <a:spcBef>
                <a:spcPts val="2000"/>
              </a:spcBef>
              <a:spcAft>
                <a:spcPts val="0"/>
              </a:spcAft>
              <a:buClrTx/>
              <a:buSzPct val="100000"/>
              <a:buFontTx/>
              <a:buChar char="–"/>
              <a:tabLst/>
              <a:defRPr sz="3300" b="0" i="0" u="none" strike="noStrike" cap="none" spc="0" baseline="0">
                <a:solidFill>
                  <a:srgbClr val="000000"/>
                </a:solidFill>
                <a:uFillTx/>
                <a:latin typeface="IBM Plex Sans"/>
                <a:ea typeface="IBM Plex Sans"/>
                <a:cs typeface="IBM Plex Sans"/>
                <a:sym typeface="IBM Plex Sans"/>
              </a:defRPr>
            </a:lvl4pPr>
            <a:lvl5pPr marL="1524030" marR="0" indent="-381007" algn="l" defTabSz="1828837" latinLnBrk="0">
              <a:lnSpc>
                <a:spcPct val="104999"/>
              </a:lnSpc>
              <a:spcBef>
                <a:spcPts val="2000"/>
              </a:spcBef>
              <a:spcAft>
                <a:spcPts val="0"/>
              </a:spcAft>
              <a:buClrTx/>
              <a:buSzPct val="80000"/>
              <a:buFontTx/>
              <a:buChar char="•"/>
              <a:tabLst/>
              <a:defRPr sz="3300" b="0" i="0" u="none" strike="noStrike" cap="none" spc="0" baseline="0">
                <a:solidFill>
                  <a:srgbClr val="000000"/>
                </a:solidFill>
                <a:uFillTx/>
                <a:latin typeface="IBM Plex Sans"/>
                <a:ea typeface="IBM Plex Sans"/>
                <a:cs typeface="IBM Plex Sans"/>
                <a:sym typeface="IBM Plex Sans"/>
              </a:defRPr>
            </a:lvl5pPr>
            <a:lvl6pPr marL="4991200" marR="0" indent="-419108" algn="l" defTabSz="1828837" latinLnBrk="0">
              <a:lnSpc>
                <a:spcPct val="104999"/>
              </a:lnSpc>
              <a:spcBef>
                <a:spcPts val="2000"/>
              </a:spcBef>
              <a:spcAft>
                <a:spcPts val="0"/>
              </a:spcAft>
              <a:buClrTx/>
              <a:buSzPct val="100000"/>
              <a:buFontTx/>
              <a:buChar char="•"/>
              <a:tabLst/>
              <a:defRPr sz="3300" b="0" i="0" u="none" strike="noStrike" cap="none" spc="0" baseline="0">
                <a:solidFill>
                  <a:srgbClr val="000000"/>
                </a:solidFill>
                <a:uFillTx/>
                <a:latin typeface="IBM Plex Sans"/>
                <a:ea typeface="IBM Plex Sans"/>
                <a:cs typeface="IBM Plex Sans"/>
                <a:sym typeface="IBM Plex Sans"/>
              </a:defRPr>
            </a:lvl6pPr>
            <a:lvl7pPr marL="5905618" marR="0" indent="-419108" algn="l" defTabSz="1828837" latinLnBrk="0">
              <a:lnSpc>
                <a:spcPct val="104999"/>
              </a:lnSpc>
              <a:spcBef>
                <a:spcPts val="2000"/>
              </a:spcBef>
              <a:spcAft>
                <a:spcPts val="0"/>
              </a:spcAft>
              <a:buClrTx/>
              <a:buSzPct val="100000"/>
              <a:buFontTx/>
              <a:buChar char="•"/>
              <a:tabLst/>
              <a:defRPr sz="3300" b="0" i="0" u="none" strike="noStrike" cap="none" spc="0" baseline="0">
                <a:solidFill>
                  <a:srgbClr val="000000"/>
                </a:solidFill>
                <a:uFillTx/>
                <a:latin typeface="IBM Plex Sans"/>
                <a:ea typeface="IBM Plex Sans"/>
                <a:cs typeface="IBM Plex Sans"/>
                <a:sym typeface="IBM Plex Sans"/>
              </a:defRPr>
            </a:lvl7pPr>
            <a:lvl8pPr marL="6820036" marR="0" indent="-419108" algn="l" defTabSz="1828837" latinLnBrk="0">
              <a:lnSpc>
                <a:spcPct val="104999"/>
              </a:lnSpc>
              <a:spcBef>
                <a:spcPts val="2000"/>
              </a:spcBef>
              <a:spcAft>
                <a:spcPts val="0"/>
              </a:spcAft>
              <a:buClrTx/>
              <a:buSzPct val="100000"/>
              <a:buFontTx/>
              <a:buChar char="•"/>
              <a:tabLst/>
              <a:defRPr sz="3300" b="0" i="0" u="none" strike="noStrike" cap="none" spc="0" baseline="0">
                <a:solidFill>
                  <a:srgbClr val="000000"/>
                </a:solidFill>
                <a:uFillTx/>
                <a:latin typeface="IBM Plex Sans"/>
                <a:ea typeface="IBM Plex Sans"/>
                <a:cs typeface="IBM Plex Sans"/>
                <a:sym typeface="IBM Plex Sans"/>
              </a:defRPr>
            </a:lvl8pPr>
            <a:lvl9pPr marL="7734454" marR="0" indent="-419108" algn="l" defTabSz="1828837" latinLnBrk="0">
              <a:lnSpc>
                <a:spcPct val="104999"/>
              </a:lnSpc>
              <a:spcBef>
                <a:spcPts val="2000"/>
              </a:spcBef>
              <a:spcAft>
                <a:spcPts val="0"/>
              </a:spcAft>
              <a:buClrTx/>
              <a:buSzPct val="100000"/>
              <a:buFontTx/>
              <a:buChar char="•"/>
              <a:tabLst/>
              <a:defRPr sz="3300" b="0" i="0" u="none" strike="noStrike" cap="none" spc="0" baseline="0">
                <a:solidFill>
                  <a:srgbClr val="000000"/>
                </a:solidFill>
                <a:uFillTx/>
                <a:latin typeface="IBM Plex Sans"/>
                <a:ea typeface="IBM Plex Sans"/>
                <a:cs typeface="IBM Plex Sans"/>
                <a:sym typeface="IBM Plex Sans"/>
              </a:defRPr>
            </a:lvl9pPr>
          </a:lstStyle>
          <a:p>
            <a:pPr marL="0" marR="0" lvl="0" indent="0" algn="ctr" defTabSz="3657674" rtl="0" eaLnBrk="1" fontAlgn="auto" latinLnBrk="0" hangingPunct="1">
              <a:lnSpc>
                <a:spcPct val="104999"/>
              </a:lnSpc>
              <a:spcBef>
                <a:spcPts val="600"/>
              </a:spcBef>
              <a:spcAft>
                <a:spcPts val="0"/>
              </a:spcAft>
              <a:buClrTx/>
              <a:buSzTx/>
              <a:buFontTx/>
              <a:buNone/>
              <a:tabLst/>
              <a:defRPr/>
            </a:pPr>
            <a:endParaRPr kumimoji="0" lang="en-US" sz="3200" b="0" i="0" u="none" strike="noStrike" kern="1200" cap="none" spc="0" normalizeH="0" baseline="0" noProof="0">
              <a:ln>
                <a:noFill/>
              </a:ln>
              <a:solidFill>
                <a:srgbClr val="002D9C"/>
              </a:solidFill>
              <a:effectLst/>
              <a:uLnTx/>
              <a:uFillTx/>
              <a:latin typeface="IBM Plex Sans Light"/>
              <a:ea typeface="+mn-ea"/>
              <a:cs typeface="+mn-cs"/>
              <a:sym typeface="IBM Plex Sans"/>
            </a:endParaRPr>
          </a:p>
        </p:txBody>
      </p:sp>
      <p:sp>
        <p:nvSpPr>
          <p:cNvPr id="97" name="TextBox 96">
            <a:extLst>
              <a:ext uri="{FF2B5EF4-FFF2-40B4-BE49-F238E27FC236}">
                <a16:creationId xmlns:a16="http://schemas.microsoft.com/office/drawing/2014/main" id="{3C992788-01C4-CA82-6296-CE468181AEB5}"/>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AP Assessment Approach and High-Level Plan</a:t>
            </a:r>
          </a:p>
        </p:txBody>
      </p:sp>
      <p:sp>
        <p:nvSpPr>
          <p:cNvPr id="25" name="Rectangle 24">
            <a:extLst>
              <a:ext uri="{FF2B5EF4-FFF2-40B4-BE49-F238E27FC236}">
                <a16:creationId xmlns:a16="http://schemas.microsoft.com/office/drawing/2014/main" id="{326DC3BF-7AD8-A577-8E1F-BB5442147980}"/>
              </a:ext>
            </a:extLst>
          </p:cNvPr>
          <p:cNvSpPr/>
          <p:nvPr/>
        </p:nvSpPr>
        <p:spPr bwMode="auto">
          <a:xfrm>
            <a:off x="573086" y="3798112"/>
            <a:ext cx="23576650" cy="5827233"/>
          </a:xfrm>
          <a:prstGeom prst="rect">
            <a:avLst/>
          </a:prstGeom>
          <a:solidFill>
            <a:schemeClr val="bg2"/>
          </a:solidFill>
          <a:ln w="19050">
            <a:noFill/>
            <a:headEnd type="none" w="med" len="med"/>
            <a:tailEnd type="none" w="med" len="med"/>
          </a:ln>
          <a:effectLst>
            <a:outerShdw blurRad="254000" algn="tl"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vert="vert270" wrap="square" lIns="182856" tIns="182856" rIns="91428" bIns="0" numCol="1" rtlCol="0" anchor="t" anchorCtr="0" compatLnSpc="1">
            <a:prstTxWarp prst="textNoShape">
              <a:avLst/>
            </a:prstTxWarp>
          </a:bodyPr>
          <a:lstStyle/>
          <a:p>
            <a:pPr marL="0" marR="0" lvl="0" indent="0" algn="ctr" defTabSz="914218"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rgbClr val="002D9C"/>
                </a:solidFill>
                <a:effectLst/>
                <a:uLnTx/>
                <a:uFillTx/>
                <a:latin typeface="IBM Plex Sans Light"/>
                <a:ea typeface="+mn-ea"/>
                <a:cs typeface="+mn-cs"/>
              </a:rPr>
              <a:t>ACTIVITIES</a:t>
            </a:r>
          </a:p>
        </p:txBody>
      </p:sp>
      <p:sp>
        <p:nvSpPr>
          <p:cNvPr id="27" name="Rounded Rectangle 34">
            <a:extLst>
              <a:ext uri="{FF2B5EF4-FFF2-40B4-BE49-F238E27FC236}">
                <a16:creationId xmlns:a16="http://schemas.microsoft.com/office/drawing/2014/main" id="{0AE601B6-EE83-1615-40EA-7CDB3FE85C6C}"/>
              </a:ext>
            </a:extLst>
          </p:cNvPr>
          <p:cNvSpPr/>
          <p:nvPr/>
        </p:nvSpPr>
        <p:spPr bwMode="auto">
          <a:xfrm>
            <a:off x="6988692" y="2270052"/>
            <a:ext cx="5204894" cy="11003624"/>
          </a:xfrm>
          <a:prstGeom prst="roundRect">
            <a:avLst>
              <a:gd name="adj" fmla="val 6802"/>
            </a:avLst>
          </a:prstGeom>
          <a:solidFill>
            <a:schemeClr val="bg2">
              <a:alpha val="46077"/>
            </a:schemeClr>
          </a:solidFill>
          <a:ln w="3175">
            <a:solidFill>
              <a:schemeClr val="bg1">
                <a:lumMod val="75000"/>
              </a:schemeClr>
            </a:solidFill>
            <a:headEnd type="none" w="med" len="med"/>
            <a:tailEnd type="none" w="med" len="med"/>
          </a:ln>
          <a:effectLst>
            <a:outerShdw blurRad="254000" algn="tl"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vert="horz" wrap="square" lIns="182856" tIns="182856" rIns="91428" bIns="0" numCol="1" rtlCol="0" anchor="t" anchorCtr="0" compatLnSpc="1">
            <a:prstTxWarp prst="textNoShape">
              <a:avLst/>
            </a:prstTxWarp>
          </a:bodyPr>
          <a:lstStyle/>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800" b="0" i="0" u="none" strike="noStrike" kern="1200" cap="none" spc="0" normalizeH="0" baseline="0" noProof="0">
                <a:ln>
                  <a:noFill/>
                </a:ln>
                <a:solidFill>
                  <a:srgbClr val="0F62FE"/>
                </a:solidFill>
                <a:effectLst/>
                <a:uLnTx/>
                <a:uFillTx/>
                <a:latin typeface="IBM Plex Sans Light"/>
                <a:ea typeface="+mn-ea"/>
                <a:cs typeface="+mn-cs"/>
              </a:rPr>
              <a:t>Analyze</a:t>
            </a:r>
          </a:p>
          <a:p>
            <a:pPr marL="0" marR="0" lvl="0" indent="0" algn="ctr" defTabSz="914218" rtl="0" eaLnBrk="1" fontAlgn="base" latinLnBrk="0" hangingPunct="1">
              <a:lnSpc>
                <a:spcPct val="100000"/>
              </a:lnSpc>
              <a:spcBef>
                <a:spcPts val="0"/>
              </a:spcBef>
              <a:spcAft>
                <a:spcPct val="0"/>
              </a:spcAft>
              <a:buClrTx/>
              <a:buSzTx/>
              <a:buFontTx/>
              <a:buNone/>
              <a:tabLst/>
              <a:defRPr/>
            </a:pPr>
            <a:endParaRPr kumimoji="0" lang="en-US" sz="2800" b="0" i="0" u="none" strike="noStrike" kern="1200" cap="none" spc="0" normalizeH="0" baseline="0" noProof="0">
              <a:ln>
                <a:noFill/>
              </a:ln>
              <a:solidFill>
                <a:srgbClr val="0F62FE"/>
              </a:solidFill>
              <a:effectLst/>
              <a:uLnTx/>
              <a:uFillTx/>
              <a:latin typeface="IBM Plex Sans Light"/>
              <a:ea typeface="+mn-ea"/>
              <a:cs typeface="+mn-cs"/>
            </a:endParaRPr>
          </a:p>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400" b="1"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Week 2</a:t>
            </a:r>
          </a:p>
          <a:p>
            <a:pPr marL="0" marR="0" lvl="0" indent="0" algn="l" defTabSz="914218" rtl="0" eaLnBrk="1" fontAlgn="base" latinLnBrk="0" hangingPunct="1">
              <a:lnSpc>
                <a:spcPct val="100000"/>
              </a:lnSpc>
              <a:spcBef>
                <a:spcPts val="1200"/>
              </a:spcBef>
              <a:spcAft>
                <a:spcPct val="0"/>
              </a:spcAft>
              <a:buClr>
                <a:srgbClr val="0F62FE"/>
              </a:buClr>
              <a:buSzTx/>
              <a:buFontTx/>
              <a:buNone/>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Identify the triggers behind each failure using real invoice examples (process, policies, technology)</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Link failures to broken assumptions in PO structure, GR timing, and tax handling</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Document where compensating logic exists and why it was introduced</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Validate cause‑and‑effect with AP and IT</a:t>
            </a:r>
          </a:p>
        </p:txBody>
      </p:sp>
      <p:sp>
        <p:nvSpPr>
          <p:cNvPr id="28" name="Rounded Rectangle 34">
            <a:extLst>
              <a:ext uri="{FF2B5EF4-FFF2-40B4-BE49-F238E27FC236}">
                <a16:creationId xmlns:a16="http://schemas.microsoft.com/office/drawing/2014/main" id="{85E65E52-34EA-C039-5F4F-E680C54B7D9C}"/>
              </a:ext>
            </a:extLst>
          </p:cNvPr>
          <p:cNvSpPr/>
          <p:nvPr/>
        </p:nvSpPr>
        <p:spPr bwMode="auto">
          <a:xfrm>
            <a:off x="12507607" y="2270046"/>
            <a:ext cx="5204892" cy="11003624"/>
          </a:xfrm>
          <a:prstGeom prst="roundRect">
            <a:avLst>
              <a:gd name="adj" fmla="val 6802"/>
            </a:avLst>
          </a:prstGeom>
          <a:solidFill>
            <a:schemeClr val="bg2">
              <a:alpha val="46077"/>
            </a:schemeClr>
          </a:solidFill>
          <a:ln w="3175">
            <a:solidFill>
              <a:schemeClr val="bg1">
                <a:lumMod val="75000"/>
              </a:schemeClr>
            </a:solidFill>
            <a:headEnd type="none" w="med" len="med"/>
            <a:tailEnd type="none" w="med" len="med"/>
          </a:ln>
          <a:effectLst>
            <a:outerShdw blurRad="254000" algn="tl"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vert="horz" wrap="square" lIns="182856" tIns="182856" rIns="91428" bIns="0" numCol="1" rtlCol="0" anchor="t" anchorCtr="0" compatLnSpc="1">
            <a:prstTxWarp prst="textNoShape">
              <a:avLst/>
            </a:prstTxWarp>
          </a:bodyPr>
          <a:lstStyle/>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800" b="0" i="0" u="none" strike="noStrike" kern="1200" cap="none" spc="0" normalizeH="0" baseline="0" noProof="0">
                <a:ln>
                  <a:noFill/>
                </a:ln>
                <a:solidFill>
                  <a:srgbClr val="0F62FE"/>
                </a:solidFill>
                <a:effectLst/>
                <a:uLnTx/>
                <a:uFillTx/>
                <a:latin typeface="IBM Plex Sans Light"/>
                <a:ea typeface="+mn-ea"/>
                <a:cs typeface="+mn-cs"/>
              </a:rPr>
              <a:t>Decide</a:t>
            </a:r>
          </a:p>
          <a:p>
            <a:pPr marL="0" marR="0" lvl="0" indent="0" algn="ctr" defTabSz="914218" rtl="0" eaLnBrk="1" fontAlgn="base" latinLnBrk="0" hangingPunct="1">
              <a:lnSpc>
                <a:spcPct val="100000"/>
              </a:lnSpc>
              <a:spcBef>
                <a:spcPts val="0"/>
              </a:spcBef>
              <a:spcAft>
                <a:spcPct val="0"/>
              </a:spcAft>
              <a:buClrTx/>
              <a:buSzTx/>
              <a:buFontTx/>
              <a:buNone/>
              <a:tabLst/>
              <a:defRPr/>
            </a:pPr>
            <a:endParaRPr kumimoji="0" lang="en-US" sz="2800" b="0" i="0" u="none" strike="noStrike" kern="1200" cap="none" spc="0" normalizeH="0" baseline="0" noProof="0">
              <a:ln>
                <a:noFill/>
              </a:ln>
              <a:solidFill>
                <a:srgbClr val="0F62FE"/>
              </a:solidFill>
              <a:effectLst/>
              <a:uLnTx/>
              <a:uFillTx/>
              <a:latin typeface="IBM Plex Sans Light"/>
              <a:ea typeface="+mn-ea"/>
              <a:cs typeface="+mn-cs"/>
            </a:endParaRPr>
          </a:p>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400" b="1"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Week 3</a:t>
            </a:r>
          </a:p>
          <a:p>
            <a:pPr marL="0" marR="0" lvl="0" indent="0" algn="ctr" defTabSz="914218" rtl="0" eaLnBrk="1" fontAlgn="base" latinLnBrk="0" hangingPunct="1">
              <a:lnSpc>
                <a:spcPct val="100000"/>
              </a:lnSpc>
              <a:spcBef>
                <a:spcPts val="1200"/>
              </a:spcBef>
              <a:spcAft>
                <a:spcPct val="0"/>
              </a:spcAft>
              <a:buClrTx/>
              <a:buSzTx/>
              <a:buFontTx/>
              <a:buNone/>
              <a:tabLst/>
              <a:defRPr/>
            </a:pPr>
            <a:endParaRPr kumimoji="0" lang="en-US" sz="2000" b="0" i="0" u="none" strike="noStrike" kern="1200" cap="none" spc="0" normalizeH="0" baseline="0" noProof="0">
              <a:ln>
                <a:noFill/>
              </a:ln>
              <a:solidFill>
                <a:srgbClr val="0F62FE"/>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Decide what technology should stop doing because it creates double‑touch</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Decide what technology should change to handle variability more simply</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Identify where targeted technology additions would replace recurring manual work</a:t>
            </a:r>
          </a:p>
          <a:p>
            <a:pPr marL="342900" marR="0" lvl="0" indent="-342900" algn="l" defTabSz="914218" rtl="0" eaLnBrk="1" fontAlgn="auto"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Identify potential process design or policy changes supporting touchless processing</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Define opportunity areas where effort reduction is realistic</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p:txBody>
      </p:sp>
      <p:sp>
        <p:nvSpPr>
          <p:cNvPr id="29" name="Rounded Rectangle 34">
            <a:extLst>
              <a:ext uri="{FF2B5EF4-FFF2-40B4-BE49-F238E27FC236}">
                <a16:creationId xmlns:a16="http://schemas.microsoft.com/office/drawing/2014/main" id="{8DF1B6F3-A574-E222-C21C-910C6BC778AB}"/>
              </a:ext>
            </a:extLst>
          </p:cNvPr>
          <p:cNvSpPr/>
          <p:nvPr/>
        </p:nvSpPr>
        <p:spPr bwMode="auto">
          <a:xfrm>
            <a:off x="18166905" y="2270046"/>
            <a:ext cx="5204892" cy="11003624"/>
          </a:xfrm>
          <a:prstGeom prst="roundRect">
            <a:avLst>
              <a:gd name="adj" fmla="val 6802"/>
            </a:avLst>
          </a:prstGeom>
          <a:solidFill>
            <a:schemeClr val="bg2">
              <a:alpha val="46077"/>
            </a:schemeClr>
          </a:solidFill>
          <a:ln w="3175">
            <a:solidFill>
              <a:schemeClr val="bg1">
                <a:lumMod val="75000"/>
              </a:schemeClr>
            </a:solidFill>
            <a:headEnd type="none" w="med" len="med"/>
            <a:tailEnd type="none" w="med" len="med"/>
          </a:ln>
          <a:effectLst>
            <a:outerShdw blurRad="254000" algn="tl"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vert="horz" wrap="square" lIns="182856" tIns="182856" rIns="91428" bIns="0" numCol="1" rtlCol="0" anchor="t" anchorCtr="0" compatLnSpc="1">
            <a:prstTxWarp prst="textNoShape">
              <a:avLst/>
            </a:prstTxWarp>
          </a:bodyPr>
          <a:lstStyle/>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800" b="0" i="0" u="none" strike="noStrike" kern="1200" cap="none" spc="0" normalizeH="0" baseline="0" noProof="0">
                <a:ln>
                  <a:noFill/>
                </a:ln>
                <a:solidFill>
                  <a:srgbClr val="0F62FE"/>
                </a:solidFill>
                <a:effectLst/>
                <a:uLnTx/>
                <a:uFillTx/>
                <a:latin typeface="IBM Plex Sans Light"/>
                <a:ea typeface="+mn-ea"/>
                <a:cs typeface="+mn-cs"/>
              </a:rPr>
              <a:t>Plan</a:t>
            </a:r>
          </a:p>
          <a:p>
            <a:pPr marL="0" marR="0" lvl="0" indent="0" algn="ctr" defTabSz="914218" rtl="0" eaLnBrk="1" fontAlgn="base" latinLnBrk="0" hangingPunct="1">
              <a:lnSpc>
                <a:spcPct val="100000"/>
              </a:lnSpc>
              <a:spcBef>
                <a:spcPts val="0"/>
              </a:spcBef>
              <a:spcAft>
                <a:spcPct val="0"/>
              </a:spcAft>
              <a:buClrTx/>
              <a:buSzTx/>
              <a:buFontTx/>
              <a:buNone/>
              <a:tabLst/>
              <a:defRPr/>
            </a:pPr>
            <a:endParaRPr kumimoji="0" lang="en-US" sz="2800" b="0" i="0" u="none" strike="noStrike" kern="1200" cap="none" spc="0" normalizeH="0" baseline="0" noProof="0">
              <a:ln>
                <a:noFill/>
              </a:ln>
              <a:solidFill>
                <a:srgbClr val="0F62FE"/>
              </a:solidFill>
              <a:effectLst/>
              <a:uLnTx/>
              <a:uFillTx/>
              <a:latin typeface="IBM Plex Sans Light"/>
              <a:ea typeface="+mn-ea"/>
              <a:cs typeface="+mn-cs"/>
            </a:endParaRPr>
          </a:p>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400" b="1"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Week 4</a:t>
            </a:r>
          </a:p>
          <a:p>
            <a:pPr marL="0" marR="0" lvl="0" indent="0" algn="ctr" defTabSz="914218" rtl="0" eaLnBrk="1" fontAlgn="base" latinLnBrk="0" hangingPunct="1">
              <a:lnSpc>
                <a:spcPct val="100000"/>
              </a:lnSpc>
              <a:spcBef>
                <a:spcPts val="1200"/>
              </a:spcBef>
              <a:spcAft>
                <a:spcPct val="0"/>
              </a:spcAft>
              <a:buClrTx/>
              <a:buSzTx/>
              <a:buFontTx/>
              <a:buNone/>
              <a:tabLst/>
              <a:defRPr/>
            </a:pPr>
            <a:endParaRPr kumimoji="0" lang="en-US" sz="2000" b="0" i="0" u="none" strike="noStrike" kern="1200" cap="none" spc="0" normalizeH="0" baseline="0" noProof="0">
              <a:ln>
                <a:noFill/>
              </a:ln>
              <a:solidFill>
                <a:srgbClr val="0F62FE"/>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Sequence stop / change / add decisions into a realistic roadmap</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Assign ownership and identify dependencies</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Prepare executive playback</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Nestlé AP Debrief workshop KRK Poland</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IBM Center Transformation Client Zero</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IBM Client Story – TBC</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Industry POV</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p:txBody>
      </p:sp>
      <p:sp>
        <p:nvSpPr>
          <p:cNvPr id="32" name="Rounded Rectangle 34">
            <a:extLst>
              <a:ext uri="{FF2B5EF4-FFF2-40B4-BE49-F238E27FC236}">
                <a16:creationId xmlns:a16="http://schemas.microsoft.com/office/drawing/2014/main" id="{5E201826-F821-5675-9FB0-35AEFFEF43EB}"/>
              </a:ext>
            </a:extLst>
          </p:cNvPr>
          <p:cNvSpPr/>
          <p:nvPr/>
        </p:nvSpPr>
        <p:spPr bwMode="auto">
          <a:xfrm>
            <a:off x="1536989" y="2285990"/>
            <a:ext cx="5035116" cy="11003624"/>
          </a:xfrm>
          <a:prstGeom prst="roundRect">
            <a:avLst>
              <a:gd name="adj" fmla="val 6802"/>
            </a:avLst>
          </a:prstGeom>
          <a:solidFill>
            <a:schemeClr val="bg2">
              <a:alpha val="5400"/>
            </a:schemeClr>
          </a:solidFill>
          <a:ln w="57150">
            <a:solidFill>
              <a:schemeClr val="accent2"/>
            </a:solidFill>
            <a:prstDash val="sysDash"/>
            <a:headEnd type="none" w="med" len="med"/>
            <a:tailEnd type="none" w="med" len="med"/>
          </a:ln>
          <a:effectLst>
            <a:outerShdw blurRad="254000" algn="tl"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vert="horz" wrap="square" lIns="182856" tIns="182856" rIns="91428" bIns="0" numCol="1" rtlCol="0" anchor="t" anchorCtr="0" compatLnSpc="1">
            <a:prstTxWarp prst="textNoShape">
              <a:avLst/>
            </a:prstTxWarp>
          </a:bodyPr>
          <a:lstStyle/>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800" b="0" i="0" u="none" strike="noStrike" kern="1200" cap="none" spc="0" normalizeH="0" baseline="0" noProof="0">
                <a:ln>
                  <a:noFill/>
                </a:ln>
                <a:solidFill>
                  <a:srgbClr val="0F62FE"/>
                </a:solidFill>
                <a:effectLst/>
                <a:uLnTx/>
                <a:uFillTx/>
                <a:latin typeface="IBM Plex Sans Light"/>
                <a:ea typeface="+mn-ea"/>
                <a:cs typeface="+mn-cs"/>
              </a:rPr>
              <a:t>Assess</a:t>
            </a:r>
          </a:p>
          <a:p>
            <a:pPr marL="0" marR="0" lvl="0" indent="0" algn="ctr" defTabSz="914218" rtl="0" eaLnBrk="1" fontAlgn="base" latinLnBrk="0" hangingPunct="1">
              <a:lnSpc>
                <a:spcPct val="100000"/>
              </a:lnSpc>
              <a:spcBef>
                <a:spcPts val="0"/>
              </a:spcBef>
              <a:spcAft>
                <a:spcPct val="0"/>
              </a:spcAft>
              <a:buClrTx/>
              <a:buSzTx/>
              <a:buFontTx/>
              <a:buNone/>
              <a:tabLst/>
              <a:defRPr/>
            </a:pPr>
            <a:endParaRPr kumimoji="0" lang="en-US" sz="2400" b="0" i="0" u="none" strike="noStrike" kern="1200" cap="none" spc="0" normalizeH="0" baseline="0" noProof="0">
              <a:ln>
                <a:noFill/>
              </a:ln>
              <a:solidFill>
                <a:srgbClr val="0F62FE"/>
              </a:solidFill>
              <a:effectLst/>
              <a:uLnTx/>
              <a:uFillTx/>
              <a:latin typeface="IBM Plex Sans Light"/>
              <a:ea typeface="+mn-ea"/>
              <a:cs typeface="+mn-cs"/>
            </a:endParaRPr>
          </a:p>
          <a:p>
            <a:pPr marL="0" marR="0" lvl="0" indent="0" algn="ctr" defTabSz="914218" rtl="0" eaLnBrk="1" fontAlgn="base" latinLnBrk="0" hangingPunct="1">
              <a:lnSpc>
                <a:spcPct val="100000"/>
              </a:lnSpc>
              <a:spcBef>
                <a:spcPts val="0"/>
              </a:spcBef>
              <a:spcAft>
                <a:spcPct val="0"/>
              </a:spcAft>
              <a:buClrTx/>
              <a:buSzTx/>
              <a:buFontTx/>
              <a:buNone/>
              <a:tabLst/>
              <a:defRPr/>
            </a:pPr>
            <a:r>
              <a:rPr kumimoji="0" lang="en-US" sz="2400" b="1"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Week 1</a:t>
            </a:r>
          </a:p>
          <a:p>
            <a:pPr marL="0" marR="0" lvl="0" indent="0" algn="ctr" defTabSz="914218" rtl="0" eaLnBrk="1" fontAlgn="base" latinLnBrk="0" hangingPunct="1">
              <a:lnSpc>
                <a:spcPct val="100000"/>
              </a:lnSpc>
              <a:spcBef>
                <a:spcPts val="1200"/>
              </a:spcBef>
              <a:spcAft>
                <a:spcPct val="0"/>
              </a:spcAft>
              <a:buClrTx/>
              <a:buSzTx/>
              <a:buFontTx/>
              <a:buNone/>
              <a:tabLst/>
              <a:defRPr/>
            </a:pPr>
            <a:endParaRPr kumimoji="0" lang="en-US" sz="2000" b="0" i="0" u="none" strike="noStrike" kern="1200" cap="none" spc="0" normalizeH="0" baseline="0" noProof="0">
              <a:ln>
                <a:noFill/>
              </a:ln>
              <a:solidFill>
                <a:srgbClr val="0F62FE"/>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Identify where automation stops and manual handling starts in the current AP flow with focus on invoice processing &amp; exception resolution.</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Group manual work by failure type (OCR, tax endorsement, matching, double‑touch)</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Compare to Markets/Zones (to be provided by Nestlé) to show cost‑relevant differences in system behavior</a:t>
            </a:r>
          </a:p>
          <a:p>
            <a:pPr marL="342900" marR="0" lvl="0" indent="-342900" algn="l" defTabSz="914218" rtl="0" eaLnBrk="1" fontAlgn="base" latinLnBrk="0" hangingPunct="1">
              <a:lnSpc>
                <a:spcPct val="100000"/>
              </a:lnSpc>
              <a:spcBef>
                <a:spcPts val="1200"/>
              </a:spcBef>
              <a:spcAft>
                <a:spcPct val="0"/>
              </a:spcAft>
              <a:buClr>
                <a:srgbClr val="0F62FE"/>
              </a:buClr>
              <a:buSzTx/>
              <a:buFont typeface="System Font Regular"/>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Confirm which failures are structural versus design‑driven</a:t>
            </a:r>
          </a:p>
        </p:txBody>
      </p:sp>
      <p:cxnSp>
        <p:nvCxnSpPr>
          <p:cNvPr id="44" name="Straight Connector 43">
            <a:extLst>
              <a:ext uri="{FF2B5EF4-FFF2-40B4-BE49-F238E27FC236}">
                <a16:creationId xmlns:a16="http://schemas.microsoft.com/office/drawing/2014/main" id="{7A80702D-919E-3330-54E5-E2C0749DCB09}"/>
              </a:ext>
            </a:extLst>
          </p:cNvPr>
          <p:cNvCxnSpPr>
            <a:cxnSpLocks/>
          </p:cNvCxnSpPr>
          <p:nvPr/>
        </p:nvCxnSpPr>
        <p:spPr bwMode="auto">
          <a:xfrm flipV="1">
            <a:off x="573080" y="9725967"/>
            <a:ext cx="23576650" cy="15788"/>
          </a:xfrm>
          <a:prstGeom prst="line">
            <a:avLst/>
          </a:prstGeom>
          <a:solidFill>
            <a:schemeClr val="bg1"/>
          </a:solidFill>
          <a:ln w="6350">
            <a:solidFill>
              <a:schemeClr val="tx1">
                <a:lumMod val="50000"/>
                <a:lumOff val="50000"/>
              </a:schemeClr>
            </a:solidFill>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5CB151C3-1C80-6614-67DC-8901C51A0F72}"/>
              </a:ext>
            </a:extLst>
          </p:cNvPr>
          <p:cNvSpPr txBox="1"/>
          <p:nvPr/>
        </p:nvSpPr>
        <p:spPr>
          <a:xfrm>
            <a:off x="18182228" y="10236265"/>
            <a:ext cx="5189570" cy="1631216"/>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p>
            <a:pPr marL="342900" marR="0" lvl="0" indent="-342900" algn="l" defTabSz="914218" rtl="0" eaLnBrk="1" fontAlgn="base" latinLnBrk="0" hangingPunct="1">
              <a:lnSpc>
                <a:spcPct val="100000"/>
              </a:lnSpc>
              <a:spcBef>
                <a:spcPts val="1200"/>
              </a:spcBef>
              <a:spcAft>
                <a:spcPct val="0"/>
              </a:spcAft>
              <a:buClr>
                <a:srgbClr val="0F62FE"/>
              </a:buClr>
              <a:buSzTx/>
              <a:buFont typeface="Wingdings" pitchFamily="2" charset="2"/>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A realistic, prioritized roadmap derived from Week‑3 decisions and sequenced in Week 4, showing near‑, mid‑, and longer‑term actions with ownership and dependencies</a:t>
            </a:r>
          </a:p>
        </p:txBody>
      </p:sp>
      <p:sp>
        <p:nvSpPr>
          <p:cNvPr id="50" name="TextBox 49">
            <a:extLst>
              <a:ext uri="{FF2B5EF4-FFF2-40B4-BE49-F238E27FC236}">
                <a16:creationId xmlns:a16="http://schemas.microsoft.com/office/drawing/2014/main" id="{F4097B3D-97D7-9E87-5947-F1DAF4C6C6E5}"/>
              </a:ext>
            </a:extLst>
          </p:cNvPr>
          <p:cNvSpPr txBox="1"/>
          <p:nvPr/>
        </p:nvSpPr>
        <p:spPr>
          <a:xfrm>
            <a:off x="12663860" y="10217773"/>
            <a:ext cx="5130970" cy="1631216"/>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p>
            <a:pPr marL="342900" marR="0" lvl="0" indent="-342900" algn="l" defTabSz="914218" rtl="0" eaLnBrk="1" fontAlgn="base" latinLnBrk="0" hangingPunct="1">
              <a:lnSpc>
                <a:spcPct val="100000"/>
              </a:lnSpc>
              <a:spcBef>
                <a:spcPts val="1200"/>
              </a:spcBef>
              <a:spcAft>
                <a:spcPct val="0"/>
              </a:spcAft>
              <a:buClr>
                <a:srgbClr val="0F62FE"/>
              </a:buClr>
              <a:buSzTx/>
              <a:buFont typeface="Wingdings" pitchFamily="2" charset="2"/>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Explicit decisions on what to stop, change, or add across technology behavior and supporting process or policy changes, with ownership and accepted trade‑offs</a:t>
            </a:r>
          </a:p>
        </p:txBody>
      </p:sp>
      <p:sp>
        <p:nvSpPr>
          <p:cNvPr id="51" name="TextBox 50">
            <a:extLst>
              <a:ext uri="{FF2B5EF4-FFF2-40B4-BE49-F238E27FC236}">
                <a16:creationId xmlns:a16="http://schemas.microsoft.com/office/drawing/2014/main" id="{AAAD5BDF-0828-8780-29E1-32EF0A0AAF44}"/>
              </a:ext>
            </a:extLst>
          </p:cNvPr>
          <p:cNvSpPr txBox="1"/>
          <p:nvPr/>
        </p:nvSpPr>
        <p:spPr>
          <a:xfrm>
            <a:off x="6978208" y="10233133"/>
            <a:ext cx="5204894" cy="2554545"/>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p>
            <a:pPr marL="342900" marR="0" lvl="0" indent="-342900" algn="l" defTabSz="914218" rtl="0" eaLnBrk="1" fontAlgn="base" latinLnBrk="0" hangingPunct="1">
              <a:lnSpc>
                <a:spcPct val="100000"/>
              </a:lnSpc>
              <a:spcBef>
                <a:spcPts val="1200"/>
              </a:spcBef>
              <a:spcAft>
                <a:spcPct val="0"/>
              </a:spcAft>
              <a:buClr>
                <a:srgbClr val="0F62FE"/>
              </a:buClr>
              <a:buSzTx/>
              <a:buFont typeface="Wingdings" pitchFamily="2" charset="2"/>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Validated visibility into where technology, process, and policy create rework, supported by real invoice examples, identified triggers, and documented compensating logic</a:t>
            </a:r>
          </a:p>
          <a:p>
            <a:pPr marL="342900" marR="0" lvl="0" indent="-342900" algn="l" defTabSz="914218" rtl="0" eaLnBrk="1" fontAlgn="base" latinLnBrk="0" hangingPunct="1">
              <a:lnSpc>
                <a:spcPct val="100000"/>
              </a:lnSpc>
              <a:spcBef>
                <a:spcPts val="1200"/>
              </a:spcBef>
              <a:spcAft>
                <a:spcPct val="0"/>
              </a:spcAft>
              <a:buClr>
                <a:srgbClr val="0F62FE"/>
              </a:buClr>
              <a:buSzTx/>
              <a:buFont typeface="Wingdings" pitchFamily="2" charset="2"/>
              <a:buChar char="§"/>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a:p>
            <a:pPr marL="342900" marR="0" lvl="0" indent="-342900" algn="l" defTabSz="914218" rtl="0" eaLnBrk="1" fontAlgn="base" latinLnBrk="0" hangingPunct="1">
              <a:lnSpc>
                <a:spcPct val="100000"/>
              </a:lnSpc>
              <a:spcBef>
                <a:spcPts val="1200"/>
              </a:spcBef>
              <a:spcAft>
                <a:spcPct val="0"/>
              </a:spcAft>
              <a:buClr>
                <a:srgbClr val="0F62FE"/>
              </a:buClr>
              <a:buSzTx/>
              <a:buFont typeface="Wingdings" pitchFamily="2" charset="2"/>
              <a:buChar char="§"/>
              <a:tabLst/>
              <a:defRPr/>
            </a:pPr>
            <a:endPar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endParaRPr>
          </a:p>
        </p:txBody>
      </p:sp>
      <p:sp>
        <p:nvSpPr>
          <p:cNvPr id="52" name="TextBox 51">
            <a:extLst>
              <a:ext uri="{FF2B5EF4-FFF2-40B4-BE49-F238E27FC236}">
                <a16:creationId xmlns:a16="http://schemas.microsoft.com/office/drawing/2014/main" id="{46F724FF-D1C0-7E1D-28E0-700E1947BE14}"/>
              </a:ext>
            </a:extLst>
          </p:cNvPr>
          <p:cNvSpPr txBox="1"/>
          <p:nvPr/>
        </p:nvSpPr>
        <p:spPr>
          <a:xfrm>
            <a:off x="1536989" y="10233134"/>
            <a:ext cx="5035115" cy="1631216"/>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p>
            <a:pPr marL="342900" marR="0" lvl="0" indent="-342900" algn="l" defTabSz="914218" rtl="0" eaLnBrk="1" fontAlgn="base" latinLnBrk="0" hangingPunct="1">
              <a:lnSpc>
                <a:spcPct val="100000"/>
              </a:lnSpc>
              <a:spcBef>
                <a:spcPts val="1200"/>
              </a:spcBef>
              <a:spcAft>
                <a:spcPct val="0"/>
              </a:spcAft>
              <a:buClr>
                <a:srgbClr val="0F62FE"/>
              </a:buClr>
              <a:buSzTx/>
              <a:buFont typeface="Wingdings" pitchFamily="2" charset="2"/>
              <a:buChar char="§"/>
              <a:tabLst/>
              <a:defRPr/>
            </a:pPr>
            <a:r>
              <a:rPr kumimoji="0" lang="en-US" sz="2000" b="0" i="0" u="none" strike="noStrike" kern="1200" cap="none" spc="0" normalizeH="0" baseline="0" noProof="0">
                <a:ln>
                  <a:noFill/>
                </a:ln>
                <a:solidFill>
                  <a:srgbClr val="000000">
                    <a:lumMod val="75000"/>
                    <a:lumOff val="25000"/>
                  </a:srgbClr>
                </a:solidFill>
                <a:effectLst/>
                <a:uLnTx/>
                <a:uFillTx/>
                <a:latin typeface="IBM Plex Sans Light"/>
                <a:ea typeface="+mn-ea"/>
                <a:cs typeface="+mn-cs"/>
              </a:rPr>
              <a:t>An initial explanation of why AP automation has not scaled, based on observed automation stop points, failure types, and differences across markets/zones (hypothesis‑level)</a:t>
            </a:r>
          </a:p>
        </p:txBody>
      </p:sp>
      <p:sp>
        <p:nvSpPr>
          <p:cNvPr id="59" name="Text Placeholder 6">
            <a:extLst>
              <a:ext uri="{FF2B5EF4-FFF2-40B4-BE49-F238E27FC236}">
                <a16:creationId xmlns:a16="http://schemas.microsoft.com/office/drawing/2014/main" id="{5FAF761E-A4EA-F2B4-BA79-409EEBA76A3C}"/>
              </a:ext>
            </a:extLst>
          </p:cNvPr>
          <p:cNvSpPr txBox="1">
            <a:spLocks/>
          </p:cNvSpPr>
          <p:nvPr/>
        </p:nvSpPr>
        <p:spPr>
          <a:xfrm>
            <a:off x="569838" y="1280250"/>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A focused 4‑week assessment designed to give Nestlé clear visibility into AP performance, explain why automation has not scaled despite multiple initiatives, and identify practical opportunities</a:t>
            </a:r>
          </a:p>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endParaRPr kumimoji="0" lang="en-US" sz="2800" b="0" i="0" u="none" strike="noStrike" kern="0" cap="none" spc="0" normalizeH="0" baseline="0" noProof="0">
              <a:ln>
                <a:noFill/>
              </a:ln>
              <a:solidFill>
                <a:srgbClr val="000000"/>
              </a:solidFill>
              <a:effectLst/>
              <a:uLnTx/>
              <a:uFillTx/>
              <a:latin typeface="IBM Plex Sans Light"/>
              <a:sym typeface="IBM Plex Sans Light"/>
            </a:endParaRPr>
          </a:p>
        </p:txBody>
      </p:sp>
      <p:cxnSp>
        <p:nvCxnSpPr>
          <p:cNvPr id="61" name="Straight Arrow Connector 60">
            <a:extLst>
              <a:ext uri="{FF2B5EF4-FFF2-40B4-BE49-F238E27FC236}">
                <a16:creationId xmlns:a16="http://schemas.microsoft.com/office/drawing/2014/main" id="{BBABF28F-30DC-8D18-CA7B-05B288B80286}"/>
              </a:ext>
            </a:extLst>
          </p:cNvPr>
          <p:cNvCxnSpPr>
            <a:cxnSpLocks/>
          </p:cNvCxnSpPr>
          <p:nvPr/>
        </p:nvCxnSpPr>
        <p:spPr bwMode="auto">
          <a:xfrm>
            <a:off x="569837" y="3798114"/>
            <a:ext cx="23579892" cy="0"/>
          </a:xfrm>
          <a:prstGeom prst="straightConnector1">
            <a:avLst/>
          </a:prstGeom>
          <a:ln w="3175">
            <a:solidFill>
              <a:schemeClr val="tx1">
                <a:lumMod val="50000"/>
                <a:lumOff val="50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36C25BB1-E1E9-4FEA-5C6A-7D75EF1FF5AB}"/>
              </a:ext>
            </a:extLst>
          </p:cNvPr>
          <p:cNvSpPr/>
          <p:nvPr/>
        </p:nvSpPr>
        <p:spPr>
          <a:xfrm rot="16200000" flipH="1">
            <a:off x="3884555" y="3686612"/>
            <a:ext cx="274320" cy="274320"/>
          </a:xfrm>
          <a:prstGeom prst="ellipse">
            <a:avLst/>
          </a:prstGeom>
          <a:solidFill>
            <a:schemeClr val="accent2">
              <a:lumMod val="20000"/>
              <a:lumOff val="80000"/>
            </a:schemeClr>
          </a:solidFill>
          <a:ln w="3175">
            <a:solidFill>
              <a:schemeClr val="tx1">
                <a:lumMod val="50000"/>
                <a:lumOff val="50000"/>
              </a:schemeClr>
            </a:solidFill>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0" tIns="0" rIns="0" bIns="0" numCol="1" spcCol="38100" rtlCol="0" anchor="ctr">
            <a:noAutofit/>
          </a:bodyPr>
          <a:lstStyle/>
          <a:p>
            <a:pPr marL="0" marR="0" lvl="0" indent="0" algn="l" defTabSz="136333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IBM Plex Sans" panose="020B0503050000000000" pitchFamily="34" charset="77"/>
              <a:ea typeface="+mn-ea"/>
              <a:cs typeface="Helvetica"/>
              <a:sym typeface="Helvetica"/>
            </a:endParaRPr>
          </a:p>
        </p:txBody>
      </p:sp>
      <p:sp>
        <p:nvSpPr>
          <p:cNvPr id="39" name="Oval 38">
            <a:extLst>
              <a:ext uri="{FF2B5EF4-FFF2-40B4-BE49-F238E27FC236}">
                <a16:creationId xmlns:a16="http://schemas.microsoft.com/office/drawing/2014/main" id="{E368DF49-F2A3-5DBD-DBE1-B460361F3474}"/>
              </a:ext>
            </a:extLst>
          </p:cNvPr>
          <p:cNvSpPr/>
          <p:nvPr/>
        </p:nvSpPr>
        <p:spPr>
          <a:xfrm rot="16200000" flipH="1">
            <a:off x="9482953" y="3686614"/>
            <a:ext cx="274320" cy="274320"/>
          </a:xfrm>
          <a:prstGeom prst="ellipse">
            <a:avLst/>
          </a:prstGeom>
          <a:solidFill>
            <a:schemeClr val="accent2">
              <a:lumMod val="20000"/>
              <a:lumOff val="80000"/>
            </a:schemeClr>
          </a:solidFill>
          <a:ln w="3175">
            <a:solidFill>
              <a:schemeClr val="tx1">
                <a:lumMod val="50000"/>
                <a:lumOff val="50000"/>
              </a:schemeClr>
            </a:solidFill>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0" tIns="0" rIns="0" bIns="0" numCol="1" spcCol="38100" rtlCol="0" anchor="ctr">
            <a:noAutofit/>
          </a:bodyPr>
          <a:lstStyle/>
          <a:p>
            <a:pPr marL="0" marR="0" lvl="0" indent="0" algn="l" defTabSz="136333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IBM Plex Sans" panose="020B0503050000000000" pitchFamily="34" charset="77"/>
              <a:ea typeface="+mn-ea"/>
              <a:cs typeface="Helvetica"/>
              <a:sym typeface="Helvetica"/>
            </a:endParaRPr>
          </a:p>
        </p:txBody>
      </p:sp>
      <p:sp>
        <p:nvSpPr>
          <p:cNvPr id="40" name="Oval 39">
            <a:extLst>
              <a:ext uri="{FF2B5EF4-FFF2-40B4-BE49-F238E27FC236}">
                <a16:creationId xmlns:a16="http://schemas.microsoft.com/office/drawing/2014/main" id="{A803F195-1D16-EF10-9C88-BC809A242364}"/>
              </a:ext>
            </a:extLst>
          </p:cNvPr>
          <p:cNvSpPr/>
          <p:nvPr/>
        </p:nvSpPr>
        <p:spPr>
          <a:xfrm rot="16200000" flipH="1">
            <a:off x="15110053" y="3686614"/>
            <a:ext cx="274320" cy="274320"/>
          </a:xfrm>
          <a:prstGeom prst="ellipse">
            <a:avLst/>
          </a:prstGeom>
          <a:solidFill>
            <a:schemeClr val="accent2">
              <a:lumMod val="20000"/>
              <a:lumOff val="80000"/>
            </a:schemeClr>
          </a:solidFill>
          <a:ln w="3175">
            <a:solidFill>
              <a:schemeClr val="tx1">
                <a:lumMod val="50000"/>
                <a:lumOff val="50000"/>
              </a:schemeClr>
            </a:solidFill>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0" tIns="0" rIns="0" bIns="0" numCol="1" spcCol="38100" rtlCol="0" anchor="ctr">
            <a:noAutofit/>
          </a:bodyPr>
          <a:lstStyle/>
          <a:p>
            <a:pPr marL="0" marR="0" lvl="0" indent="0" algn="l" defTabSz="136333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IBM Plex Sans" panose="020B0503050000000000" pitchFamily="34" charset="77"/>
              <a:ea typeface="+mn-ea"/>
              <a:cs typeface="Helvetica"/>
              <a:sym typeface="Helvetica"/>
            </a:endParaRPr>
          </a:p>
        </p:txBody>
      </p:sp>
      <p:sp>
        <p:nvSpPr>
          <p:cNvPr id="41" name="Oval 40">
            <a:extLst>
              <a:ext uri="{FF2B5EF4-FFF2-40B4-BE49-F238E27FC236}">
                <a16:creationId xmlns:a16="http://schemas.microsoft.com/office/drawing/2014/main" id="{3AC07D51-FA77-177D-3B68-F77D126825BD}"/>
              </a:ext>
            </a:extLst>
          </p:cNvPr>
          <p:cNvSpPr/>
          <p:nvPr/>
        </p:nvSpPr>
        <p:spPr>
          <a:xfrm rot="16200000" flipH="1">
            <a:off x="20742641" y="3686614"/>
            <a:ext cx="274320" cy="274320"/>
          </a:xfrm>
          <a:prstGeom prst="ellipse">
            <a:avLst/>
          </a:prstGeom>
          <a:solidFill>
            <a:schemeClr val="accent2">
              <a:lumMod val="20000"/>
              <a:lumOff val="80000"/>
            </a:schemeClr>
          </a:solidFill>
          <a:ln w="3175">
            <a:solidFill>
              <a:schemeClr val="tx1">
                <a:lumMod val="50000"/>
                <a:lumOff val="50000"/>
              </a:schemeClr>
            </a:solidFill>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0" tIns="0" rIns="0" bIns="0" numCol="1" spcCol="38100" rtlCol="0" anchor="ctr">
            <a:noAutofit/>
          </a:bodyPr>
          <a:lstStyle/>
          <a:p>
            <a:pPr marL="0" marR="0" lvl="0" indent="0" algn="l" defTabSz="136333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IBM Plex Sans" panose="020B0503050000000000" pitchFamily="34" charset="77"/>
              <a:ea typeface="+mn-ea"/>
              <a:cs typeface="Helvetica"/>
              <a:sym typeface="Helvetica"/>
            </a:endParaRPr>
          </a:p>
        </p:txBody>
      </p:sp>
      <p:sp>
        <p:nvSpPr>
          <p:cNvPr id="6" name="TextBox 5">
            <a:extLst>
              <a:ext uri="{FF2B5EF4-FFF2-40B4-BE49-F238E27FC236}">
                <a16:creationId xmlns:a16="http://schemas.microsoft.com/office/drawing/2014/main" id="{BF0D9D5B-E35E-DB12-FB1C-D30995B038E1}"/>
              </a:ext>
            </a:extLst>
          </p:cNvPr>
          <p:cNvSpPr txBox="1"/>
          <p:nvPr/>
        </p:nvSpPr>
        <p:spPr>
          <a:xfrm>
            <a:off x="5041618" y="12542768"/>
            <a:ext cx="15911968" cy="9749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2800" b="0" i="1" u="none" strike="noStrike" kern="0" cap="none" spc="0" normalizeH="0" baseline="0" noProof="0">
                <a:ln>
                  <a:noFill/>
                </a:ln>
                <a:solidFill>
                  <a:srgbClr val="002D9C"/>
                </a:solidFill>
                <a:effectLst/>
                <a:uLnTx/>
                <a:uFillTx/>
                <a:latin typeface="IBM Plex Sans Light"/>
                <a:ea typeface="+mn-ea"/>
                <a:cs typeface="+mn-cs"/>
                <a:sym typeface="IBM Plex Sans Light"/>
              </a:rPr>
              <a:t>The assessment will combine Nestlé‑specific analysis with external industry perspective and challenge</a:t>
            </a:r>
          </a:p>
        </p:txBody>
      </p:sp>
      <p:sp>
        <p:nvSpPr>
          <p:cNvPr id="4" name="Footer Placeholder 4">
            <a:extLst>
              <a:ext uri="{FF2B5EF4-FFF2-40B4-BE49-F238E27FC236}">
                <a16:creationId xmlns:a16="http://schemas.microsoft.com/office/drawing/2014/main" id="{431242C0-D46A-4F11-23C9-FE3CA9D23687}"/>
              </a:ext>
            </a:extLst>
          </p:cNvPr>
          <p:cNvSpPr txBox="1">
            <a:spLocks/>
          </p:cNvSpPr>
          <p:nvPr/>
        </p:nvSpPr>
        <p:spPr>
          <a:xfrm>
            <a:off x="568325" y="12804236"/>
            <a:ext cx="4956175"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5" name="Slide Number Placeholder 3">
            <a:extLst>
              <a:ext uri="{FF2B5EF4-FFF2-40B4-BE49-F238E27FC236}">
                <a16:creationId xmlns:a16="http://schemas.microsoft.com/office/drawing/2014/main" id="{0970E596-AF9C-6D60-CDC1-726FAACA66A8}"/>
              </a:ext>
            </a:extLst>
          </p:cNvPr>
          <p:cNvSpPr txBox="1">
            <a:spLocks/>
          </p:cNvSpPr>
          <p:nvPr/>
        </p:nvSpPr>
        <p:spPr>
          <a:xfrm>
            <a:off x="23411750" y="12951541"/>
            <a:ext cx="400751" cy="246221"/>
          </a:xfrm>
          <a:prstGeom prst="rect">
            <a:avLst/>
          </a:prstGeom>
          <a:ln w="12700">
            <a:miter lim="400000"/>
          </a:ln>
        </p:spPr>
        <p:txBody>
          <a:bodyPr wrap="none" lIns="0" tIns="0" rIns="0" bIns="0" anchor="ctr" anchorCtr="0">
            <a:spAutoFit/>
          </a:bodyPr>
          <a:lstStyle>
            <a:defPPr>
              <a:defRPr lang="en-US"/>
            </a:defPPr>
            <a:lvl1pPr marL="0" algn="r"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8434"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Tree>
    <p:extLst>
      <p:ext uri="{BB962C8B-B14F-4D97-AF65-F5344CB8AC3E}">
        <p14:creationId xmlns:p14="http://schemas.microsoft.com/office/powerpoint/2010/main" val="340866969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E8FA7-80E3-0128-7B7A-EF7CC5A2ECAA}"/>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CB78EEE8-BDBC-0E4C-4F61-439FE0124929}"/>
              </a:ext>
            </a:extLst>
          </p:cNvPr>
          <p:cNvSpPr txBox="1">
            <a:spLocks/>
          </p:cNvSpPr>
          <p:nvPr/>
        </p:nvSpPr>
        <p:spPr>
          <a:xfrm>
            <a:off x="364427" y="2038972"/>
            <a:ext cx="23207740" cy="10946658"/>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indent="-742950" defTabSz="2437912">
              <a:lnSpc>
                <a:spcPct val="110000"/>
              </a:lnSpc>
              <a:spcBef>
                <a:spcPts val="0"/>
              </a:spcBef>
              <a:buClr>
                <a:srgbClr val="0F62FE"/>
              </a:buClr>
              <a:buSzTx/>
              <a:buFont typeface="Wingdings" pitchFamily="2" charset="2"/>
              <a:buAutoNum type="arabicPeriod"/>
              <a:defRPr/>
            </a:pPr>
            <a:endParaRPr lang="en-US" sz="1800" kern="0">
              <a:ln>
                <a:noFill/>
              </a:ln>
              <a:solidFill>
                <a:srgbClr val="000000"/>
              </a:solidFill>
              <a:latin typeface="+mn-lt"/>
              <a:ea typeface="+mj-ea"/>
              <a:cs typeface="+mj-cs"/>
            </a:endParaRPr>
          </a:p>
        </p:txBody>
      </p:sp>
      <p:sp>
        <p:nvSpPr>
          <p:cNvPr id="7" name="Rounded Rectangle 6">
            <a:extLst>
              <a:ext uri="{FF2B5EF4-FFF2-40B4-BE49-F238E27FC236}">
                <a16:creationId xmlns:a16="http://schemas.microsoft.com/office/drawing/2014/main" id="{86B1CCB3-7A55-DF4D-3C37-F97C675B96A8}"/>
              </a:ext>
            </a:extLst>
          </p:cNvPr>
          <p:cNvSpPr/>
          <p:nvPr/>
        </p:nvSpPr>
        <p:spPr bwMode="auto">
          <a:xfrm>
            <a:off x="5711086" y="6216492"/>
            <a:ext cx="5668595" cy="351342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4" name="Rounded Rectangle 23">
            <a:extLst>
              <a:ext uri="{FF2B5EF4-FFF2-40B4-BE49-F238E27FC236}">
                <a16:creationId xmlns:a16="http://schemas.microsoft.com/office/drawing/2014/main" id="{B360FFAE-0583-99E2-B84D-23D17F31321C}"/>
              </a:ext>
            </a:extLst>
          </p:cNvPr>
          <p:cNvSpPr/>
          <p:nvPr/>
        </p:nvSpPr>
        <p:spPr bwMode="auto">
          <a:xfrm>
            <a:off x="11595967" y="6216491"/>
            <a:ext cx="5668595" cy="351342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2" name="Rounded Rectangle 31">
            <a:extLst>
              <a:ext uri="{FF2B5EF4-FFF2-40B4-BE49-F238E27FC236}">
                <a16:creationId xmlns:a16="http://schemas.microsoft.com/office/drawing/2014/main" id="{F4B4D797-A5FF-D2FE-A6C5-129893BC683F}"/>
              </a:ext>
            </a:extLst>
          </p:cNvPr>
          <p:cNvSpPr/>
          <p:nvPr/>
        </p:nvSpPr>
        <p:spPr bwMode="auto">
          <a:xfrm>
            <a:off x="17480848" y="6216491"/>
            <a:ext cx="5668595" cy="351342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3" name="Rounded Rectangle 32">
            <a:extLst>
              <a:ext uri="{FF2B5EF4-FFF2-40B4-BE49-F238E27FC236}">
                <a16:creationId xmlns:a16="http://schemas.microsoft.com/office/drawing/2014/main" id="{80CB3FE9-B8F6-2C30-239E-543C14CEB9DD}"/>
              </a:ext>
            </a:extLst>
          </p:cNvPr>
          <p:cNvSpPr/>
          <p:nvPr/>
        </p:nvSpPr>
        <p:spPr bwMode="auto">
          <a:xfrm>
            <a:off x="17524878" y="2499686"/>
            <a:ext cx="5668595" cy="351342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4" name="Rounded Rectangle 33">
            <a:extLst>
              <a:ext uri="{FF2B5EF4-FFF2-40B4-BE49-F238E27FC236}">
                <a16:creationId xmlns:a16="http://schemas.microsoft.com/office/drawing/2014/main" id="{91A8BE24-93D7-21E6-210E-3D8D9F160F0D}"/>
              </a:ext>
            </a:extLst>
          </p:cNvPr>
          <p:cNvSpPr/>
          <p:nvPr/>
        </p:nvSpPr>
        <p:spPr bwMode="auto">
          <a:xfrm>
            <a:off x="11595967" y="2504048"/>
            <a:ext cx="5668595" cy="351342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Rounded Rectangle 1">
            <a:extLst>
              <a:ext uri="{FF2B5EF4-FFF2-40B4-BE49-F238E27FC236}">
                <a16:creationId xmlns:a16="http://schemas.microsoft.com/office/drawing/2014/main" id="{64C3B477-93B7-B040-7B58-98DAA59F3DA6}"/>
              </a:ext>
            </a:extLst>
          </p:cNvPr>
          <p:cNvSpPr/>
          <p:nvPr/>
        </p:nvSpPr>
        <p:spPr bwMode="auto">
          <a:xfrm>
            <a:off x="5687039" y="2536555"/>
            <a:ext cx="5668595" cy="351342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5" name="Footer Placeholder 4">
            <a:extLst>
              <a:ext uri="{FF2B5EF4-FFF2-40B4-BE49-F238E27FC236}">
                <a16:creationId xmlns:a16="http://schemas.microsoft.com/office/drawing/2014/main" id="{094933D6-7B31-8D65-F4F8-F2C65276A3B8}"/>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C4F2A1A4-4CF7-58D9-5D1E-021DA00DC074}"/>
              </a:ext>
            </a:extLst>
          </p:cNvPr>
          <p:cNvSpPr>
            <a:spLocks noGrp="1"/>
          </p:cNvSpPr>
          <p:nvPr>
            <p:ph type="sldNum" sz="quarter" idx="4"/>
          </p:nvPr>
        </p:nvSpPr>
        <p:spPr/>
        <p:txBody>
          <a:bodyPr/>
          <a:lstStyle/>
          <a:p>
            <a:fld id="{86CB4B4D-7CA3-9044-876B-883B54F8677D}" type="slidenum">
              <a:rPr lang="en-US" smtClean="0"/>
              <a:pPr/>
              <a:t>7</a:t>
            </a:fld>
            <a:endParaRPr lang="en-US"/>
          </a:p>
        </p:txBody>
      </p:sp>
      <p:sp>
        <p:nvSpPr>
          <p:cNvPr id="27" name="TextBox 26">
            <a:extLst>
              <a:ext uri="{FF2B5EF4-FFF2-40B4-BE49-F238E27FC236}">
                <a16:creationId xmlns:a16="http://schemas.microsoft.com/office/drawing/2014/main" id="{69C0BE4E-3B35-E07C-98D2-3DA1F850BD70}"/>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Key Performance Indicators — Baseline</a:t>
            </a:r>
          </a:p>
        </p:txBody>
      </p:sp>
      <p:sp>
        <p:nvSpPr>
          <p:cNvPr id="28" name="Text Placeholder 6">
            <a:extLst>
              <a:ext uri="{FF2B5EF4-FFF2-40B4-BE49-F238E27FC236}">
                <a16:creationId xmlns:a16="http://schemas.microsoft.com/office/drawing/2014/main" id="{5B36516A-7D93-5E77-6977-7496131B1698}"/>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1828434">
              <a:spcBef>
                <a:spcPts val="2934"/>
              </a:spcBef>
              <a:defRPr/>
            </a:pPr>
            <a:r>
              <a:rPr lang="en-US" sz="2800" kern="0">
                <a:solidFill>
                  <a:srgbClr val="000000"/>
                </a:solidFill>
                <a:latin typeface="IBM Plex Sans Light"/>
                <a:sym typeface="IBM Plex Sans Light"/>
              </a:rPr>
              <a:t>Baseline automation, quality, and timeliness metrics prior to transformation</a:t>
            </a:r>
          </a:p>
        </p:txBody>
      </p:sp>
      <p:sp>
        <p:nvSpPr>
          <p:cNvPr id="4" name="TextBox 3">
            <a:extLst>
              <a:ext uri="{FF2B5EF4-FFF2-40B4-BE49-F238E27FC236}">
                <a16:creationId xmlns:a16="http://schemas.microsoft.com/office/drawing/2014/main" id="{04683574-808B-F2A0-A5C0-CE201833DB78}"/>
              </a:ext>
            </a:extLst>
          </p:cNvPr>
          <p:cNvSpPr txBox="1"/>
          <p:nvPr/>
        </p:nvSpPr>
        <p:spPr>
          <a:xfrm>
            <a:off x="11321647" y="2924938"/>
            <a:ext cx="5394960" cy="1477328"/>
          </a:xfrm>
          <a:prstGeom prst="rect">
            <a:avLst/>
          </a:prstGeom>
          <a:noFill/>
        </p:spPr>
        <p:txBody>
          <a:bodyPr wrap="square" lIns="0" tIns="0" rIns="0" bIns="0" anchor="ctr">
            <a:spAutoFit/>
          </a:bodyPr>
          <a:lstStyle/>
          <a:p>
            <a:pPr algn="ctr" defTabSz="914400"/>
            <a:r>
              <a:rPr lang="en-US" sz="9600" b="1">
                <a:solidFill>
                  <a:schemeClr val="accent1"/>
                </a:solidFill>
                <a:latin typeface="IBM Plex Sans Thin" panose="020B0203050203000203" pitchFamily="34" charset="0"/>
              </a:rPr>
              <a:t>66</a:t>
            </a:r>
            <a:r>
              <a:rPr sz="9600" b="1">
                <a:solidFill>
                  <a:schemeClr val="accent1"/>
                </a:solidFill>
                <a:latin typeface="IBM Plex Sans Thin" panose="020B0203050203000203" pitchFamily="34" charset="0"/>
              </a:rPr>
              <a:t>%</a:t>
            </a:r>
          </a:p>
        </p:txBody>
      </p:sp>
      <p:sp>
        <p:nvSpPr>
          <p:cNvPr id="11" name="TextBox 10">
            <a:extLst>
              <a:ext uri="{FF2B5EF4-FFF2-40B4-BE49-F238E27FC236}">
                <a16:creationId xmlns:a16="http://schemas.microsoft.com/office/drawing/2014/main" id="{A4783B1C-9FAE-3FAE-967F-DB453A8C9EF0}"/>
              </a:ext>
            </a:extLst>
          </p:cNvPr>
          <p:cNvSpPr txBox="1"/>
          <p:nvPr/>
        </p:nvSpPr>
        <p:spPr>
          <a:xfrm>
            <a:off x="11595967" y="4632705"/>
            <a:ext cx="4846320" cy="1292662"/>
          </a:xfrm>
          <a:prstGeom prst="rect">
            <a:avLst/>
          </a:prstGeom>
          <a:noFill/>
        </p:spPr>
        <p:txBody>
          <a:bodyPr wrap="square" lIns="0" tIns="0" rIns="0" bIns="0" anchor="t">
            <a:spAutoFit/>
          </a:bodyPr>
          <a:lstStyle/>
          <a:p>
            <a:pPr algn="ctr" defTabSz="914400"/>
            <a:r>
              <a:rPr lang="en-US" sz="2800">
                <a:solidFill>
                  <a:schemeClr val="accent1"/>
                </a:solidFill>
              </a:rPr>
              <a:t>Automatically posted invoices (All)</a:t>
            </a:r>
          </a:p>
          <a:p>
            <a:pPr algn="ctr" defTabSz="914400"/>
            <a:r>
              <a:rPr lang="en-US" sz="2800">
                <a:solidFill>
                  <a:schemeClr val="accent1"/>
                </a:solidFill>
              </a:rPr>
              <a:t>*NBS Target 72%</a:t>
            </a:r>
          </a:p>
        </p:txBody>
      </p:sp>
      <p:sp>
        <p:nvSpPr>
          <p:cNvPr id="17" name="TextBox 16">
            <a:extLst>
              <a:ext uri="{FF2B5EF4-FFF2-40B4-BE49-F238E27FC236}">
                <a16:creationId xmlns:a16="http://schemas.microsoft.com/office/drawing/2014/main" id="{08B26843-EF4B-AD33-FD0D-0A8B0D0620A5}"/>
              </a:ext>
            </a:extLst>
          </p:cNvPr>
          <p:cNvSpPr txBox="1"/>
          <p:nvPr/>
        </p:nvSpPr>
        <p:spPr>
          <a:xfrm>
            <a:off x="17718781" y="3006484"/>
            <a:ext cx="4846320" cy="1477328"/>
          </a:xfrm>
          <a:prstGeom prst="rect">
            <a:avLst/>
          </a:prstGeom>
          <a:noFill/>
        </p:spPr>
        <p:txBody>
          <a:bodyPr wrap="square" lIns="0" tIns="0" rIns="0" bIns="0" anchor="ctr">
            <a:spAutoFit/>
          </a:bodyPr>
          <a:lstStyle/>
          <a:p>
            <a:pPr algn="ctr" defTabSz="914400"/>
            <a:r>
              <a:rPr lang="en-US" sz="9600" b="1">
                <a:solidFill>
                  <a:schemeClr val="accent1"/>
                </a:solidFill>
                <a:latin typeface="IBM Plex Sans Thin" panose="020B0203050203000203" pitchFamily="34" charset="0"/>
              </a:rPr>
              <a:t>29%</a:t>
            </a:r>
            <a:endParaRPr lang="en-US" sz="4000" b="1">
              <a:solidFill>
                <a:schemeClr val="accent1"/>
              </a:solidFill>
              <a:latin typeface="IBM Plex Sans Thin" panose="020B0203050203000203" pitchFamily="34" charset="0"/>
            </a:endParaRPr>
          </a:p>
        </p:txBody>
      </p:sp>
      <p:sp>
        <p:nvSpPr>
          <p:cNvPr id="18" name="TextBox 17">
            <a:extLst>
              <a:ext uri="{FF2B5EF4-FFF2-40B4-BE49-F238E27FC236}">
                <a16:creationId xmlns:a16="http://schemas.microsoft.com/office/drawing/2014/main" id="{DE70915E-61AA-EB87-8A8D-2FD571A60A1E}"/>
              </a:ext>
            </a:extLst>
          </p:cNvPr>
          <p:cNvSpPr txBox="1"/>
          <p:nvPr/>
        </p:nvSpPr>
        <p:spPr>
          <a:xfrm>
            <a:off x="17766982" y="4632705"/>
            <a:ext cx="4846320" cy="1292662"/>
          </a:xfrm>
          <a:prstGeom prst="rect">
            <a:avLst/>
          </a:prstGeom>
          <a:noFill/>
        </p:spPr>
        <p:txBody>
          <a:bodyPr wrap="square" lIns="0" tIns="0" rIns="0" bIns="0" anchor="t">
            <a:spAutoFit/>
          </a:bodyPr>
          <a:lstStyle/>
          <a:p>
            <a:pPr algn="ctr" defTabSz="914400"/>
            <a:r>
              <a:rPr lang="en-US" sz="2800">
                <a:solidFill>
                  <a:schemeClr val="accent1"/>
                </a:solidFill>
              </a:rPr>
              <a:t>Automatically posted invoices (BPO)</a:t>
            </a:r>
          </a:p>
          <a:p>
            <a:pPr algn="ctr" defTabSz="914400"/>
            <a:endParaRPr sz="2800">
              <a:solidFill>
                <a:schemeClr val="accent1"/>
              </a:solidFill>
            </a:endParaRPr>
          </a:p>
        </p:txBody>
      </p:sp>
      <p:sp>
        <p:nvSpPr>
          <p:cNvPr id="20" name="TextBox 19">
            <a:extLst>
              <a:ext uri="{FF2B5EF4-FFF2-40B4-BE49-F238E27FC236}">
                <a16:creationId xmlns:a16="http://schemas.microsoft.com/office/drawing/2014/main" id="{D461A1D7-03B2-A11C-DD65-F34EB4FB66B2}"/>
              </a:ext>
            </a:extLst>
          </p:cNvPr>
          <p:cNvSpPr txBox="1"/>
          <p:nvPr/>
        </p:nvSpPr>
        <p:spPr>
          <a:xfrm>
            <a:off x="6339600" y="6817247"/>
            <a:ext cx="4838657" cy="1354217"/>
          </a:xfrm>
          <a:prstGeom prst="rect">
            <a:avLst/>
          </a:prstGeom>
          <a:noFill/>
        </p:spPr>
        <p:txBody>
          <a:bodyPr wrap="square" lIns="0" tIns="0" rIns="0" bIns="0" anchor="ctr">
            <a:spAutoFit/>
          </a:bodyPr>
          <a:lstStyle/>
          <a:p>
            <a:pPr algn="ctr" defTabSz="914400"/>
            <a:r>
              <a:rPr lang="en-US" sz="8800" b="1">
                <a:solidFill>
                  <a:schemeClr val="accent1"/>
                </a:solidFill>
                <a:latin typeface="IBM Plex Sans Thin" panose="020B0203050203000203" pitchFamily="34" charset="0"/>
              </a:rPr>
              <a:t>77</a:t>
            </a:r>
            <a:r>
              <a:rPr sz="8800" b="1">
                <a:solidFill>
                  <a:schemeClr val="accent1"/>
                </a:solidFill>
                <a:latin typeface="IBM Plex Sans Thin" panose="020B0203050203000203" pitchFamily="34" charset="0"/>
              </a:rPr>
              <a:t>%</a:t>
            </a:r>
            <a:endParaRPr lang="en-US" sz="8800" b="1">
              <a:solidFill>
                <a:schemeClr val="accent1"/>
              </a:solidFill>
              <a:latin typeface="IBM Plex Sans Thin" panose="020B0203050203000203" pitchFamily="34" charset="0"/>
            </a:endParaRPr>
          </a:p>
        </p:txBody>
      </p:sp>
      <p:sp>
        <p:nvSpPr>
          <p:cNvPr id="21" name="TextBox 20">
            <a:extLst>
              <a:ext uri="{FF2B5EF4-FFF2-40B4-BE49-F238E27FC236}">
                <a16:creationId xmlns:a16="http://schemas.microsoft.com/office/drawing/2014/main" id="{754874C4-BC7A-2E80-38C6-A546125FAF8B}"/>
              </a:ext>
            </a:extLst>
          </p:cNvPr>
          <p:cNvSpPr txBox="1"/>
          <p:nvPr/>
        </p:nvSpPr>
        <p:spPr>
          <a:xfrm>
            <a:off x="6219434" y="8113922"/>
            <a:ext cx="4838657" cy="1292662"/>
          </a:xfrm>
          <a:prstGeom prst="rect">
            <a:avLst/>
          </a:prstGeom>
          <a:noFill/>
        </p:spPr>
        <p:txBody>
          <a:bodyPr wrap="square" lIns="0" tIns="0" rIns="0" bIns="0" anchor="t">
            <a:spAutoFit/>
          </a:bodyPr>
          <a:lstStyle/>
          <a:p>
            <a:pPr algn="ctr" defTabSz="914400"/>
            <a:r>
              <a:rPr lang="en-US" sz="2800">
                <a:solidFill>
                  <a:schemeClr val="accent1"/>
                </a:solidFill>
              </a:rPr>
              <a:t>Unit Price Invoice vs. PO</a:t>
            </a:r>
          </a:p>
          <a:p>
            <a:pPr algn="ctr" defTabSz="914400"/>
            <a:r>
              <a:rPr lang="en-US" sz="2800">
                <a:solidFill>
                  <a:schemeClr val="accent1"/>
                </a:solidFill>
              </a:rPr>
              <a:t>*NBS Target 95%</a:t>
            </a:r>
          </a:p>
          <a:p>
            <a:pPr algn="ctr" defTabSz="914400"/>
            <a:endParaRPr lang="en-US" sz="2800">
              <a:solidFill>
                <a:schemeClr val="accent1"/>
              </a:solidFill>
            </a:endParaRPr>
          </a:p>
        </p:txBody>
      </p:sp>
      <p:sp>
        <p:nvSpPr>
          <p:cNvPr id="25" name="TextBox 24">
            <a:extLst>
              <a:ext uri="{FF2B5EF4-FFF2-40B4-BE49-F238E27FC236}">
                <a16:creationId xmlns:a16="http://schemas.microsoft.com/office/drawing/2014/main" id="{7EF950FB-73EA-80F2-C907-3A818145FF35}"/>
              </a:ext>
            </a:extLst>
          </p:cNvPr>
          <p:cNvSpPr txBox="1"/>
          <p:nvPr/>
        </p:nvSpPr>
        <p:spPr>
          <a:xfrm>
            <a:off x="1206679" y="9980500"/>
            <a:ext cx="13716000" cy="492443"/>
          </a:xfrm>
          <a:prstGeom prst="rect">
            <a:avLst/>
          </a:prstGeom>
          <a:noFill/>
        </p:spPr>
        <p:txBody>
          <a:bodyPr wrap="square" lIns="0" tIns="0" rIns="0" bIns="0" anchor="ctr">
            <a:spAutoFit/>
          </a:bodyPr>
          <a:lstStyle/>
          <a:p>
            <a:pPr defTabSz="914400"/>
            <a:r>
              <a:rPr sz="3200">
                <a:solidFill>
                  <a:schemeClr val="accent1"/>
                </a:solidFill>
              </a:rPr>
              <a:t>Invoice Volume Architecture</a:t>
            </a:r>
          </a:p>
        </p:txBody>
      </p:sp>
      <p:sp>
        <p:nvSpPr>
          <p:cNvPr id="29" name="Rectangle 28">
            <a:extLst>
              <a:ext uri="{FF2B5EF4-FFF2-40B4-BE49-F238E27FC236}">
                <a16:creationId xmlns:a16="http://schemas.microsoft.com/office/drawing/2014/main" id="{0EA99E55-6B6D-2FD6-F7B6-FFED13201604}"/>
              </a:ext>
            </a:extLst>
          </p:cNvPr>
          <p:cNvSpPr/>
          <p:nvPr/>
        </p:nvSpPr>
        <p:spPr>
          <a:xfrm>
            <a:off x="1206679" y="10570521"/>
            <a:ext cx="2377440" cy="2233042"/>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sz="4400">
              <a:solidFill>
                <a:prstClr val="white"/>
              </a:solidFill>
            </a:endParaRPr>
          </a:p>
        </p:txBody>
      </p:sp>
      <p:sp>
        <p:nvSpPr>
          <p:cNvPr id="30" name="TextBox 29">
            <a:extLst>
              <a:ext uri="{FF2B5EF4-FFF2-40B4-BE49-F238E27FC236}">
                <a16:creationId xmlns:a16="http://schemas.microsoft.com/office/drawing/2014/main" id="{E7AA43E1-80D2-F006-9DAB-FF25534BA9D3}"/>
              </a:ext>
            </a:extLst>
          </p:cNvPr>
          <p:cNvSpPr txBox="1"/>
          <p:nvPr/>
        </p:nvSpPr>
        <p:spPr>
          <a:xfrm>
            <a:off x="1206679" y="10958881"/>
            <a:ext cx="2377440" cy="369332"/>
          </a:xfrm>
          <a:prstGeom prst="rect">
            <a:avLst/>
          </a:prstGeom>
          <a:noFill/>
        </p:spPr>
        <p:txBody>
          <a:bodyPr wrap="square" lIns="0" tIns="0" rIns="0" bIns="0" anchor="ctr">
            <a:spAutoFit/>
          </a:bodyPr>
          <a:lstStyle/>
          <a:p>
            <a:pPr algn="ctr" defTabSz="914400"/>
            <a:r>
              <a:rPr sz="2400">
                <a:solidFill>
                  <a:srgbClr val="161616"/>
                </a:solidFill>
              </a:rPr>
              <a:t>Invoice Receipt</a:t>
            </a:r>
          </a:p>
        </p:txBody>
      </p:sp>
      <p:sp>
        <p:nvSpPr>
          <p:cNvPr id="35" name="TextBox 34">
            <a:extLst>
              <a:ext uri="{FF2B5EF4-FFF2-40B4-BE49-F238E27FC236}">
                <a16:creationId xmlns:a16="http://schemas.microsoft.com/office/drawing/2014/main" id="{3B427DA9-68A7-A43D-8958-8C2388CFCD55}"/>
              </a:ext>
            </a:extLst>
          </p:cNvPr>
          <p:cNvSpPr txBox="1"/>
          <p:nvPr/>
        </p:nvSpPr>
        <p:spPr>
          <a:xfrm>
            <a:off x="1389559" y="11742551"/>
            <a:ext cx="2011680" cy="861774"/>
          </a:xfrm>
          <a:prstGeom prst="rect">
            <a:avLst/>
          </a:prstGeom>
          <a:solidFill>
            <a:schemeClr val="accent1"/>
          </a:solidFill>
        </p:spPr>
        <p:txBody>
          <a:bodyPr wrap="square" lIns="0" tIns="0" rIns="0" bIns="0" anchor="ctr">
            <a:normAutofit/>
          </a:bodyPr>
          <a:lstStyle/>
          <a:p>
            <a:pPr algn="ctr" defTabSz="914400"/>
            <a:r>
              <a:rPr sz="2000">
                <a:solidFill>
                  <a:srgbClr val="FFFFFF"/>
                </a:solidFill>
              </a:rPr>
              <a:t>Tungsten/Email/Post</a:t>
            </a:r>
          </a:p>
        </p:txBody>
      </p:sp>
      <p:sp>
        <p:nvSpPr>
          <p:cNvPr id="36" name="TextBox 35">
            <a:extLst>
              <a:ext uri="{FF2B5EF4-FFF2-40B4-BE49-F238E27FC236}">
                <a16:creationId xmlns:a16="http://schemas.microsoft.com/office/drawing/2014/main" id="{CAB66F2F-6FAB-83E4-6CD2-938C8C96F691}"/>
              </a:ext>
            </a:extLst>
          </p:cNvPr>
          <p:cNvSpPr txBox="1"/>
          <p:nvPr/>
        </p:nvSpPr>
        <p:spPr>
          <a:xfrm>
            <a:off x="3584119" y="11161608"/>
            <a:ext cx="329184" cy="677108"/>
          </a:xfrm>
          <a:prstGeom prst="rect">
            <a:avLst/>
          </a:prstGeom>
          <a:noFill/>
        </p:spPr>
        <p:txBody>
          <a:bodyPr wrap="square" lIns="0" tIns="0" rIns="0" bIns="0" anchor="ctr">
            <a:spAutoFit/>
          </a:bodyPr>
          <a:lstStyle/>
          <a:p>
            <a:pPr algn="ctr" defTabSz="914400"/>
            <a:r>
              <a:rPr sz="4400" b="1">
                <a:solidFill>
                  <a:srgbClr val="6F6F6F"/>
                </a:solidFill>
              </a:rPr>
              <a:t>→</a:t>
            </a:r>
          </a:p>
        </p:txBody>
      </p:sp>
      <p:sp>
        <p:nvSpPr>
          <p:cNvPr id="42" name="Rectangle 41">
            <a:extLst>
              <a:ext uri="{FF2B5EF4-FFF2-40B4-BE49-F238E27FC236}">
                <a16:creationId xmlns:a16="http://schemas.microsoft.com/office/drawing/2014/main" id="{A045C3A7-A5CB-47A9-A21C-9E30B44BD583}"/>
              </a:ext>
            </a:extLst>
          </p:cNvPr>
          <p:cNvSpPr/>
          <p:nvPr/>
        </p:nvSpPr>
        <p:spPr>
          <a:xfrm>
            <a:off x="3913303" y="10570520"/>
            <a:ext cx="2377440" cy="2233043"/>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sz="4400">
              <a:solidFill>
                <a:prstClr val="white"/>
              </a:solidFill>
            </a:endParaRPr>
          </a:p>
        </p:txBody>
      </p:sp>
      <p:sp>
        <p:nvSpPr>
          <p:cNvPr id="43" name="TextBox 42">
            <a:extLst>
              <a:ext uri="{FF2B5EF4-FFF2-40B4-BE49-F238E27FC236}">
                <a16:creationId xmlns:a16="http://schemas.microsoft.com/office/drawing/2014/main" id="{0B61DE08-0AF4-988C-8767-B9794DA44424}"/>
              </a:ext>
            </a:extLst>
          </p:cNvPr>
          <p:cNvSpPr txBox="1"/>
          <p:nvPr/>
        </p:nvSpPr>
        <p:spPr>
          <a:xfrm>
            <a:off x="3913303" y="10958880"/>
            <a:ext cx="2377440" cy="369332"/>
          </a:xfrm>
          <a:prstGeom prst="rect">
            <a:avLst/>
          </a:prstGeom>
          <a:noFill/>
        </p:spPr>
        <p:txBody>
          <a:bodyPr wrap="square" lIns="0" tIns="0" rIns="0" bIns="0" anchor="ctr">
            <a:spAutoFit/>
          </a:bodyPr>
          <a:lstStyle/>
          <a:p>
            <a:pPr algn="ctr" defTabSz="914400"/>
            <a:r>
              <a:rPr sz="2400">
                <a:solidFill>
                  <a:srgbClr val="161616"/>
                </a:solidFill>
              </a:rPr>
              <a:t>OCR Extraction</a:t>
            </a:r>
          </a:p>
        </p:txBody>
      </p:sp>
      <p:sp>
        <p:nvSpPr>
          <p:cNvPr id="46" name="TextBox 45">
            <a:extLst>
              <a:ext uri="{FF2B5EF4-FFF2-40B4-BE49-F238E27FC236}">
                <a16:creationId xmlns:a16="http://schemas.microsoft.com/office/drawing/2014/main" id="{31618C27-EE6F-7A52-0EEF-0DE99B639B9D}"/>
              </a:ext>
            </a:extLst>
          </p:cNvPr>
          <p:cNvSpPr txBox="1"/>
          <p:nvPr/>
        </p:nvSpPr>
        <p:spPr>
          <a:xfrm>
            <a:off x="6290743" y="11161608"/>
            <a:ext cx="329184" cy="677108"/>
          </a:xfrm>
          <a:prstGeom prst="rect">
            <a:avLst/>
          </a:prstGeom>
          <a:noFill/>
        </p:spPr>
        <p:txBody>
          <a:bodyPr wrap="square" lIns="0" tIns="0" rIns="0" bIns="0" anchor="ctr">
            <a:spAutoFit/>
          </a:bodyPr>
          <a:lstStyle/>
          <a:p>
            <a:pPr algn="ctr" defTabSz="914400"/>
            <a:r>
              <a:rPr sz="4400" b="1">
                <a:solidFill>
                  <a:srgbClr val="6F6F6F"/>
                </a:solidFill>
              </a:rPr>
              <a:t>→</a:t>
            </a:r>
          </a:p>
        </p:txBody>
      </p:sp>
      <p:sp>
        <p:nvSpPr>
          <p:cNvPr id="47" name="Rectangle 46">
            <a:extLst>
              <a:ext uri="{FF2B5EF4-FFF2-40B4-BE49-F238E27FC236}">
                <a16:creationId xmlns:a16="http://schemas.microsoft.com/office/drawing/2014/main" id="{977D2473-6A99-111A-C715-55047198A957}"/>
              </a:ext>
            </a:extLst>
          </p:cNvPr>
          <p:cNvSpPr/>
          <p:nvPr/>
        </p:nvSpPr>
        <p:spPr>
          <a:xfrm>
            <a:off x="6619927" y="10570520"/>
            <a:ext cx="2377440" cy="2194557"/>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sz="4400">
              <a:solidFill>
                <a:prstClr val="white"/>
              </a:solidFill>
            </a:endParaRPr>
          </a:p>
        </p:txBody>
      </p:sp>
      <p:sp>
        <p:nvSpPr>
          <p:cNvPr id="48" name="TextBox 47">
            <a:extLst>
              <a:ext uri="{FF2B5EF4-FFF2-40B4-BE49-F238E27FC236}">
                <a16:creationId xmlns:a16="http://schemas.microsoft.com/office/drawing/2014/main" id="{CDDAAB36-E3D0-CDB9-DA21-6176C080E35E}"/>
              </a:ext>
            </a:extLst>
          </p:cNvPr>
          <p:cNvSpPr txBox="1"/>
          <p:nvPr/>
        </p:nvSpPr>
        <p:spPr>
          <a:xfrm>
            <a:off x="6619927" y="10958882"/>
            <a:ext cx="2377440" cy="369332"/>
          </a:xfrm>
          <a:prstGeom prst="rect">
            <a:avLst/>
          </a:prstGeom>
          <a:noFill/>
        </p:spPr>
        <p:txBody>
          <a:bodyPr wrap="square" lIns="0" tIns="0" rIns="0" bIns="0" anchor="ctr">
            <a:spAutoFit/>
          </a:bodyPr>
          <a:lstStyle/>
          <a:p>
            <a:pPr algn="ctr" defTabSz="914400"/>
            <a:r>
              <a:rPr lang="en-US" sz="2400">
                <a:solidFill>
                  <a:srgbClr val="161616"/>
                </a:solidFill>
              </a:rPr>
              <a:t>2/3-Way</a:t>
            </a:r>
            <a:r>
              <a:rPr sz="2400">
                <a:solidFill>
                  <a:srgbClr val="161616"/>
                </a:solidFill>
              </a:rPr>
              <a:t> </a:t>
            </a:r>
            <a:r>
              <a:rPr lang="en-US" sz="2400">
                <a:solidFill>
                  <a:srgbClr val="161616"/>
                </a:solidFill>
              </a:rPr>
              <a:t>Match</a:t>
            </a:r>
            <a:endParaRPr sz="2400">
              <a:solidFill>
                <a:srgbClr val="161616"/>
              </a:solidFill>
            </a:endParaRPr>
          </a:p>
        </p:txBody>
      </p:sp>
      <p:sp>
        <p:nvSpPr>
          <p:cNvPr id="51" name="TextBox 50">
            <a:extLst>
              <a:ext uri="{FF2B5EF4-FFF2-40B4-BE49-F238E27FC236}">
                <a16:creationId xmlns:a16="http://schemas.microsoft.com/office/drawing/2014/main" id="{96C95FFA-BE84-2506-78BB-AC4DD5A1A2A9}"/>
              </a:ext>
            </a:extLst>
          </p:cNvPr>
          <p:cNvSpPr txBox="1"/>
          <p:nvPr/>
        </p:nvSpPr>
        <p:spPr>
          <a:xfrm>
            <a:off x="8997367" y="11161608"/>
            <a:ext cx="329184" cy="677108"/>
          </a:xfrm>
          <a:prstGeom prst="rect">
            <a:avLst/>
          </a:prstGeom>
          <a:noFill/>
        </p:spPr>
        <p:txBody>
          <a:bodyPr wrap="square" lIns="0" tIns="0" rIns="0" bIns="0" anchor="ctr">
            <a:spAutoFit/>
          </a:bodyPr>
          <a:lstStyle/>
          <a:p>
            <a:pPr algn="ctr" defTabSz="914400"/>
            <a:r>
              <a:rPr sz="4400" b="1">
                <a:solidFill>
                  <a:srgbClr val="6F6F6F"/>
                </a:solidFill>
              </a:rPr>
              <a:t>→</a:t>
            </a:r>
          </a:p>
        </p:txBody>
      </p:sp>
      <p:sp>
        <p:nvSpPr>
          <p:cNvPr id="52" name="Rectangle 51">
            <a:extLst>
              <a:ext uri="{FF2B5EF4-FFF2-40B4-BE49-F238E27FC236}">
                <a16:creationId xmlns:a16="http://schemas.microsoft.com/office/drawing/2014/main" id="{05274825-FB9E-19E9-78BE-092481057DD6}"/>
              </a:ext>
            </a:extLst>
          </p:cNvPr>
          <p:cNvSpPr/>
          <p:nvPr/>
        </p:nvSpPr>
        <p:spPr>
          <a:xfrm>
            <a:off x="9326551" y="10570521"/>
            <a:ext cx="2377440" cy="219455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sz="4400">
              <a:solidFill>
                <a:prstClr val="white"/>
              </a:solidFill>
            </a:endParaRPr>
          </a:p>
        </p:txBody>
      </p:sp>
      <p:sp>
        <p:nvSpPr>
          <p:cNvPr id="53" name="TextBox 52">
            <a:extLst>
              <a:ext uri="{FF2B5EF4-FFF2-40B4-BE49-F238E27FC236}">
                <a16:creationId xmlns:a16="http://schemas.microsoft.com/office/drawing/2014/main" id="{3D83E071-B364-FE08-0B92-2BD2FF7FF9A2}"/>
              </a:ext>
            </a:extLst>
          </p:cNvPr>
          <p:cNvSpPr txBox="1"/>
          <p:nvPr/>
        </p:nvSpPr>
        <p:spPr>
          <a:xfrm>
            <a:off x="9326551" y="10958881"/>
            <a:ext cx="2377440" cy="369332"/>
          </a:xfrm>
          <a:prstGeom prst="rect">
            <a:avLst/>
          </a:prstGeom>
          <a:noFill/>
        </p:spPr>
        <p:txBody>
          <a:bodyPr wrap="square" lIns="0" tIns="0" rIns="0" bIns="0" anchor="ctr">
            <a:spAutoFit/>
          </a:bodyPr>
          <a:lstStyle/>
          <a:p>
            <a:pPr algn="ctr" defTabSz="914400"/>
            <a:r>
              <a:rPr sz="2400">
                <a:solidFill>
                  <a:srgbClr val="161616"/>
                </a:solidFill>
              </a:rPr>
              <a:t>Exception</a:t>
            </a:r>
          </a:p>
        </p:txBody>
      </p:sp>
      <p:sp>
        <p:nvSpPr>
          <p:cNvPr id="56" name="TextBox 55">
            <a:extLst>
              <a:ext uri="{FF2B5EF4-FFF2-40B4-BE49-F238E27FC236}">
                <a16:creationId xmlns:a16="http://schemas.microsoft.com/office/drawing/2014/main" id="{5890583B-767B-A849-A7BB-4885F747D1D2}"/>
              </a:ext>
            </a:extLst>
          </p:cNvPr>
          <p:cNvSpPr txBox="1"/>
          <p:nvPr/>
        </p:nvSpPr>
        <p:spPr>
          <a:xfrm>
            <a:off x="11703991" y="11161608"/>
            <a:ext cx="329184" cy="677108"/>
          </a:xfrm>
          <a:prstGeom prst="rect">
            <a:avLst/>
          </a:prstGeom>
          <a:noFill/>
        </p:spPr>
        <p:txBody>
          <a:bodyPr wrap="square" lIns="0" tIns="0" rIns="0" bIns="0" anchor="ctr">
            <a:spAutoFit/>
          </a:bodyPr>
          <a:lstStyle/>
          <a:p>
            <a:pPr algn="ctr" defTabSz="914400"/>
            <a:r>
              <a:rPr sz="4400" b="1">
                <a:solidFill>
                  <a:srgbClr val="6F6F6F"/>
                </a:solidFill>
              </a:rPr>
              <a:t>→</a:t>
            </a:r>
          </a:p>
        </p:txBody>
      </p:sp>
      <p:sp>
        <p:nvSpPr>
          <p:cNvPr id="57" name="Rectangle 56">
            <a:extLst>
              <a:ext uri="{FF2B5EF4-FFF2-40B4-BE49-F238E27FC236}">
                <a16:creationId xmlns:a16="http://schemas.microsoft.com/office/drawing/2014/main" id="{7925F7A0-EA15-29B4-5D47-BEDDEE0D8968}"/>
              </a:ext>
            </a:extLst>
          </p:cNvPr>
          <p:cNvSpPr/>
          <p:nvPr/>
        </p:nvSpPr>
        <p:spPr>
          <a:xfrm>
            <a:off x="12033175" y="10570520"/>
            <a:ext cx="2377440" cy="2194559"/>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sz="4400">
              <a:solidFill>
                <a:prstClr val="white"/>
              </a:solidFill>
            </a:endParaRPr>
          </a:p>
        </p:txBody>
      </p:sp>
      <p:sp>
        <p:nvSpPr>
          <p:cNvPr id="58" name="TextBox 57">
            <a:extLst>
              <a:ext uri="{FF2B5EF4-FFF2-40B4-BE49-F238E27FC236}">
                <a16:creationId xmlns:a16="http://schemas.microsoft.com/office/drawing/2014/main" id="{C638C274-A306-CF23-5988-E1590586254E}"/>
              </a:ext>
            </a:extLst>
          </p:cNvPr>
          <p:cNvSpPr txBox="1"/>
          <p:nvPr/>
        </p:nvSpPr>
        <p:spPr>
          <a:xfrm>
            <a:off x="12033175" y="10958881"/>
            <a:ext cx="2377440" cy="369332"/>
          </a:xfrm>
          <a:prstGeom prst="rect">
            <a:avLst/>
          </a:prstGeom>
          <a:noFill/>
        </p:spPr>
        <p:txBody>
          <a:bodyPr wrap="square" lIns="0" tIns="0" rIns="0" bIns="0" anchor="ctr">
            <a:spAutoFit/>
          </a:bodyPr>
          <a:lstStyle/>
          <a:p>
            <a:pPr algn="ctr" defTabSz="914400"/>
            <a:r>
              <a:rPr sz="2400">
                <a:solidFill>
                  <a:srgbClr val="161616"/>
                </a:solidFill>
              </a:rPr>
              <a:t>Payment</a:t>
            </a:r>
          </a:p>
        </p:txBody>
      </p:sp>
      <p:sp>
        <p:nvSpPr>
          <p:cNvPr id="61" name="TextBox 60">
            <a:extLst>
              <a:ext uri="{FF2B5EF4-FFF2-40B4-BE49-F238E27FC236}">
                <a16:creationId xmlns:a16="http://schemas.microsoft.com/office/drawing/2014/main" id="{BBD13AE0-4617-0E09-738D-F308CD06AB5A}"/>
              </a:ext>
            </a:extLst>
          </p:cNvPr>
          <p:cNvSpPr txBox="1"/>
          <p:nvPr/>
        </p:nvSpPr>
        <p:spPr>
          <a:xfrm>
            <a:off x="15612839" y="9971780"/>
            <a:ext cx="7315200" cy="492443"/>
          </a:xfrm>
          <a:prstGeom prst="rect">
            <a:avLst/>
          </a:prstGeom>
          <a:noFill/>
        </p:spPr>
        <p:txBody>
          <a:bodyPr wrap="square" lIns="0" tIns="0" rIns="0" bIns="0" anchor="ctr">
            <a:spAutoFit/>
          </a:bodyPr>
          <a:lstStyle/>
          <a:p>
            <a:pPr defTabSz="914400"/>
            <a:r>
              <a:rPr sz="3200">
                <a:solidFill>
                  <a:schemeClr val="accent1"/>
                </a:solidFill>
              </a:rPr>
              <a:t>Channel Mix</a:t>
            </a:r>
          </a:p>
        </p:txBody>
      </p:sp>
      <p:graphicFrame>
        <p:nvGraphicFramePr>
          <p:cNvPr id="62" name="Table 61">
            <a:extLst>
              <a:ext uri="{FF2B5EF4-FFF2-40B4-BE49-F238E27FC236}">
                <a16:creationId xmlns:a16="http://schemas.microsoft.com/office/drawing/2014/main" id="{555A3091-C6EC-6A91-32B3-DDD625183273}"/>
              </a:ext>
            </a:extLst>
          </p:cNvPr>
          <p:cNvGraphicFramePr>
            <a:graphicFrameLocks noGrp="1"/>
          </p:cNvGraphicFramePr>
          <p:nvPr>
            <p:extLst>
              <p:ext uri="{D42A27DB-BD31-4B8C-83A1-F6EECF244321}">
                <p14:modId xmlns:p14="http://schemas.microsoft.com/office/powerpoint/2010/main" val="1656501365"/>
              </p:ext>
            </p:extLst>
          </p:nvPr>
        </p:nvGraphicFramePr>
        <p:xfrm>
          <a:off x="15612839" y="10570520"/>
          <a:ext cx="7223760" cy="2194560"/>
        </p:xfrm>
        <a:graphic>
          <a:graphicData uri="http://schemas.openxmlformats.org/drawingml/2006/table">
            <a:tbl>
              <a:tblPr firstRow="1" bandRow="1">
                <a:tableStyleId>{69012ECD-51FC-41F1-AA8D-1B2483CD663E}</a:tableStyleId>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48640">
                <a:tc>
                  <a:txBody>
                    <a:bodyPr/>
                    <a:lstStyle/>
                    <a:p>
                      <a:pPr algn="l"/>
                      <a:r>
                        <a:rPr sz="2000" b="1">
                          <a:solidFill>
                            <a:srgbClr val="FFFFFF"/>
                          </a:solidFill>
                        </a:rPr>
                        <a:t>Channel</a:t>
                      </a:r>
                      <a:endParaRPr sz="2000" b="1">
                        <a:solidFill>
                          <a:srgbClr val="FFFFFF"/>
                        </a:solidFill>
                        <a:latin typeface="+mn-lt"/>
                      </a:endParaRPr>
                    </a:p>
                  </a:txBody>
                  <a:tcPr marL="109728" marR="109728" marT="54864" marB="54864" anchor="ctr"/>
                </a:tc>
                <a:tc>
                  <a:txBody>
                    <a:bodyPr/>
                    <a:lstStyle/>
                    <a:p>
                      <a:pPr algn="ctr"/>
                      <a:r>
                        <a:rPr sz="2000" b="1">
                          <a:solidFill>
                            <a:srgbClr val="FFFFFF"/>
                          </a:solidFill>
                        </a:rPr>
                        <a:t>% Vol</a:t>
                      </a:r>
                      <a:endParaRPr sz="2000" b="1">
                        <a:solidFill>
                          <a:srgbClr val="FFFFFF"/>
                        </a:solidFill>
                        <a:latin typeface="+mn-lt"/>
                      </a:endParaRPr>
                    </a:p>
                  </a:txBody>
                  <a:tcPr marL="109728" marR="109728" marT="54864" marB="54864" anchor="ctr"/>
                </a:tc>
                <a:tc>
                  <a:txBody>
                    <a:bodyPr/>
                    <a:lstStyle/>
                    <a:p>
                      <a:pPr algn="ctr"/>
                      <a:r>
                        <a:rPr sz="2000" b="1">
                          <a:solidFill>
                            <a:srgbClr val="FFFFFF"/>
                          </a:solidFill>
                        </a:rPr>
                        <a:t>Auto Rate</a:t>
                      </a:r>
                      <a:endParaRPr sz="2000" b="1">
                        <a:solidFill>
                          <a:srgbClr val="FFFFFF"/>
                        </a:solidFill>
                        <a:latin typeface="+mn-lt"/>
                      </a:endParaRPr>
                    </a:p>
                  </a:txBody>
                  <a:tcPr marL="109728" marR="109728" marT="54864" marB="54864" anchor="ctr"/>
                </a:tc>
                <a:extLst>
                  <a:ext uri="{0D108BD9-81ED-4DB2-BD59-A6C34878D82A}">
                    <a16:rowId xmlns:a16="http://schemas.microsoft.com/office/drawing/2014/main" val="10000"/>
                  </a:ext>
                </a:extLst>
              </a:tr>
              <a:tr h="548640">
                <a:tc>
                  <a:txBody>
                    <a:bodyPr/>
                    <a:lstStyle/>
                    <a:p>
                      <a:pPr algn="l"/>
                      <a:r>
                        <a:rPr sz="2000">
                          <a:solidFill>
                            <a:srgbClr val="161616"/>
                          </a:solidFill>
                        </a:rPr>
                        <a:t>Tungsten (PO)</a:t>
                      </a:r>
                      <a:endParaRPr sz="2000">
                        <a:solidFill>
                          <a:srgbClr val="161616"/>
                        </a:solidFill>
                        <a:latin typeface="+mn-lt"/>
                      </a:endParaRPr>
                    </a:p>
                  </a:txBody>
                  <a:tcPr marL="109728" marR="109728" marT="54864" marB="54864" anchor="ctr"/>
                </a:tc>
                <a:tc>
                  <a:txBody>
                    <a:bodyPr/>
                    <a:lstStyle/>
                    <a:p>
                      <a:pPr algn="ctr"/>
                      <a:r>
                        <a:rPr sz="2000">
                          <a:solidFill>
                            <a:srgbClr val="161616"/>
                          </a:solidFill>
                        </a:rPr>
                        <a:t>~45%</a:t>
                      </a:r>
                      <a:endParaRPr sz="2000">
                        <a:solidFill>
                          <a:srgbClr val="161616"/>
                        </a:solidFill>
                        <a:latin typeface="+mn-lt"/>
                      </a:endParaRPr>
                    </a:p>
                  </a:txBody>
                  <a:tcPr marL="109728" marR="109728" marT="54864" marB="54864" anchor="ctr"/>
                </a:tc>
                <a:tc>
                  <a:txBody>
                    <a:bodyPr/>
                    <a:lstStyle/>
                    <a:p>
                      <a:pPr algn="ctr"/>
                      <a:r>
                        <a:rPr sz="2000" b="0">
                          <a:solidFill>
                            <a:srgbClr val="161616"/>
                          </a:solidFill>
                        </a:rPr>
                        <a:t>56%</a:t>
                      </a:r>
                      <a:endParaRPr sz="2000" b="0">
                        <a:solidFill>
                          <a:srgbClr val="161616"/>
                        </a:solidFill>
                        <a:latin typeface="+mn-lt"/>
                      </a:endParaRPr>
                    </a:p>
                  </a:txBody>
                  <a:tcPr marL="109728" marR="109728" marT="54864" marB="54864" anchor="ctr"/>
                </a:tc>
                <a:extLst>
                  <a:ext uri="{0D108BD9-81ED-4DB2-BD59-A6C34878D82A}">
                    <a16:rowId xmlns:a16="http://schemas.microsoft.com/office/drawing/2014/main" val="10001"/>
                  </a:ext>
                </a:extLst>
              </a:tr>
              <a:tr h="548640">
                <a:tc>
                  <a:txBody>
                    <a:bodyPr/>
                    <a:lstStyle/>
                    <a:p>
                      <a:pPr algn="l"/>
                      <a:r>
                        <a:rPr sz="2000">
                          <a:solidFill>
                            <a:srgbClr val="161616"/>
                          </a:solidFill>
                        </a:rPr>
                        <a:t>Email/Scan OCR (PO)</a:t>
                      </a:r>
                      <a:endParaRPr sz="2000">
                        <a:solidFill>
                          <a:srgbClr val="161616"/>
                        </a:solidFill>
                        <a:latin typeface="+mn-lt"/>
                      </a:endParaRPr>
                    </a:p>
                  </a:txBody>
                  <a:tcPr marL="109728" marR="109728" marT="54864" marB="54864" anchor="ctr"/>
                </a:tc>
                <a:tc>
                  <a:txBody>
                    <a:bodyPr/>
                    <a:lstStyle/>
                    <a:p>
                      <a:pPr algn="ctr"/>
                      <a:r>
                        <a:rPr sz="2000">
                          <a:solidFill>
                            <a:srgbClr val="161616"/>
                          </a:solidFill>
                        </a:rPr>
                        <a:t>~35%</a:t>
                      </a:r>
                      <a:endParaRPr sz="2000">
                        <a:solidFill>
                          <a:srgbClr val="161616"/>
                        </a:solidFill>
                        <a:latin typeface="+mn-lt"/>
                      </a:endParaRPr>
                    </a:p>
                  </a:txBody>
                  <a:tcPr marL="109728" marR="109728" marT="54864" marB="54864" anchor="ctr"/>
                </a:tc>
                <a:tc>
                  <a:txBody>
                    <a:bodyPr/>
                    <a:lstStyle/>
                    <a:p>
                      <a:pPr algn="ctr"/>
                      <a:r>
                        <a:rPr sz="2000" b="0">
                          <a:solidFill>
                            <a:srgbClr val="161616"/>
                          </a:solidFill>
                        </a:rPr>
                        <a:t>Variable</a:t>
                      </a:r>
                      <a:endParaRPr sz="2000" b="0">
                        <a:solidFill>
                          <a:srgbClr val="161616"/>
                        </a:solidFill>
                        <a:latin typeface="+mn-lt"/>
                      </a:endParaRPr>
                    </a:p>
                  </a:txBody>
                  <a:tcPr marL="109728" marR="109728" marT="54864" marB="54864" anchor="ctr"/>
                </a:tc>
                <a:extLst>
                  <a:ext uri="{0D108BD9-81ED-4DB2-BD59-A6C34878D82A}">
                    <a16:rowId xmlns:a16="http://schemas.microsoft.com/office/drawing/2014/main" val="10002"/>
                  </a:ext>
                </a:extLst>
              </a:tr>
              <a:tr h="548640">
                <a:tc>
                  <a:txBody>
                    <a:bodyPr/>
                    <a:lstStyle/>
                    <a:p>
                      <a:pPr algn="l"/>
                      <a:r>
                        <a:rPr sz="2000">
                          <a:solidFill>
                            <a:srgbClr val="161616"/>
                          </a:solidFill>
                        </a:rPr>
                        <a:t>Non-PO (ServiceNow/Email)</a:t>
                      </a:r>
                      <a:endParaRPr sz="2000">
                        <a:solidFill>
                          <a:srgbClr val="161616"/>
                        </a:solidFill>
                        <a:latin typeface="+mn-lt"/>
                      </a:endParaRPr>
                    </a:p>
                  </a:txBody>
                  <a:tcPr marL="109728" marR="109728" marT="54864" marB="54864" anchor="ctr"/>
                </a:tc>
                <a:tc>
                  <a:txBody>
                    <a:bodyPr/>
                    <a:lstStyle/>
                    <a:p>
                      <a:pPr algn="ctr"/>
                      <a:r>
                        <a:rPr sz="2000">
                          <a:solidFill>
                            <a:srgbClr val="161616"/>
                          </a:solidFill>
                        </a:rPr>
                        <a:t>~20%</a:t>
                      </a:r>
                      <a:endParaRPr sz="2000">
                        <a:solidFill>
                          <a:srgbClr val="161616"/>
                        </a:solidFill>
                        <a:latin typeface="+mn-lt"/>
                      </a:endParaRPr>
                    </a:p>
                  </a:txBody>
                  <a:tcPr marL="109728" marR="109728" marT="54864" marB="54864" anchor="ctr"/>
                </a:tc>
                <a:tc>
                  <a:txBody>
                    <a:bodyPr/>
                    <a:lstStyle/>
                    <a:p>
                      <a:pPr algn="ctr"/>
                      <a:r>
                        <a:rPr sz="2000" b="0">
                          <a:solidFill>
                            <a:srgbClr val="525252"/>
                          </a:solidFill>
                        </a:rPr>
                        <a:t>0%</a:t>
                      </a:r>
                      <a:endParaRPr sz="2000" b="0">
                        <a:solidFill>
                          <a:srgbClr val="525252"/>
                        </a:solidFill>
                        <a:latin typeface="+mn-lt"/>
                      </a:endParaRPr>
                    </a:p>
                  </a:txBody>
                  <a:tcPr marL="109728" marR="109728" marT="54864" marB="54864" anchor="ctr"/>
                </a:tc>
                <a:extLst>
                  <a:ext uri="{0D108BD9-81ED-4DB2-BD59-A6C34878D82A}">
                    <a16:rowId xmlns:a16="http://schemas.microsoft.com/office/drawing/2014/main" val="10003"/>
                  </a:ext>
                </a:extLst>
              </a:tr>
            </a:tbl>
          </a:graphicData>
        </a:graphic>
      </p:graphicFrame>
      <p:sp>
        <p:nvSpPr>
          <p:cNvPr id="63" name="TextBox 62">
            <a:extLst>
              <a:ext uri="{FF2B5EF4-FFF2-40B4-BE49-F238E27FC236}">
                <a16:creationId xmlns:a16="http://schemas.microsoft.com/office/drawing/2014/main" id="{6754AC29-E257-F561-F1DD-BFFC64E98FC2}"/>
              </a:ext>
            </a:extLst>
          </p:cNvPr>
          <p:cNvSpPr txBox="1"/>
          <p:nvPr/>
        </p:nvSpPr>
        <p:spPr>
          <a:xfrm>
            <a:off x="33794700" y="-2857500"/>
            <a:ext cx="451406" cy="5539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sp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64" name="TextBox 63">
            <a:extLst>
              <a:ext uri="{FF2B5EF4-FFF2-40B4-BE49-F238E27FC236}">
                <a16:creationId xmlns:a16="http://schemas.microsoft.com/office/drawing/2014/main" id="{188FC34B-2FC1-F31A-33BA-CC2F335DFD37}"/>
              </a:ext>
            </a:extLst>
          </p:cNvPr>
          <p:cNvSpPr txBox="1"/>
          <p:nvPr/>
        </p:nvSpPr>
        <p:spPr>
          <a:xfrm>
            <a:off x="4096183" y="11742551"/>
            <a:ext cx="2011680" cy="861774"/>
          </a:xfrm>
          <a:prstGeom prst="rect">
            <a:avLst/>
          </a:prstGeom>
          <a:solidFill>
            <a:schemeClr val="accent1"/>
          </a:solidFill>
        </p:spPr>
        <p:txBody>
          <a:bodyPr wrap="square" lIns="0" tIns="0" rIns="0" bIns="0" anchor="ctr">
            <a:normAutofit/>
          </a:bodyPr>
          <a:lstStyle/>
          <a:p>
            <a:pPr algn="ctr" defTabSz="914400"/>
            <a:r>
              <a:rPr lang="fr-CA" sz="2000">
                <a:solidFill>
                  <a:srgbClr val="FFFFFF"/>
                </a:solidFill>
              </a:rPr>
              <a:t>Open </a:t>
            </a:r>
            <a:r>
              <a:rPr lang="fr-CA" sz="2000" err="1">
                <a:solidFill>
                  <a:srgbClr val="FFFFFF"/>
                </a:solidFill>
              </a:rPr>
              <a:t>Text</a:t>
            </a:r>
            <a:endParaRPr sz="2000">
              <a:solidFill>
                <a:srgbClr val="FFFFFF"/>
              </a:solidFill>
            </a:endParaRPr>
          </a:p>
        </p:txBody>
      </p:sp>
      <p:sp>
        <p:nvSpPr>
          <p:cNvPr id="65" name="TextBox 64">
            <a:extLst>
              <a:ext uri="{FF2B5EF4-FFF2-40B4-BE49-F238E27FC236}">
                <a16:creationId xmlns:a16="http://schemas.microsoft.com/office/drawing/2014/main" id="{57AC2755-B8A1-85CA-D1F5-A6D846E6DAB8}"/>
              </a:ext>
            </a:extLst>
          </p:cNvPr>
          <p:cNvSpPr txBox="1"/>
          <p:nvPr/>
        </p:nvSpPr>
        <p:spPr>
          <a:xfrm>
            <a:off x="6802807" y="11742551"/>
            <a:ext cx="2011680" cy="861774"/>
          </a:xfrm>
          <a:prstGeom prst="rect">
            <a:avLst/>
          </a:prstGeom>
          <a:solidFill>
            <a:schemeClr val="accent1"/>
          </a:solidFill>
        </p:spPr>
        <p:txBody>
          <a:bodyPr wrap="square" lIns="0" tIns="0" rIns="0" bIns="0" anchor="ctr">
            <a:normAutofit/>
          </a:bodyPr>
          <a:lstStyle/>
          <a:p>
            <a:pPr algn="ctr" defTabSz="914400"/>
            <a:r>
              <a:rPr lang="fr-CA" sz="2000">
                <a:solidFill>
                  <a:srgbClr val="FFFFFF"/>
                </a:solidFill>
              </a:rPr>
              <a:t>SAP</a:t>
            </a:r>
            <a:endParaRPr sz="2000">
              <a:solidFill>
                <a:srgbClr val="FFFFFF"/>
              </a:solidFill>
            </a:endParaRPr>
          </a:p>
        </p:txBody>
      </p:sp>
      <p:sp>
        <p:nvSpPr>
          <p:cNvPr id="66" name="TextBox 65">
            <a:extLst>
              <a:ext uri="{FF2B5EF4-FFF2-40B4-BE49-F238E27FC236}">
                <a16:creationId xmlns:a16="http://schemas.microsoft.com/office/drawing/2014/main" id="{D519F77E-5CD1-BA5A-3BF5-DAFB8D000DFE}"/>
              </a:ext>
            </a:extLst>
          </p:cNvPr>
          <p:cNvSpPr txBox="1"/>
          <p:nvPr/>
        </p:nvSpPr>
        <p:spPr>
          <a:xfrm>
            <a:off x="9509431" y="11742551"/>
            <a:ext cx="2011680" cy="861774"/>
          </a:xfrm>
          <a:prstGeom prst="rect">
            <a:avLst/>
          </a:prstGeom>
          <a:solidFill>
            <a:schemeClr val="accent1"/>
          </a:solidFill>
        </p:spPr>
        <p:txBody>
          <a:bodyPr wrap="square" lIns="0" tIns="0" rIns="0" bIns="0" anchor="ctr">
            <a:normAutofit/>
          </a:bodyPr>
          <a:lstStyle/>
          <a:p>
            <a:pPr algn="ctr" defTabSz="914400"/>
            <a:r>
              <a:rPr lang="fr-CA" sz="2000">
                <a:solidFill>
                  <a:srgbClr val="FFFFFF"/>
                </a:solidFill>
              </a:rPr>
              <a:t>DXC/Manual</a:t>
            </a:r>
            <a:endParaRPr sz="2000">
              <a:solidFill>
                <a:srgbClr val="FFFFFF"/>
              </a:solidFill>
            </a:endParaRPr>
          </a:p>
        </p:txBody>
      </p:sp>
      <p:sp>
        <p:nvSpPr>
          <p:cNvPr id="67" name="TextBox 66">
            <a:extLst>
              <a:ext uri="{FF2B5EF4-FFF2-40B4-BE49-F238E27FC236}">
                <a16:creationId xmlns:a16="http://schemas.microsoft.com/office/drawing/2014/main" id="{779F88D2-121A-2638-E564-6556FF7E453B}"/>
              </a:ext>
            </a:extLst>
          </p:cNvPr>
          <p:cNvSpPr txBox="1"/>
          <p:nvPr/>
        </p:nvSpPr>
        <p:spPr>
          <a:xfrm>
            <a:off x="12216055" y="11742551"/>
            <a:ext cx="2011680" cy="861774"/>
          </a:xfrm>
          <a:prstGeom prst="rect">
            <a:avLst/>
          </a:prstGeom>
          <a:solidFill>
            <a:schemeClr val="accent1"/>
          </a:solidFill>
        </p:spPr>
        <p:txBody>
          <a:bodyPr wrap="square" lIns="0" tIns="0" rIns="0" bIns="0" anchor="ctr">
            <a:normAutofit/>
          </a:bodyPr>
          <a:lstStyle/>
          <a:p>
            <a:pPr algn="ctr" defTabSz="914400"/>
            <a:r>
              <a:rPr lang="fr-CA" sz="2000">
                <a:solidFill>
                  <a:srgbClr val="FFFFFF"/>
                </a:solidFill>
              </a:rPr>
              <a:t>SAP FI</a:t>
            </a:r>
            <a:endParaRPr sz="2000">
              <a:solidFill>
                <a:srgbClr val="FFFFFF"/>
              </a:solidFill>
            </a:endParaRPr>
          </a:p>
        </p:txBody>
      </p:sp>
      <p:sp>
        <p:nvSpPr>
          <p:cNvPr id="68" name="TextBox 67">
            <a:extLst>
              <a:ext uri="{FF2B5EF4-FFF2-40B4-BE49-F238E27FC236}">
                <a16:creationId xmlns:a16="http://schemas.microsoft.com/office/drawing/2014/main" id="{8FE034C8-7033-38C5-3623-8212E3CBDF3E}"/>
              </a:ext>
            </a:extLst>
          </p:cNvPr>
          <p:cNvSpPr txBox="1"/>
          <p:nvPr/>
        </p:nvSpPr>
        <p:spPr>
          <a:xfrm>
            <a:off x="3266663" y="7159351"/>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b="1" kern="0">
              <a:solidFill>
                <a:schemeClr val="accent1"/>
              </a:solidFill>
              <a:latin typeface="IBM Plex Sans Thin" panose="020B0203050203000203" pitchFamily="34" charset="0"/>
              <a:ea typeface="+mj-ea"/>
              <a:cs typeface="+mj-cs"/>
              <a:sym typeface="IBM Plex Sans Light"/>
            </a:endParaRPr>
          </a:p>
        </p:txBody>
      </p:sp>
      <p:sp>
        <p:nvSpPr>
          <p:cNvPr id="9" name="TextBox 8">
            <a:extLst>
              <a:ext uri="{FF2B5EF4-FFF2-40B4-BE49-F238E27FC236}">
                <a16:creationId xmlns:a16="http://schemas.microsoft.com/office/drawing/2014/main" id="{A1B9ACCE-E3A0-FCF4-5691-501CCD521E85}"/>
              </a:ext>
            </a:extLst>
          </p:cNvPr>
          <p:cNvSpPr txBox="1"/>
          <p:nvPr/>
        </p:nvSpPr>
        <p:spPr>
          <a:xfrm>
            <a:off x="12124870" y="6821173"/>
            <a:ext cx="4300752" cy="1354217"/>
          </a:xfrm>
          <a:prstGeom prst="rect">
            <a:avLst/>
          </a:prstGeom>
          <a:noFill/>
        </p:spPr>
        <p:txBody>
          <a:bodyPr wrap="square" lIns="0" tIns="0" rIns="0" bIns="0" anchor="ctr">
            <a:spAutoFit/>
          </a:bodyPr>
          <a:lstStyle/>
          <a:p>
            <a:pPr algn="ctr" defTabSz="914400"/>
            <a:r>
              <a:rPr lang="en-US" sz="8800" b="1">
                <a:solidFill>
                  <a:schemeClr val="accent1"/>
                </a:solidFill>
                <a:latin typeface="IBM Plex Sans Thin" panose="020B0203050203000203" pitchFamily="34" charset="0"/>
              </a:rPr>
              <a:t>84</a:t>
            </a:r>
            <a:r>
              <a:rPr sz="8800" b="1">
                <a:solidFill>
                  <a:schemeClr val="accent1"/>
                </a:solidFill>
                <a:latin typeface="IBM Plex Sans Thin" panose="020B0203050203000203" pitchFamily="34" charset="0"/>
              </a:rPr>
              <a:t>%</a:t>
            </a:r>
          </a:p>
        </p:txBody>
      </p:sp>
      <p:sp>
        <p:nvSpPr>
          <p:cNvPr id="10" name="TextBox 9">
            <a:extLst>
              <a:ext uri="{FF2B5EF4-FFF2-40B4-BE49-F238E27FC236}">
                <a16:creationId xmlns:a16="http://schemas.microsoft.com/office/drawing/2014/main" id="{1054C788-7A79-E967-8954-12249936BB20}"/>
              </a:ext>
            </a:extLst>
          </p:cNvPr>
          <p:cNvSpPr txBox="1"/>
          <p:nvPr/>
        </p:nvSpPr>
        <p:spPr>
          <a:xfrm>
            <a:off x="11855918" y="8210235"/>
            <a:ext cx="4838657" cy="861774"/>
          </a:xfrm>
          <a:prstGeom prst="rect">
            <a:avLst/>
          </a:prstGeom>
          <a:noFill/>
        </p:spPr>
        <p:txBody>
          <a:bodyPr wrap="square" lIns="0" tIns="0" rIns="0" bIns="0" anchor="t">
            <a:spAutoFit/>
          </a:bodyPr>
          <a:lstStyle/>
          <a:p>
            <a:pPr algn="ctr" defTabSz="914400"/>
            <a:r>
              <a:rPr lang="en-US" sz="2800">
                <a:solidFill>
                  <a:schemeClr val="accent1"/>
                </a:solidFill>
              </a:rPr>
              <a:t>Payments on Time</a:t>
            </a:r>
          </a:p>
          <a:p>
            <a:pPr algn="ctr" defTabSz="914400"/>
            <a:r>
              <a:rPr lang="en-US" sz="2800">
                <a:solidFill>
                  <a:schemeClr val="accent1"/>
                </a:solidFill>
              </a:rPr>
              <a:t>*NBS Target 95%</a:t>
            </a:r>
          </a:p>
        </p:txBody>
      </p:sp>
      <p:sp>
        <p:nvSpPr>
          <p:cNvPr id="14" name="TextBox 13">
            <a:extLst>
              <a:ext uri="{FF2B5EF4-FFF2-40B4-BE49-F238E27FC236}">
                <a16:creationId xmlns:a16="http://schemas.microsoft.com/office/drawing/2014/main" id="{2AA4E04A-BE10-9D58-D8C2-BF93327B7D42}"/>
              </a:ext>
            </a:extLst>
          </p:cNvPr>
          <p:cNvSpPr txBox="1"/>
          <p:nvPr/>
        </p:nvSpPr>
        <p:spPr>
          <a:xfrm>
            <a:off x="18112633" y="6856018"/>
            <a:ext cx="4452468" cy="1354217"/>
          </a:xfrm>
          <a:prstGeom prst="rect">
            <a:avLst/>
          </a:prstGeom>
          <a:noFill/>
        </p:spPr>
        <p:txBody>
          <a:bodyPr wrap="square" lIns="0" tIns="0" rIns="0" bIns="0" anchor="ctr">
            <a:spAutoFit/>
          </a:bodyPr>
          <a:lstStyle/>
          <a:p>
            <a:pPr algn="ctr" defTabSz="914400"/>
            <a:r>
              <a:rPr lang="en-US" sz="8800" b="1">
                <a:solidFill>
                  <a:schemeClr val="accent1"/>
                </a:solidFill>
                <a:latin typeface="IBM Plex Sans Thin" panose="020B0203050203000203" pitchFamily="34" charset="0"/>
              </a:rPr>
              <a:t>130 </a:t>
            </a:r>
            <a:r>
              <a:rPr lang="en-US" sz="4000" b="1">
                <a:solidFill>
                  <a:schemeClr val="accent1"/>
                </a:solidFill>
                <a:latin typeface="IBM Plex Sans Thin" panose="020B0203050203000203" pitchFamily="34" charset="0"/>
              </a:rPr>
              <a:t>days</a:t>
            </a:r>
          </a:p>
        </p:txBody>
      </p:sp>
      <p:sp>
        <p:nvSpPr>
          <p:cNvPr id="15" name="TextBox 14">
            <a:extLst>
              <a:ext uri="{FF2B5EF4-FFF2-40B4-BE49-F238E27FC236}">
                <a16:creationId xmlns:a16="http://schemas.microsoft.com/office/drawing/2014/main" id="{AA09DC2C-75BD-9FF3-1597-BDDC2D6648E0}"/>
              </a:ext>
            </a:extLst>
          </p:cNvPr>
          <p:cNvSpPr txBox="1"/>
          <p:nvPr/>
        </p:nvSpPr>
        <p:spPr>
          <a:xfrm>
            <a:off x="17919539" y="8210235"/>
            <a:ext cx="4838657" cy="1292662"/>
          </a:xfrm>
          <a:prstGeom prst="rect">
            <a:avLst/>
          </a:prstGeom>
          <a:noFill/>
        </p:spPr>
        <p:txBody>
          <a:bodyPr wrap="square" lIns="0" tIns="0" rIns="0" bIns="0" anchor="t">
            <a:spAutoFit/>
          </a:bodyPr>
          <a:lstStyle/>
          <a:p>
            <a:pPr algn="ctr" defTabSz="914400"/>
            <a:r>
              <a:rPr lang="en-US" sz="2800">
                <a:solidFill>
                  <a:schemeClr val="accent1"/>
                </a:solidFill>
              </a:rPr>
              <a:t>DPO</a:t>
            </a:r>
          </a:p>
          <a:p>
            <a:pPr algn="ctr" defTabSz="914400"/>
            <a:r>
              <a:rPr lang="en-US" sz="2800">
                <a:solidFill>
                  <a:schemeClr val="accent1"/>
                </a:solidFill>
              </a:rPr>
              <a:t>*Unilever 163, Danone 160, P&amp;G 146</a:t>
            </a:r>
          </a:p>
        </p:txBody>
      </p:sp>
      <p:sp>
        <p:nvSpPr>
          <p:cNvPr id="23" name="TextBox 22">
            <a:extLst>
              <a:ext uri="{FF2B5EF4-FFF2-40B4-BE49-F238E27FC236}">
                <a16:creationId xmlns:a16="http://schemas.microsoft.com/office/drawing/2014/main" id="{3D5A6466-2908-1F53-4651-8131C22C240B}"/>
              </a:ext>
            </a:extLst>
          </p:cNvPr>
          <p:cNvSpPr txBox="1"/>
          <p:nvPr/>
        </p:nvSpPr>
        <p:spPr>
          <a:xfrm>
            <a:off x="5741418" y="3011202"/>
            <a:ext cx="5394960" cy="1477328"/>
          </a:xfrm>
          <a:prstGeom prst="rect">
            <a:avLst/>
          </a:prstGeom>
          <a:noFill/>
        </p:spPr>
        <p:txBody>
          <a:bodyPr wrap="square" lIns="0" tIns="0" rIns="0" bIns="0" anchor="ctr">
            <a:spAutoFit/>
          </a:bodyPr>
          <a:lstStyle/>
          <a:p>
            <a:pPr algn="ctr" defTabSz="914400"/>
            <a:r>
              <a:rPr lang="en-US" sz="9600" b="1">
                <a:solidFill>
                  <a:schemeClr val="accent1"/>
                </a:solidFill>
                <a:latin typeface="IBM Plex Sans Thin" panose="020B0203050203000203" pitchFamily="34" charset="0"/>
              </a:rPr>
              <a:t>4.8 </a:t>
            </a:r>
            <a:r>
              <a:rPr lang="en-US" sz="4400" b="1">
                <a:solidFill>
                  <a:schemeClr val="accent1"/>
                </a:solidFill>
                <a:latin typeface="IBM Plex Sans Thin" panose="020B0203050203000203" pitchFamily="34" charset="0"/>
              </a:rPr>
              <a:t>million</a:t>
            </a:r>
          </a:p>
        </p:txBody>
      </p:sp>
      <p:sp>
        <p:nvSpPr>
          <p:cNvPr id="31" name="TextBox 30">
            <a:extLst>
              <a:ext uri="{FF2B5EF4-FFF2-40B4-BE49-F238E27FC236}">
                <a16:creationId xmlns:a16="http://schemas.microsoft.com/office/drawing/2014/main" id="{E8D40213-0639-3400-540E-0C922F12EAB4}"/>
              </a:ext>
            </a:extLst>
          </p:cNvPr>
          <p:cNvSpPr txBox="1"/>
          <p:nvPr/>
        </p:nvSpPr>
        <p:spPr>
          <a:xfrm>
            <a:off x="6015738" y="4631100"/>
            <a:ext cx="4846320" cy="861774"/>
          </a:xfrm>
          <a:prstGeom prst="rect">
            <a:avLst/>
          </a:prstGeom>
          <a:noFill/>
        </p:spPr>
        <p:txBody>
          <a:bodyPr wrap="square" lIns="0" tIns="0" rIns="0" bIns="0" anchor="t">
            <a:spAutoFit/>
          </a:bodyPr>
          <a:lstStyle/>
          <a:p>
            <a:pPr algn="ctr" defTabSz="914400"/>
            <a:r>
              <a:rPr lang="en-US" sz="2800">
                <a:solidFill>
                  <a:schemeClr val="accent1"/>
                </a:solidFill>
              </a:rPr>
              <a:t>Invoices touched manually in 2025 </a:t>
            </a:r>
          </a:p>
        </p:txBody>
      </p:sp>
      <p:sp>
        <p:nvSpPr>
          <p:cNvPr id="3" name="TextBox 2">
            <a:extLst>
              <a:ext uri="{FF2B5EF4-FFF2-40B4-BE49-F238E27FC236}">
                <a16:creationId xmlns:a16="http://schemas.microsoft.com/office/drawing/2014/main" id="{8578DA83-786A-47AF-9AA7-38FCF7934FE4}"/>
              </a:ext>
            </a:extLst>
          </p:cNvPr>
          <p:cNvSpPr txBox="1"/>
          <p:nvPr/>
        </p:nvSpPr>
        <p:spPr>
          <a:xfrm>
            <a:off x="864973" y="2924938"/>
            <a:ext cx="4659527" cy="680497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Insight</a:t>
            </a:r>
          </a:p>
        </p:txBody>
      </p:sp>
    </p:spTree>
    <p:extLst>
      <p:ext uri="{BB962C8B-B14F-4D97-AF65-F5344CB8AC3E}">
        <p14:creationId xmlns:p14="http://schemas.microsoft.com/office/powerpoint/2010/main" val="32229262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E8915-2D1A-B70A-9995-7E910A8465C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896395-AF19-9530-CED8-AB94DE66E357}"/>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6" name="Slide Number Placeholder 5">
            <a:extLst>
              <a:ext uri="{FF2B5EF4-FFF2-40B4-BE49-F238E27FC236}">
                <a16:creationId xmlns:a16="http://schemas.microsoft.com/office/drawing/2014/main" id="{1215B564-7207-79B5-F26B-9F4C151BFB4F}"/>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7" name="TextBox 26">
            <a:extLst>
              <a:ext uri="{FF2B5EF4-FFF2-40B4-BE49-F238E27FC236}">
                <a16:creationId xmlns:a16="http://schemas.microsoft.com/office/drawing/2014/main" id="{B6AF2069-EB44-D8C8-9418-E2F37C6467F3}"/>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Maturity Assessment for Invoice Processing and Exception resolution</a:t>
            </a:r>
          </a:p>
        </p:txBody>
      </p:sp>
      <p:sp>
        <p:nvSpPr>
          <p:cNvPr id="28" name="Text Placeholder 6">
            <a:extLst>
              <a:ext uri="{FF2B5EF4-FFF2-40B4-BE49-F238E27FC236}">
                <a16:creationId xmlns:a16="http://schemas.microsoft.com/office/drawing/2014/main" id="{20991210-0D4D-94EC-646E-1A6B58F1327C}"/>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Assessment of AP maturity levels across defined capability dimensions</a:t>
            </a:r>
          </a:p>
        </p:txBody>
      </p:sp>
      <p:sp>
        <p:nvSpPr>
          <p:cNvPr id="7" name="TextBox 6">
            <a:extLst>
              <a:ext uri="{FF2B5EF4-FFF2-40B4-BE49-F238E27FC236}">
                <a16:creationId xmlns:a16="http://schemas.microsoft.com/office/drawing/2014/main" id="{48087CD7-9168-84AE-8101-B682D994F7FF}"/>
              </a:ext>
            </a:extLst>
          </p:cNvPr>
          <p:cNvSpPr txBox="1"/>
          <p:nvPr/>
        </p:nvSpPr>
        <p:spPr>
          <a:xfrm>
            <a:off x="9001098" y="1760183"/>
            <a:ext cx="3511662" cy="530082"/>
          </a:xfrm>
          <a:prstGeom prst="rect">
            <a:avLst/>
          </a:prstGeom>
          <a:noFill/>
        </p:spPr>
        <p:txBody>
          <a:bodyPr wrap="square" rtlCol="0">
            <a:spAutoFit/>
          </a:bodyPr>
          <a:lstStyle/>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667"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Optimizing</a:t>
            </a:r>
          </a:p>
        </p:txBody>
      </p:sp>
      <p:sp>
        <p:nvSpPr>
          <p:cNvPr id="9" name="Freeform 94">
            <a:extLst>
              <a:ext uri="{FF2B5EF4-FFF2-40B4-BE49-F238E27FC236}">
                <a16:creationId xmlns:a16="http://schemas.microsoft.com/office/drawing/2014/main" id="{B8B41CB6-E65B-2DD6-C05F-25C736B1FA81}"/>
              </a:ext>
            </a:extLst>
          </p:cNvPr>
          <p:cNvSpPr/>
          <p:nvPr/>
        </p:nvSpPr>
        <p:spPr>
          <a:xfrm>
            <a:off x="9413214" y="5922945"/>
            <a:ext cx="2743200" cy="3961983"/>
          </a:xfrm>
          <a:custGeom>
            <a:avLst/>
            <a:gdLst>
              <a:gd name="connsiteX0" fmla="*/ 1673225 w 1673225"/>
              <a:gd name="connsiteY0" fmla="*/ 0 h 1168926"/>
              <a:gd name="connsiteX1" fmla="*/ 1673225 w 1673225"/>
              <a:gd name="connsiteY1" fmla="*/ 1168926 h 1168926"/>
              <a:gd name="connsiteX2" fmla="*/ 0 w 1673225"/>
              <a:gd name="connsiteY2" fmla="*/ 1168926 h 1168926"/>
              <a:gd name="connsiteX3" fmla="*/ 0 w 1673225"/>
              <a:gd name="connsiteY3" fmla="*/ 647346 h 1168926"/>
              <a:gd name="connsiteX4" fmla="*/ 102040 w 1673225"/>
              <a:gd name="connsiteY4" fmla="*/ 619478 h 1168926"/>
              <a:gd name="connsiteX5" fmla="*/ 1426474 w 1673225"/>
              <a:gd name="connsiteY5" fmla="*/ 121539 h 1168926"/>
              <a:gd name="connsiteX6" fmla="*/ 1673225 w 1673225"/>
              <a:gd name="connsiteY6" fmla="*/ 0 h 1168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3225" h="1168926">
                <a:moveTo>
                  <a:pt x="1673225" y="0"/>
                </a:moveTo>
                <a:lnTo>
                  <a:pt x="1673225" y="1168926"/>
                </a:lnTo>
                <a:lnTo>
                  <a:pt x="0" y="1168926"/>
                </a:lnTo>
                <a:lnTo>
                  <a:pt x="0" y="647346"/>
                </a:lnTo>
                <a:lnTo>
                  <a:pt x="102040" y="619478"/>
                </a:lnTo>
                <a:cubicBezTo>
                  <a:pt x="568451" y="482834"/>
                  <a:pt x="1011670" y="315648"/>
                  <a:pt x="1426474" y="121539"/>
                </a:cubicBezTo>
                <a:lnTo>
                  <a:pt x="1673225" y="0"/>
                </a:lnTo>
                <a:close/>
              </a:path>
            </a:pathLst>
          </a:custGeom>
          <a:solidFill>
            <a:srgbClr val="92D050"/>
          </a:solidFill>
          <a:ln w="9525" cap="flat" cmpd="sng" algn="ctr">
            <a:noFill/>
            <a:prstDash val="solid"/>
            <a:miter lim="800000"/>
          </a:ln>
          <a:effectLst/>
        </p:spPr>
        <p:txBody>
          <a:bodyPr rtlCol="0" anchor="ctr"/>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800" b="0"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10" name="TextBox 9">
            <a:extLst>
              <a:ext uri="{FF2B5EF4-FFF2-40B4-BE49-F238E27FC236}">
                <a16:creationId xmlns:a16="http://schemas.microsoft.com/office/drawing/2014/main" id="{C0DF10FA-3A9A-41EC-4914-FF0186B41CA9}"/>
              </a:ext>
            </a:extLst>
          </p:cNvPr>
          <p:cNvSpPr txBox="1"/>
          <p:nvPr/>
        </p:nvSpPr>
        <p:spPr>
          <a:xfrm>
            <a:off x="6278106" y="1760183"/>
            <a:ext cx="3244512" cy="530082"/>
          </a:xfrm>
          <a:prstGeom prst="rect">
            <a:avLst/>
          </a:prstGeom>
          <a:noFill/>
        </p:spPr>
        <p:txBody>
          <a:bodyPr wrap="square" rtlCol="0">
            <a:spAutoFit/>
          </a:bodyPr>
          <a:lstStyle/>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667"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Practicing</a:t>
            </a:r>
          </a:p>
        </p:txBody>
      </p:sp>
      <p:sp>
        <p:nvSpPr>
          <p:cNvPr id="11" name="Freeform 95">
            <a:extLst>
              <a:ext uri="{FF2B5EF4-FFF2-40B4-BE49-F238E27FC236}">
                <a16:creationId xmlns:a16="http://schemas.microsoft.com/office/drawing/2014/main" id="{D7CB8D98-84C3-D0AE-6E29-25B42D8618AC}"/>
              </a:ext>
            </a:extLst>
          </p:cNvPr>
          <p:cNvSpPr/>
          <p:nvPr/>
        </p:nvSpPr>
        <p:spPr>
          <a:xfrm>
            <a:off x="6533937" y="8235418"/>
            <a:ext cx="2743200" cy="1649515"/>
          </a:xfrm>
          <a:custGeom>
            <a:avLst/>
            <a:gdLst>
              <a:gd name="connsiteX0" fmla="*/ 1673225 w 1673225"/>
              <a:gd name="connsiteY0" fmla="*/ 0 h 486029"/>
              <a:gd name="connsiteX1" fmla="*/ 1673225 w 1673225"/>
              <a:gd name="connsiteY1" fmla="*/ 486029 h 486029"/>
              <a:gd name="connsiteX2" fmla="*/ 0 w 1673225"/>
              <a:gd name="connsiteY2" fmla="*/ 486029 h 486029"/>
              <a:gd name="connsiteX3" fmla="*/ 0 w 1673225"/>
              <a:gd name="connsiteY3" fmla="*/ 303860 h 486029"/>
              <a:gd name="connsiteX4" fmla="*/ 57900 w 1673225"/>
              <a:gd name="connsiteY4" fmla="*/ 298764 h 486029"/>
              <a:gd name="connsiteX5" fmla="*/ 1551365 w 1673225"/>
              <a:gd name="connsiteY5" fmla="*/ 33280 h 486029"/>
              <a:gd name="connsiteX6" fmla="*/ 1673225 w 1673225"/>
              <a:gd name="connsiteY6" fmla="*/ 0 h 48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3225" h="486029">
                <a:moveTo>
                  <a:pt x="1673225" y="0"/>
                </a:moveTo>
                <a:lnTo>
                  <a:pt x="1673225" y="486029"/>
                </a:lnTo>
                <a:lnTo>
                  <a:pt x="0" y="486029"/>
                </a:lnTo>
                <a:lnTo>
                  <a:pt x="0" y="303860"/>
                </a:lnTo>
                <a:lnTo>
                  <a:pt x="57900" y="298764"/>
                </a:lnTo>
                <a:cubicBezTo>
                  <a:pt x="574123" y="244129"/>
                  <a:pt x="1073686" y="154428"/>
                  <a:pt x="1551365" y="33280"/>
                </a:cubicBezTo>
                <a:lnTo>
                  <a:pt x="1673225" y="0"/>
                </a:lnTo>
                <a:close/>
              </a:path>
            </a:pathLst>
          </a:custGeom>
          <a:solidFill>
            <a:srgbClr val="4589FF"/>
          </a:solidFill>
          <a:ln w="9525" cap="flat" cmpd="sng" algn="ctr">
            <a:noFill/>
            <a:prstDash val="solid"/>
            <a:miter lim="800000"/>
          </a:ln>
          <a:effectLst/>
        </p:spPr>
        <p:txBody>
          <a:bodyPr rtlCol="0" anchor="ctr"/>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800" b="0"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12" name="TextBox 11">
            <a:extLst>
              <a:ext uri="{FF2B5EF4-FFF2-40B4-BE49-F238E27FC236}">
                <a16:creationId xmlns:a16="http://schemas.microsoft.com/office/drawing/2014/main" id="{28D8C9A9-18E6-5676-7118-0F1649C9517B}"/>
              </a:ext>
            </a:extLst>
          </p:cNvPr>
          <p:cNvSpPr txBox="1"/>
          <p:nvPr/>
        </p:nvSpPr>
        <p:spPr>
          <a:xfrm>
            <a:off x="3413531" y="1768440"/>
            <a:ext cx="2996443" cy="530082"/>
          </a:xfrm>
          <a:prstGeom prst="rect">
            <a:avLst/>
          </a:prstGeom>
          <a:noFill/>
        </p:spPr>
        <p:txBody>
          <a:bodyPr wrap="square" rtlCol="0">
            <a:spAutoFit/>
          </a:bodyPr>
          <a:lstStyle/>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667"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Developing</a:t>
            </a:r>
          </a:p>
        </p:txBody>
      </p:sp>
      <p:sp>
        <p:nvSpPr>
          <p:cNvPr id="13" name="Freeform 96">
            <a:extLst>
              <a:ext uri="{FF2B5EF4-FFF2-40B4-BE49-F238E27FC236}">
                <a16:creationId xmlns:a16="http://schemas.microsoft.com/office/drawing/2014/main" id="{147979FD-003A-AB95-043F-50BAF5131ED2}"/>
              </a:ext>
            </a:extLst>
          </p:cNvPr>
          <p:cNvSpPr/>
          <p:nvPr/>
        </p:nvSpPr>
        <p:spPr>
          <a:xfrm>
            <a:off x="3634769" y="9386658"/>
            <a:ext cx="2743200" cy="484698"/>
          </a:xfrm>
          <a:custGeom>
            <a:avLst/>
            <a:gdLst>
              <a:gd name="connsiteX0" fmla="*/ 1673225 w 1673225"/>
              <a:gd name="connsiteY0" fmla="*/ 0 h 170712"/>
              <a:gd name="connsiteX1" fmla="*/ 1673225 w 1673225"/>
              <a:gd name="connsiteY1" fmla="*/ 170712 h 170712"/>
              <a:gd name="connsiteX2" fmla="*/ 0 w 1673225"/>
              <a:gd name="connsiteY2" fmla="*/ 170712 h 170712"/>
              <a:gd name="connsiteX3" fmla="*/ 0 w 1673225"/>
              <a:gd name="connsiteY3" fmla="*/ 24286 h 170712"/>
              <a:gd name="connsiteX4" fmla="*/ 272660 w 1673225"/>
              <a:gd name="connsiteY4" fmla="*/ 38647 h 170712"/>
              <a:gd name="connsiteX5" fmla="*/ 673893 w 1673225"/>
              <a:gd name="connsiteY5" fmla="*/ 45674 h 170712"/>
              <a:gd name="connsiteX6" fmla="*/ 1471092 w 1673225"/>
              <a:gd name="connsiteY6" fmla="*/ 17791 h 170712"/>
              <a:gd name="connsiteX7" fmla="*/ 1673225 w 1673225"/>
              <a:gd name="connsiteY7" fmla="*/ 0 h 17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3225" h="170712">
                <a:moveTo>
                  <a:pt x="1673225" y="0"/>
                </a:moveTo>
                <a:lnTo>
                  <a:pt x="1673225" y="170712"/>
                </a:lnTo>
                <a:lnTo>
                  <a:pt x="0" y="170712"/>
                </a:lnTo>
                <a:lnTo>
                  <a:pt x="0" y="24286"/>
                </a:lnTo>
                <a:lnTo>
                  <a:pt x="272660" y="38647"/>
                </a:lnTo>
                <a:cubicBezTo>
                  <a:pt x="405554" y="43313"/>
                  <a:pt x="539325" y="45674"/>
                  <a:pt x="673893" y="45674"/>
                </a:cubicBezTo>
                <a:cubicBezTo>
                  <a:pt x="943029" y="45674"/>
                  <a:pt x="1208979" y="36229"/>
                  <a:pt x="1471092" y="17791"/>
                </a:cubicBezTo>
                <a:lnTo>
                  <a:pt x="1673225" y="0"/>
                </a:lnTo>
                <a:close/>
              </a:path>
            </a:pathLst>
          </a:custGeom>
          <a:solidFill>
            <a:schemeClr val="accent2"/>
          </a:solidFill>
          <a:ln w="9525" cap="flat" cmpd="sng" algn="ctr">
            <a:noFill/>
            <a:prstDash val="solid"/>
            <a:miter lim="800000"/>
          </a:ln>
          <a:effectLst/>
        </p:spPr>
        <p:txBody>
          <a:bodyPr rtlCol="0" anchor="ctr"/>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800" b="0"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14" name="TextBox 13">
            <a:extLst>
              <a:ext uri="{FF2B5EF4-FFF2-40B4-BE49-F238E27FC236}">
                <a16:creationId xmlns:a16="http://schemas.microsoft.com/office/drawing/2014/main" id="{08FFD42A-9D8D-5B3D-EF0A-2D29C45AECE8}"/>
              </a:ext>
            </a:extLst>
          </p:cNvPr>
          <p:cNvSpPr txBox="1"/>
          <p:nvPr/>
        </p:nvSpPr>
        <p:spPr>
          <a:xfrm>
            <a:off x="553997" y="1717788"/>
            <a:ext cx="3251533" cy="475258"/>
          </a:xfrm>
          <a:prstGeom prst="rect">
            <a:avLst/>
          </a:prstGeom>
          <a:noFill/>
        </p:spPr>
        <p:txBody>
          <a:bodyPr wrap="square" rtlCol="0">
            <a:spAutoFit/>
          </a:bodyPr>
          <a:lstStyle/>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333"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Aware</a:t>
            </a:r>
          </a:p>
        </p:txBody>
      </p:sp>
      <p:sp>
        <p:nvSpPr>
          <p:cNvPr id="15" name="Rectangle 14">
            <a:extLst>
              <a:ext uri="{FF2B5EF4-FFF2-40B4-BE49-F238E27FC236}">
                <a16:creationId xmlns:a16="http://schemas.microsoft.com/office/drawing/2014/main" id="{1E23EFE7-D407-3A9F-1D68-40B98CDD8207}"/>
              </a:ext>
            </a:extLst>
          </p:cNvPr>
          <p:cNvSpPr/>
          <p:nvPr/>
        </p:nvSpPr>
        <p:spPr>
          <a:xfrm>
            <a:off x="683939" y="9533508"/>
            <a:ext cx="2743200" cy="285837"/>
          </a:xfrm>
          <a:prstGeom prst="rect">
            <a:avLst/>
          </a:prstGeom>
          <a:solidFill>
            <a:srgbClr val="0043CE"/>
          </a:solidFill>
          <a:ln w="9525" cap="flat" cmpd="sng" algn="ctr">
            <a:noFill/>
            <a:prstDash val="solid"/>
            <a:miter lim="800000"/>
          </a:ln>
          <a:effectLst/>
        </p:spPr>
        <p:txBody>
          <a:bodyPr rtlCol="0" anchor="ctr"/>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800" b="0"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16" name="TextBox 15">
            <a:extLst>
              <a:ext uri="{FF2B5EF4-FFF2-40B4-BE49-F238E27FC236}">
                <a16:creationId xmlns:a16="http://schemas.microsoft.com/office/drawing/2014/main" id="{9A5FF577-94D4-3AE1-AB93-2AFC0A3ADA89}"/>
              </a:ext>
            </a:extLst>
          </p:cNvPr>
          <p:cNvSpPr txBox="1"/>
          <p:nvPr/>
        </p:nvSpPr>
        <p:spPr>
          <a:xfrm>
            <a:off x="11900265" y="1734175"/>
            <a:ext cx="3389085" cy="530082"/>
          </a:xfrm>
          <a:prstGeom prst="rect">
            <a:avLst/>
          </a:prstGeom>
          <a:noFill/>
        </p:spPr>
        <p:txBody>
          <a:bodyPr wrap="square" rtlCol="0">
            <a:spAutoFit/>
          </a:bodyPr>
          <a:lstStyle/>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667"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Leading</a:t>
            </a:r>
          </a:p>
        </p:txBody>
      </p:sp>
      <p:sp>
        <p:nvSpPr>
          <p:cNvPr id="17" name="Freeform 93">
            <a:extLst>
              <a:ext uri="{FF2B5EF4-FFF2-40B4-BE49-F238E27FC236}">
                <a16:creationId xmlns:a16="http://schemas.microsoft.com/office/drawing/2014/main" id="{7E42FB66-F003-D501-9722-6AF793A82A1F}"/>
              </a:ext>
            </a:extLst>
          </p:cNvPr>
          <p:cNvSpPr/>
          <p:nvPr/>
        </p:nvSpPr>
        <p:spPr>
          <a:xfrm>
            <a:off x="12296360" y="1881936"/>
            <a:ext cx="2743200" cy="7989422"/>
          </a:xfrm>
          <a:custGeom>
            <a:avLst/>
            <a:gdLst>
              <a:gd name="connsiteX0" fmla="*/ 1673225 w 1673225"/>
              <a:gd name="connsiteY0" fmla="*/ 0 h 2457907"/>
              <a:gd name="connsiteX1" fmla="*/ 1673225 w 1673225"/>
              <a:gd name="connsiteY1" fmla="*/ 2457907 h 2457907"/>
              <a:gd name="connsiteX2" fmla="*/ 0 w 1673225"/>
              <a:gd name="connsiteY2" fmla="*/ 2457907 h 2457907"/>
              <a:gd name="connsiteX3" fmla="*/ 0 w 1673225"/>
              <a:gd name="connsiteY3" fmla="*/ 1217719 h 2457907"/>
              <a:gd name="connsiteX4" fmla="*/ 216963 w 1673225"/>
              <a:gd name="connsiteY4" fmla="*/ 1099620 h 2457907"/>
              <a:gd name="connsiteX5" fmla="*/ 1505361 w 1673225"/>
              <a:gd name="connsiteY5" fmla="*/ 163507 h 2457907"/>
              <a:gd name="connsiteX6" fmla="*/ 1673225 w 1673225"/>
              <a:gd name="connsiteY6" fmla="*/ 0 h 245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3225" h="2457907">
                <a:moveTo>
                  <a:pt x="1673225" y="0"/>
                </a:moveTo>
                <a:lnTo>
                  <a:pt x="1673225" y="2457907"/>
                </a:lnTo>
                <a:lnTo>
                  <a:pt x="0" y="2457907"/>
                </a:lnTo>
                <a:lnTo>
                  <a:pt x="0" y="1217719"/>
                </a:lnTo>
                <a:lnTo>
                  <a:pt x="216963" y="1099620"/>
                </a:lnTo>
                <a:cubicBezTo>
                  <a:pt x="698314" y="824464"/>
                  <a:pt x="1131182" y="510070"/>
                  <a:pt x="1505361" y="163507"/>
                </a:cubicBezTo>
                <a:lnTo>
                  <a:pt x="1673225" y="0"/>
                </a:lnTo>
                <a:close/>
              </a:path>
            </a:pathLst>
          </a:custGeom>
          <a:solidFill>
            <a:srgbClr val="00B050"/>
          </a:solidFill>
          <a:ln w="9525" cap="flat" cmpd="sng" algn="ctr">
            <a:noFill/>
            <a:prstDash val="solid"/>
            <a:miter lim="800000"/>
          </a:ln>
          <a:effectLst/>
        </p:spPr>
        <p:txBody>
          <a:bodyPr rtlCol="0" anchor="ctr"/>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800" b="0"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18" name="Rounded Rectangle 37">
            <a:extLst>
              <a:ext uri="{FF2B5EF4-FFF2-40B4-BE49-F238E27FC236}">
                <a16:creationId xmlns:a16="http://schemas.microsoft.com/office/drawing/2014/main" id="{A4850C5A-1886-D70D-DFB6-A93671FBF637}"/>
              </a:ext>
            </a:extLst>
          </p:cNvPr>
          <p:cNvSpPr/>
          <p:nvPr/>
        </p:nvSpPr>
        <p:spPr>
          <a:xfrm>
            <a:off x="700717" y="1774120"/>
            <a:ext cx="2743200" cy="8229600"/>
          </a:xfrm>
          <a:prstGeom prst="roundRect">
            <a:avLst/>
          </a:prstGeom>
          <a:noFill/>
          <a:ln w="9525" cap="flat" cmpd="sng" algn="ctr">
            <a:solidFill>
              <a:srgbClr val="0F62FE"/>
            </a:solidFill>
            <a:prstDash val="dashDot"/>
            <a:miter lim="800000"/>
          </a:ln>
          <a:effectLst/>
        </p:spPr>
        <p:txBody>
          <a:bodyPr rtlCol="0" anchor="t"/>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rPr>
              <a:t>0% - 25%</a:t>
            </a:r>
          </a:p>
        </p:txBody>
      </p:sp>
      <p:sp>
        <p:nvSpPr>
          <p:cNvPr id="19" name="Rounded Rectangle 38">
            <a:extLst>
              <a:ext uri="{FF2B5EF4-FFF2-40B4-BE49-F238E27FC236}">
                <a16:creationId xmlns:a16="http://schemas.microsoft.com/office/drawing/2014/main" id="{DC2D7306-2CF8-42D7-8779-A905E11267D0}"/>
              </a:ext>
            </a:extLst>
          </p:cNvPr>
          <p:cNvSpPr/>
          <p:nvPr/>
        </p:nvSpPr>
        <p:spPr>
          <a:xfrm>
            <a:off x="3583110" y="1774120"/>
            <a:ext cx="2743200" cy="8229600"/>
          </a:xfrm>
          <a:prstGeom prst="roundRect">
            <a:avLst/>
          </a:prstGeom>
          <a:noFill/>
          <a:ln w="9525" cap="flat" cmpd="sng" algn="ctr">
            <a:solidFill>
              <a:srgbClr val="0F62FE"/>
            </a:solidFill>
            <a:prstDash val="dashDot"/>
            <a:miter lim="800000"/>
          </a:ln>
          <a:effectLst/>
        </p:spPr>
        <p:txBody>
          <a:bodyPr rtlCol="0" anchor="t"/>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rPr>
              <a:t>25% - 50%</a:t>
            </a:r>
          </a:p>
        </p:txBody>
      </p:sp>
      <p:sp>
        <p:nvSpPr>
          <p:cNvPr id="20" name="Rounded Rectangle 39">
            <a:extLst>
              <a:ext uri="{FF2B5EF4-FFF2-40B4-BE49-F238E27FC236}">
                <a16:creationId xmlns:a16="http://schemas.microsoft.com/office/drawing/2014/main" id="{4E9E7ACF-42AE-D49F-9816-8CFACE4C66D4}"/>
              </a:ext>
            </a:extLst>
          </p:cNvPr>
          <p:cNvSpPr/>
          <p:nvPr/>
        </p:nvSpPr>
        <p:spPr>
          <a:xfrm>
            <a:off x="6482277" y="1774120"/>
            <a:ext cx="2743200" cy="8229600"/>
          </a:xfrm>
          <a:prstGeom prst="roundRect">
            <a:avLst/>
          </a:prstGeom>
          <a:noFill/>
          <a:ln w="9525" cap="flat" cmpd="sng" algn="ctr">
            <a:solidFill>
              <a:srgbClr val="0F62FE"/>
            </a:solidFill>
            <a:prstDash val="dashDot"/>
            <a:miter lim="800000"/>
          </a:ln>
          <a:effectLst/>
        </p:spPr>
        <p:txBody>
          <a:bodyPr rtlCol="0" anchor="t"/>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rPr>
              <a:t>50% - 75%</a:t>
            </a:r>
          </a:p>
        </p:txBody>
      </p:sp>
      <p:sp>
        <p:nvSpPr>
          <p:cNvPr id="21" name="Rounded Rectangle 40">
            <a:extLst>
              <a:ext uri="{FF2B5EF4-FFF2-40B4-BE49-F238E27FC236}">
                <a16:creationId xmlns:a16="http://schemas.microsoft.com/office/drawing/2014/main" id="{56DB4CFB-2E52-53C2-EE6E-842B239E339B}"/>
              </a:ext>
            </a:extLst>
          </p:cNvPr>
          <p:cNvSpPr/>
          <p:nvPr/>
        </p:nvSpPr>
        <p:spPr>
          <a:xfrm>
            <a:off x="9381449" y="1774120"/>
            <a:ext cx="2743200" cy="8229600"/>
          </a:xfrm>
          <a:prstGeom prst="roundRect">
            <a:avLst/>
          </a:prstGeom>
          <a:noFill/>
          <a:ln w="9525" cap="flat" cmpd="sng" algn="ctr">
            <a:solidFill>
              <a:srgbClr val="0F62FE"/>
            </a:solidFill>
            <a:prstDash val="dashDot"/>
            <a:miter lim="800000"/>
          </a:ln>
          <a:effectLst/>
        </p:spPr>
        <p:txBody>
          <a:bodyPr rtlCol="0" anchor="t"/>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rPr>
              <a:t>75% - 90%</a:t>
            </a:r>
          </a:p>
        </p:txBody>
      </p:sp>
      <p:sp>
        <p:nvSpPr>
          <p:cNvPr id="22" name="Rounded Rectangle 41">
            <a:extLst>
              <a:ext uri="{FF2B5EF4-FFF2-40B4-BE49-F238E27FC236}">
                <a16:creationId xmlns:a16="http://schemas.microsoft.com/office/drawing/2014/main" id="{90B71C59-E1A0-C3A0-359F-C9BB051C98B1}"/>
              </a:ext>
            </a:extLst>
          </p:cNvPr>
          <p:cNvSpPr/>
          <p:nvPr/>
        </p:nvSpPr>
        <p:spPr>
          <a:xfrm>
            <a:off x="12246747" y="1774122"/>
            <a:ext cx="2926080" cy="8308270"/>
          </a:xfrm>
          <a:prstGeom prst="roundRect">
            <a:avLst/>
          </a:prstGeom>
          <a:noFill/>
          <a:ln w="9525" cap="flat" cmpd="sng" algn="ctr">
            <a:solidFill>
              <a:srgbClr val="0F62FE"/>
            </a:solidFill>
            <a:prstDash val="dashDot"/>
            <a:miter lim="800000"/>
          </a:ln>
          <a:effectLst/>
        </p:spPr>
        <p:txBody>
          <a:bodyPr rtlCol="0" anchor="t"/>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ctr" defTabSz="1829379" rtl="0" eaLnBrk="1" fontAlgn="auto" latinLnBrk="0" hangingPunct="1">
              <a:lnSpc>
                <a:spcPct val="114000"/>
              </a:lnSpc>
              <a:spcBef>
                <a:spcPts val="0"/>
              </a:spcBef>
              <a:spcAft>
                <a:spcPts val="0"/>
              </a:spcAft>
              <a:buClrTx/>
              <a:buSzTx/>
              <a:buFontTx/>
              <a:buNone/>
              <a:tabLst/>
              <a:defRPr/>
            </a:pPr>
            <a:r>
              <a:rPr kumimoji="0" lang="en-GB" sz="2200" b="1" i="0" u="none" strike="noStrike" kern="0" cap="none" spc="0" normalizeH="0" baseline="0" noProof="0">
                <a:ln>
                  <a:noFill/>
                </a:ln>
                <a:solidFill>
                  <a:prstClr val="black"/>
                </a:solidFill>
                <a:effectLst/>
                <a:uLnTx/>
                <a:uFillTx/>
                <a:latin typeface="IBM Plex Sans" panose="020B0503050203000203" pitchFamily="34" charset="0"/>
                <a:ea typeface="+mn-ea"/>
                <a:cs typeface="+mn-cs"/>
              </a:rPr>
              <a:t>90% - 100%</a:t>
            </a:r>
          </a:p>
        </p:txBody>
      </p:sp>
      <p:sp>
        <p:nvSpPr>
          <p:cNvPr id="23" name="Oval 22">
            <a:extLst>
              <a:ext uri="{FF2B5EF4-FFF2-40B4-BE49-F238E27FC236}">
                <a16:creationId xmlns:a16="http://schemas.microsoft.com/office/drawing/2014/main" id="{D7ADAB93-5BAB-21F8-8CCF-2327942F9520}"/>
              </a:ext>
            </a:extLst>
          </p:cNvPr>
          <p:cNvSpPr/>
          <p:nvPr/>
        </p:nvSpPr>
        <p:spPr bwMode="auto">
          <a:xfrm>
            <a:off x="8129587" y="5145550"/>
            <a:ext cx="614797" cy="613627"/>
          </a:xfrm>
          <a:prstGeom prst="ellipse">
            <a:avLst/>
          </a:prstGeom>
          <a:solidFill>
            <a:srgbClr val="0043CE"/>
          </a:solidFill>
          <a:ln>
            <a:noFill/>
          </a:ln>
          <a:effectLst>
            <a:outerShdw blurRad="50800" dist="38100" dir="2700000" algn="tl" rotWithShape="0">
              <a:prstClr val="black">
                <a:alpha val="40000"/>
              </a:prstClr>
            </a:outer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82880" tIns="91440" rIns="182880" bIns="91440" numCol="1" rtlCol="0" anchor="t" anchorCtr="0" compatLnSpc="1">
            <a:prstTxWarp prst="textNoShape">
              <a:avLst/>
            </a:prstTxWarp>
          </a:bodyPr>
          <a:lstStyle/>
          <a:p>
            <a:pPr marL="0" marR="0" lvl="0" indent="0" algn="ctr" defTabSz="1829379" rtl="0" eaLnBrk="1" fontAlgn="auto" latinLnBrk="0" hangingPunct="1">
              <a:lnSpc>
                <a:spcPct val="40000"/>
              </a:lnSpc>
              <a:spcBef>
                <a:spcPts val="0"/>
              </a:spcBef>
              <a:spcAft>
                <a:spcPts val="0"/>
              </a:spcAft>
              <a:buClrTx/>
              <a:buSzTx/>
              <a:buFontTx/>
              <a:buNone/>
              <a:tabLst/>
              <a:defRPr/>
            </a:pPr>
            <a:endParaRPr kumimoji="0" lang="pl-PL" sz="2200" b="1"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4" name="TextBox 23">
            <a:extLst>
              <a:ext uri="{FF2B5EF4-FFF2-40B4-BE49-F238E27FC236}">
                <a16:creationId xmlns:a16="http://schemas.microsoft.com/office/drawing/2014/main" id="{9E2E3469-109F-37EB-0C37-F1E81E838CF4}"/>
              </a:ext>
            </a:extLst>
          </p:cNvPr>
          <p:cNvSpPr txBox="1"/>
          <p:nvPr/>
        </p:nvSpPr>
        <p:spPr>
          <a:xfrm>
            <a:off x="8101949" y="5275644"/>
            <a:ext cx="922240" cy="379656"/>
          </a:xfrm>
          <a:prstGeom prst="rect">
            <a:avLst/>
          </a:prstGeom>
          <a:noFill/>
        </p:spPr>
        <p:txBody>
          <a:bodyPr wrap="square" rtlCol="0">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a:ln>
                  <a:noFill/>
                </a:ln>
                <a:solidFill>
                  <a:srgbClr val="FFFFFF"/>
                </a:solidFill>
                <a:effectLst/>
                <a:uLnTx/>
                <a:uFillTx/>
                <a:latin typeface="IBM Plex Sans" panose="020B0503050203000203" pitchFamily="34" charset="0"/>
                <a:ea typeface="+mn-ea"/>
                <a:cs typeface="+mn-cs"/>
              </a:rPr>
              <a:t>69</a:t>
            </a:r>
            <a:r>
              <a:rPr kumimoji="0" lang="pl-PL" sz="1867" b="0" i="0" u="none" strike="noStrike" kern="1200" cap="none" spc="0" normalizeH="0" baseline="0" noProof="0">
                <a:ln>
                  <a:noFill/>
                </a:ln>
                <a:solidFill>
                  <a:srgbClr val="FFFFFF"/>
                </a:solidFill>
                <a:effectLst/>
                <a:uLnTx/>
                <a:uFillTx/>
                <a:latin typeface="IBM Plex Sans" panose="020B0503050203000203" pitchFamily="34" charset="0"/>
                <a:ea typeface="+mn-ea"/>
                <a:cs typeface="+mn-cs"/>
              </a:rPr>
              <a:t>%</a:t>
            </a:r>
          </a:p>
        </p:txBody>
      </p:sp>
      <p:sp>
        <p:nvSpPr>
          <p:cNvPr id="25" name="Text Box 16">
            <a:extLst>
              <a:ext uri="{FF2B5EF4-FFF2-40B4-BE49-F238E27FC236}">
                <a16:creationId xmlns:a16="http://schemas.microsoft.com/office/drawing/2014/main" id="{EF113A2E-A92A-073E-855E-660151C10348}"/>
              </a:ext>
            </a:extLst>
          </p:cNvPr>
          <p:cNvSpPr txBox="1">
            <a:spLocks noChangeArrowheads="1"/>
          </p:cNvSpPr>
          <p:nvPr/>
        </p:nvSpPr>
        <p:spPr bwMode="auto">
          <a:xfrm>
            <a:off x="544697" y="10118270"/>
            <a:ext cx="2926080" cy="1559103"/>
          </a:xfrm>
          <a:prstGeom prst="rect">
            <a:avLst/>
          </a:prstGeom>
          <a:noFill/>
          <a:ln w="9525">
            <a:noFill/>
            <a:miter lim="800000"/>
            <a:headEnd/>
            <a:tailEnd/>
          </a:ln>
        </p:spPr>
        <p:txBody>
          <a:bodyPr/>
          <a:lstStyle/>
          <a:p>
            <a:pPr marL="0" marR="0" lvl="0" indent="0" algn="l" defTabSz="1829379" rtl="0" eaLnBrk="0" fontAlgn="auto" latinLnBrk="0" hangingPunct="0">
              <a:lnSpc>
                <a:spcPct val="100000"/>
              </a:lnSpc>
              <a:spcBef>
                <a:spcPct val="5000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An organization that has few of the required capabilities, enabled generally through manual processes with little automation.</a:t>
            </a:r>
            <a:endParaRPr kumimoji="0" lang="en-GB" sz="16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29" name="Text Box 14">
            <a:extLst>
              <a:ext uri="{FF2B5EF4-FFF2-40B4-BE49-F238E27FC236}">
                <a16:creationId xmlns:a16="http://schemas.microsoft.com/office/drawing/2014/main" id="{54940EF0-4FE4-6093-1CE3-E018295D4331}"/>
              </a:ext>
            </a:extLst>
          </p:cNvPr>
          <p:cNvSpPr txBox="1">
            <a:spLocks noChangeArrowheads="1"/>
          </p:cNvSpPr>
          <p:nvPr/>
        </p:nvSpPr>
        <p:spPr bwMode="auto">
          <a:xfrm>
            <a:off x="3452429" y="10118267"/>
            <a:ext cx="3008627" cy="2549110"/>
          </a:xfrm>
          <a:prstGeom prst="rect">
            <a:avLst/>
          </a:prstGeom>
          <a:noFill/>
          <a:ln w="9525">
            <a:noFill/>
            <a:miter lim="800000"/>
            <a:headEnd/>
            <a:tailEnd/>
          </a:ln>
        </p:spPr>
        <p:txBody>
          <a:bodyPr/>
          <a:lstStyle/>
          <a:p>
            <a:pPr marL="0" marR="0" lvl="0" indent="0" algn="l" defTabSz="1829379" rtl="0" eaLnBrk="0" fontAlgn="auto" latinLnBrk="0" hangingPunct="0">
              <a:lnSpc>
                <a:spcPct val="100000"/>
              </a:lnSpc>
              <a:spcBef>
                <a:spcPct val="5000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An organization that has a rudimentary, loosely-woven set of capabilities in place – the “basic operational” organization in a given capability. Processes, information, and technology are underdeveloped and lack integration across touch points.</a:t>
            </a:r>
            <a:endParaRPr kumimoji="0" lang="en-US" sz="1600" b="1"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30" name="Text Box 15">
            <a:extLst>
              <a:ext uri="{FF2B5EF4-FFF2-40B4-BE49-F238E27FC236}">
                <a16:creationId xmlns:a16="http://schemas.microsoft.com/office/drawing/2014/main" id="{911B3EA9-F59C-DD9B-6454-566E3335B89F}"/>
              </a:ext>
            </a:extLst>
          </p:cNvPr>
          <p:cNvSpPr txBox="1">
            <a:spLocks noChangeArrowheads="1"/>
          </p:cNvSpPr>
          <p:nvPr/>
        </p:nvSpPr>
        <p:spPr bwMode="auto">
          <a:xfrm>
            <a:off x="6360160" y="10118269"/>
            <a:ext cx="2926080" cy="1088685"/>
          </a:xfrm>
          <a:prstGeom prst="rect">
            <a:avLst/>
          </a:prstGeom>
          <a:noFill/>
          <a:ln w="9525">
            <a:noFill/>
            <a:miter lim="800000"/>
            <a:headEnd/>
            <a:tailEnd/>
          </a:ln>
        </p:spPr>
        <p:txBody>
          <a:bodyPr/>
          <a:lstStyle/>
          <a:p>
            <a:pPr marL="0" marR="0" lvl="0" indent="0" algn="l" defTabSz="1829379" rtl="0" eaLnBrk="0" fontAlgn="auto" latinLnBrk="0" hangingPunct="0">
              <a:lnSpc>
                <a:spcPct val="100000"/>
              </a:lnSpc>
              <a:spcBef>
                <a:spcPct val="5000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An organization that has implemented basic financial management capabilities.</a:t>
            </a:r>
            <a:endParaRPr kumimoji="0" lang="en-US" sz="1600" b="1"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31" name="Text Box 13">
            <a:extLst>
              <a:ext uri="{FF2B5EF4-FFF2-40B4-BE49-F238E27FC236}">
                <a16:creationId xmlns:a16="http://schemas.microsoft.com/office/drawing/2014/main" id="{F0840717-AA66-E503-4966-3A68CFF2013F}"/>
              </a:ext>
            </a:extLst>
          </p:cNvPr>
          <p:cNvSpPr txBox="1">
            <a:spLocks noChangeArrowheads="1"/>
          </p:cNvSpPr>
          <p:nvPr/>
        </p:nvSpPr>
        <p:spPr bwMode="auto">
          <a:xfrm>
            <a:off x="9267894" y="10118268"/>
            <a:ext cx="2926080" cy="2549110"/>
          </a:xfrm>
          <a:prstGeom prst="rect">
            <a:avLst/>
          </a:prstGeom>
          <a:noFill/>
          <a:ln w="9525">
            <a:noFill/>
            <a:miter lim="800000"/>
            <a:headEnd/>
            <a:tailEnd/>
          </a:ln>
        </p:spPr>
        <p:txBody>
          <a:bodyPr/>
          <a:lstStyle/>
          <a:p>
            <a:pPr marL="0" marR="0" lvl="0" indent="0" algn="l" defTabSz="1829379" rtl="0" eaLnBrk="0" fontAlgn="auto" latinLnBrk="0" hangingPunct="0">
              <a:lnSpc>
                <a:spcPct val="100000"/>
              </a:lnSpc>
              <a:spcBef>
                <a:spcPct val="5000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An organization that has not only developed financial management capabilities but also actively integrates finance within corporate  operating model.</a:t>
            </a:r>
          </a:p>
        </p:txBody>
      </p:sp>
      <p:sp>
        <p:nvSpPr>
          <p:cNvPr id="32" name="Text Box 12">
            <a:extLst>
              <a:ext uri="{FF2B5EF4-FFF2-40B4-BE49-F238E27FC236}">
                <a16:creationId xmlns:a16="http://schemas.microsoft.com/office/drawing/2014/main" id="{E675E036-E8C6-89A2-72C7-486306F4F9B7}"/>
              </a:ext>
            </a:extLst>
          </p:cNvPr>
          <p:cNvSpPr txBox="1">
            <a:spLocks noChangeArrowheads="1"/>
          </p:cNvSpPr>
          <p:nvPr/>
        </p:nvSpPr>
        <p:spPr bwMode="auto">
          <a:xfrm>
            <a:off x="12175631" y="10118267"/>
            <a:ext cx="2825183" cy="2784933"/>
          </a:xfrm>
          <a:prstGeom prst="rect">
            <a:avLst/>
          </a:prstGeom>
          <a:noFill/>
          <a:ln w="9525">
            <a:noFill/>
            <a:miter lim="800000"/>
            <a:headEnd/>
            <a:tailEnd/>
          </a:ln>
        </p:spPr>
        <p:txBody>
          <a:bodyPr/>
          <a:lstStyle/>
          <a:p>
            <a:pPr marL="0" marR="0" lvl="0" indent="0" algn="l" defTabSz="1829379" rtl="0" eaLnBrk="0" fontAlgn="auto" latinLnBrk="0" hangingPunct="0">
              <a:lnSpc>
                <a:spcPct val="100000"/>
              </a:lnSpc>
              <a:spcBef>
                <a:spcPct val="5000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An organization that has differentiated itself based upon its capabilities and simultaneously redefined those capabilities – the “leading edge” organization in a given capability. Systems are fully integrated.</a:t>
            </a:r>
          </a:p>
        </p:txBody>
      </p:sp>
      <p:sp>
        <p:nvSpPr>
          <p:cNvPr id="33" name="Rectangle 32">
            <a:extLst>
              <a:ext uri="{FF2B5EF4-FFF2-40B4-BE49-F238E27FC236}">
                <a16:creationId xmlns:a16="http://schemas.microsoft.com/office/drawing/2014/main" id="{EE4C4073-B70F-62EA-9B75-26BABFA096A5}"/>
              </a:ext>
            </a:extLst>
          </p:cNvPr>
          <p:cNvSpPr/>
          <p:nvPr/>
        </p:nvSpPr>
        <p:spPr>
          <a:xfrm>
            <a:off x="663519" y="9751978"/>
            <a:ext cx="14509310" cy="358035"/>
          </a:xfrm>
          <a:prstGeom prst="rect">
            <a:avLst/>
          </a:prstGeom>
          <a:solidFill>
            <a:schemeClr val="accent1">
              <a:lumMod val="75000"/>
            </a:schemeClr>
          </a:solidFill>
          <a:ln w="9525" cap="flat" cmpd="sng" algn="ctr">
            <a:noFill/>
            <a:prstDash val="solid"/>
            <a:miter lim="800000"/>
          </a:ln>
          <a:effectLst/>
        </p:spPr>
        <p:txBody>
          <a:bodyPr rtlCol="0" anchor="ctr"/>
          <a:lstStyle/>
          <a:p>
            <a:pPr marL="0" marR="0" lvl="0" indent="0" algn="ctr" defTabSz="1829379" rtl="0" eaLnBrk="1" fontAlgn="auto" latinLnBrk="0" hangingPunct="1">
              <a:lnSpc>
                <a:spcPct val="114000"/>
              </a:lnSpc>
              <a:spcBef>
                <a:spcPts val="0"/>
              </a:spcBef>
              <a:spcAft>
                <a:spcPts val="0"/>
              </a:spcAft>
              <a:buClrTx/>
              <a:buSzTx/>
              <a:buFontTx/>
              <a:buNone/>
              <a:tabLst/>
              <a:defRPr/>
            </a:pPr>
            <a:endParaRPr kumimoji="0" lang="en-GB" sz="2800" b="0" i="0" u="none" strike="noStrike" kern="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34" name="Rectangle 33">
            <a:extLst>
              <a:ext uri="{FF2B5EF4-FFF2-40B4-BE49-F238E27FC236}">
                <a16:creationId xmlns:a16="http://schemas.microsoft.com/office/drawing/2014/main" id="{883A2403-265F-13A9-FBDE-2083AEE876A2}"/>
              </a:ext>
            </a:extLst>
          </p:cNvPr>
          <p:cNvSpPr/>
          <p:nvPr/>
        </p:nvSpPr>
        <p:spPr bwMode="auto">
          <a:xfrm>
            <a:off x="15669751" y="1639338"/>
            <a:ext cx="7714334" cy="3787534"/>
          </a:xfrm>
          <a:prstGeom prst="rect">
            <a:avLst/>
          </a:prstGeom>
          <a:noFill/>
          <a:ln w="6350">
            <a:solidFill>
              <a:srgbClr val="0F62FE"/>
            </a:solidFill>
            <a:prstDash val="dash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0" tIns="360000" rIns="360000" bIns="360000" numCol="1" rtlCol="0" anchor="t" anchorCtr="0" compatLnSpc="1">
            <a:prstTxWarp prst="textNoShape">
              <a:avLst/>
            </a:prstTxWarp>
          </a:bodyPr>
          <a:lstStyle/>
          <a:p>
            <a:pPr marL="0" marR="0" lvl="0" indent="0" algn="l" defTabSz="1829379"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342900" marR="0" lvl="0" indent="-342900"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a:ea typeface="+mn-ea"/>
                <a:cs typeface="+mn-cs"/>
              </a:rPr>
              <a:t>Touchless processing  of EDI and ERS invoices (54% of total invoice volumes of 12.8 million per annum</a:t>
            </a:r>
          </a:p>
          <a:p>
            <a:pPr marL="342900" marR="0" lvl="0" indent="-342900" algn="l" defTabSz="1829379" rtl="0" eaLnBrk="1" fontAlgn="auto"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a:ea typeface="+mn-ea"/>
                <a:cs typeface="+mn-cs"/>
              </a:rPr>
              <a:t>70% of invoices in electronic format</a:t>
            </a:r>
          </a:p>
          <a:p>
            <a:pPr marL="342900" marR="0" lvl="0" indent="-342900"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sym typeface="Arial"/>
              </a:rPr>
              <a:t>Overall High First Pass Yield at 94%</a:t>
            </a: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auto" latinLnBrk="0" hangingPunct="1">
              <a:lnSpc>
                <a:spcPct val="150000"/>
              </a:lnSpc>
              <a:spcBef>
                <a:spcPct val="0"/>
              </a:spcBef>
              <a:spcAft>
                <a:spcPct val="0"/>
              </a:spcAft>
              <a:buClr>
                <a:srgbClr val="0F62FE"/>
              </a:buClr>
              <a:buSzTx/>
              <a:buFontTx/>
              <a:buNone/>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base" latinLnBrk="0" hangingPunct="1">
              <a:lnSpc>
                <a:spcPct val="150000"/>
              </a:lnSpc>
              <a:spcBef>
                <a:spcPct val="0"/>
              </a:spcBef>
              <a:spcAft>
                <a:spcPct val="0"/>
              </a:spcAft>
              <a:buClr>
                <a:srgbClr val="0F62FE"/>
              </a:buClr>
              <a:buSzTx/>
              <a:buFontTx/>
              <a:buNone/>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342909" marR="0" lvl="0" indent="-342909"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35" name="Rectangle 34">
            <a:extLst>
              <a:ext uri="{FF2B5EF4-FFF2-40B4-BE49-F238E27FC236}">
                <a16:creationId xmlns:a16="http://schemas.microsoft.com/office/drawing/2014/main" id="{93FB2EDB-927F-73AD-6EFE-61D69468ADA3}"/>
              </a:ext>
            </a:extLst>
          </p:cNvPr>
          <p:cNvSpPr/>
          <p:nvPr/>
        </p:nvSpPr>
        <p:spPr bwMode="auto">
          <a:xfrm>
            <a:off x="15669751" y="5718582"/>
            <a:ext cx="7741998" cy="6948796"/>
          </a:xfrm>
          <a:prstGeom prst="rect">
            <a:avLst/>
          </a:prstGeom>
          <a:noFill/>
          <a:ln w="6350">
            <a:solidFill>
              <a:srgbClr val="0F62FE"/>
            </a:solidFill>
            <a:prstDash val="dash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0" tIns="360000" rIns="360000" bIns="360000" numCol="1" rtlCol="0" anchor="t" anchorCtr="0" compatLnSpc="1">
            <a:prstTxWarp prst="textNoShape">
              <a:avLst/>
            </a:prstTxWarp>
          </a:bodyPr>
          <a:lstStyle/>
          <a:p>
            <a:pPr marL="0" marR="0" lvl="0" indent="0" algn="l" defTabSz="1829379" rtl="0" eaLnBrk="1" fontAlgn="base" latinLnBrk="0" hangingPunct="1">
              <a:lnSpc>
                <a:spcPct val="90000"/>
              </a:lnSpc>
              <a:spcBef>
                <a:spcPct val="0"/>
              </a:spcBef>
              <a:spcAft>
                <a:spcPct val="0"/>
              </a:spcAft>
              <a:buClrTx/>
              <a:buSzTx/>
              <a:buFontTx/>
              <a:buNone/>
              <a:tabLst/>
              <a:defRPr/>
            </a:pPr>
            <a:endParaRPr kumimoji="0" lang="en-US" sz="2102"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base" latinLnBrk="0" hangingPunct="1">
              <a:lnSpc>
                <a:spcPct val="90000"/>
              </a:lnSpc>
              <a:spcBef>
                <a:spcPct val="0"/>
              </a:spcBef>
              <a:spcAft>
                <a:spcPct val="0"/>
              </a:spcAft>
              <a:buClrTx/>
              <a:buSzTx/>
              <a:buFontTx/>
              <a:buNone/>
              <a:tabLst/>
              <a:defRPr/>
            </a:pPr>
            <a:endParaRPr kumimoji="0" lang="en-US" sz="2102"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base" latinLnBrk="0" hangingPunct="1">
              <a:lnSpc>
                <a:spcPct val="90000"/>
              </a:lnSpc>
              <a:spcBef>
                <a:spcPct val="0"/>
              </a:spcBef>
              <a:spcAft>
                <a:spcPct val="0"/>
              </a:spcAft>
              <a:buClrTx/>
              <a:buSzTx/>
              <a:buFontTx/>
              <a:buNone/>
              <a:tabLst/>
              <a:defRPr/>
            </a:pPr>
            <a:endParaRPr kumimoji="0" lang="en-US" sz="2102"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342900" marR="0" lvl="0" indent="-342900"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Sub-optimal use of existing technology for paper/pdf and e-invoices (excl. EDI).</a:t>
            </a:r>
          </a:p>
          <a:p>
            <a:pPr marL="342900" marR="0" lvl="0" indent="-342900"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No dedicated AP workflow, using basic communication tool (NBS Cockpit) and standard SAP workflow functionality.</a:t>
            </a:r>
          </a:p>
          <a:p>
            <a:pPr marL="342900" marR="0" lvl="0" indent="-342900"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a:ea typeface="+mn-ea"/>
                <a:cs typeface="+mn-cs"/>
              </a:rPr>
              <a:t>Sub-optimal process design, including multiple manual steps and hand-offs preventing touchless processing., with country variations </a:t>
            </a: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342900" marR="0" lvl="0" indent="-342900"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Overall low level of automation for manual invoices, resulting in lower efficiency</a:t>
            </a:r>
          </a:p>
          <a:p>
            <a:pPr marL="342900" marR="0" lvl="0" indent="-342900"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Global policies in place but with significant variations and enforcement levels per country/geo</a:t>
            </a:r>
          </a:p>
          <a:p>
            <a:pPr marL="0" marR="0" lvl="0" indent="0" algn="l" defTabSz="1829379" rtl="0" eaLnBrk="1" fontAlgn="base" latinLnBrk="0" hangingPunct="1">
              <a:lnSpc>
                <a:spcPct val="150000"/>
              </a:lnSpc>
              <a:spcBef>
                <a:spcPct val="0"/>
              </a:spcBef>
              <a:spcAft>
                <a:spcPct val="0"/>
              </a:spcAft>
              <a:buClr>
                <a:srgbClr val="0F62FE"/>
              </a:buClr>
              <a:buSzTx/>
              <a:buFontTx/>
              <a:buNone/>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base" latinLnBrk="0" hangingPunct="1">
              <a:lnSpc>
                <a:spcPct val="150000"/>
              </a:lnSpc>
              <a:spcBef>
                <a:spcPct val="0"/>
              </a:spcBef>
              <a:spcAft>
                <a:spcPct val="0"/>
              </a:spcAft>
              <a:buClr>
                <a:srgbClr val="0F62FE"/>
              </a:buClr>
              <a:buSzTx/>
              <a:buFontTx/>
              <a:buNone/>
              <a:tabLst/>
              <a:defRPr/>
            </a:pPr>
            <a:endParaRPr kumimoji="0" lang="en-US" sz="2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342909" marR="0" lvl="0" indent="-342909" algn="l" defTabSz="1829379" rtl="0" eaLnBrk="1" fontAlgn="base" latinLnBrk="0" hangingPunct="1">
              <a:lnSpc>
                <a:spcPct val="150000"/>
              </a:lnSpc>
              <a:spcBef>
                <a:spcPct val="0"/>
              </a:spcBef>
              <a:spcAft>
                <a:spcPct val="0"/>
              </a:spcAft>
              <a:buClr>
                <a:srgbClr val="0F62FE"/>
              </a:buClr>
              <a:buSzTx/>
              <a:buFont typeface="Arial" panose="020B0604020202020204" pitchFamily="34" charset="0"/>
              <a:buChar char="•"/>
              <a:tabLst/>
              <a:defRPr/>
            </a:pPr>
            <a:endParaRPr kumimoji="0" lang="en-US" sz="2102"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base" latinLnBrk="0" hangingPunct="1">
              <a:lnSpc>
                <a:spcPct val="90000"/>
              </a:lnSpc>
              <a:spcBef>
                <a:spcPct val="0"/>
              </a:spcBef>
              <a:spcAft>
                <a:spcPct val="0"/>
              </a:spcAft>
              <a:buClrTx/>
              <a:buSzTx/>
              <a:buFontTx/>
              <a:buNone/>
              <a:tabLst/>
              <a:defRPr/>
            </a:pPr>
            <a:endParaRPr kumimoji="0" lang="en-US" sz="2102"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p:txBody>
      </p:sp>
      <p:pic>
        <p:nvPicPr>
          <p:cNvPr id="36" name="Picture 35" descr="Icon  Description automatically generated">
            <a:extLst>
              <a:ext uri="{FF2B5EF4-FFF2-40B4-BE49-F238E27FC236}">
                <a16:creationId xmlns:a16="http://schemas.microsoft.com/office/drawing/2014/main" id="{D897BC90-BDEE-AAFB-4A39-93071D2BEF91}"/>
              </a:ext>
            </a:extLst>
          </p:cNvPr>
          <p:cNvPicPr>
            <a:picLocks noChangeAspect="1"/>
          </p:cNvPicPr>
          <p:nvPr/>
        </p:nvPicPr>
        <p:blipFill>
          <a:blip r:embed="rId3"/>
          <a:stretch>
            <a:fillRect/>
          </a:stretch>
        </p:blipFill>
        <p:spPr>
          <a:xfrm>
            <a:off x="16076307" y="5987973"/>
            <a:ext cx="720000" cy="720000"/>
          </a:xfrm>
          <a:prstGeom prst="rect">
            <a:avLst/>
          </a:prstGeom>
        </p:spPr>
      </p:pic>
      <p:pic>
        <p:nvPicPr>
          <p:cNvPr id="37" name="Picture 36" descr="Icon  Description automatically generated">
            <a:extLst>
              <a:ext uri="{FF2B5EF4-FFF2-40B4-BE49-F238E27FC236}">
                <a16:creationId xmlns:a16="http://schemas.microsoft.com/office/drawing/2014/main" id="{27BD67CA-FCE9-CC87-7B4D-1E2ED6A3C64B}"/>
              </a:ext>
            </a:extLst>
          </p:cNvPr>
          <p:cNvPicPr>
            <a:picLocks noChangeAspect="1"/>
          </p:cNvPicPr>
          <p:nvPr/>
        </p:nvPicPr>
        <p:blipFill>
          <a:blip r:embed="rId4"/>
          <a:stretch>
            <a:fillRect/>
          </a:stretch>
        </p:blipFill>
        <p:spPr>
          <a:xfrm>
            <a:off x="16076307" y="1833046"/>
            <a:ext cx="720000" cy="720000"/>
          </a:xfrm>
          <a:prstGeom prst="rect">
            <a:avLst/>
          </a:prstGeom>
        </p:spPr>
      </p:pic>
      <p:sp>
        <p:nvSpPr>
          <p:cNvPr id="38" name="TextBox 37">
            <a:extLst>
              <a:ext uri="{FF2B5EF4-FFF2-40B4-BE49-F238E27FC236}">
                <a16:creationId xmlns:a16="http://schemas.microsoft.com/office/drawing/2014/main" id="{5826749C-10BC-64BE-EAD3-AD5845761E8A}"/>
              </a:ext>
            </a:extLst>
          </p:cNvPr>
          <p:cNvSpPr txBox="1"/>
          <p:nvPr/>
        </p:nvSpPr>
        <p:spPr>
          <a:xfrm>
            <a:off x="7912092" y="5821940"/>
            <a:ext cx="2085050" cy="400110"/>
          </a:xfrm>
          <a:prstGeom prst="rect">
            <a:avLst/>
          </a:prstGeom>
          <a:noFill/>
        </p:spPr>
        <p:txBody>
          <a:bodyPr wrap="square" rtlCol="0">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000000"/>
                </a:solidFill>
                <a:effectLst/>
                <a:uLnTx/>
                <a:uFillTx/>
                <a:latin typeface="IBM Plex Sans Light"/>
                <a:ea typeface="+mn-ea"/>
                <a:cs typeface="+mn-cs"/>
              </a:rPr>
              <a:t>Current Maturity</a:t>
            </a:r>
          </a:p>
        </p:txBody>
      </p:sp>
      <p:sp>
        <p:nvSpPr>
          <p:cNvPr id="39" name="Rectangle 38">
            <a:extLst>
              <a:ext uri="{FF2B5EF4-FFF2-40B4-BE49-F238E27FC236}">
                <a16:creationId xmlns:a16="http://schemas.microsoft.com/office/drawing/2014/main" id="{0E3F7E8E-2E85-34C3-EC84-9622C7AB6E62}"/>
              </a:ext>
            </a:extLst>
          </p:cNvPr>
          <p:cNvSpPr/>
          <p:nvPr/>
        </p:nvSpPr>
        <p:spPr>
          <a:xfrm>
            <a:off x="16949312" y="1678563"/>
            <a:ext cx="6390332" cy="1028965"/>
          </a:xfrm>
          <a:prstGeom prst="rect">
            <a:avLst/>
          </a:prstGeom>
          <a:solidFill>
            <a:srgbClr val="EDF5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Maturity of 69% is positively </a:t>
            </a: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driven by :</a:t>
            </a:r>
          </a:p>
        </p:txBody>
      </p:sp>
      <p:sp>
        <p:nvSpPr>
          <p:cNvPr id="40" name="Rectangle 39">
            <a:extLst>
              <a:ext uri="{FF2B5EF4-FFF2-40B4-BE49-F238E27FC236}">
                <a16:creationId xmlns:a16="http://schemas.microsoft.com/office/drawing/2014/main" id="{64AE9E01-7F04-F1AE-011C-CFB61D47A40B}"/>
              </a:ext>
            </a:extLst>
          </p:cNvPr>
          <p:cNvSpPr/>
          <p:nvPr/>
        </p:nvSpPr>
        <p:spPr>
          <a:xfrm>
            <a:off x="16949312" y="5766249"/>
            <a:ext cx="6390332" cy="966643"/>
          </a:xfrm>
          <a:prstGeom prst="rect">
            <a:avLst/>
          </a:prstGeom>
          <a:solidFill>
            <a:srgbClr val="EDF5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Gap to Leading Maturity is driven by:</a:t>
            </a:r>
          </a:p>
        </p:txBody>
      </p:sp>
      <p:sp>
        <p:nvSpPr>
          <p:cNvPr id="2" name="Rectangle 1">
            <a:extLst>
              <a:ext uri="{FF2B5EF4-FFF2-40B4-BE49-F238E27FC236}">
                <a16:creationId xmlns:a16="http://schemas.microsoft.com/office/drawing/2014/main" id="{33223A2B-18BE-987F-7547-1CA55DFE4ECB}"/>
              </a:ext>
            </a:extLst>
          </p:cNvPr>
          <p:cNvSpPr/>
          <p:nvPr/>
        </p:nvSpPr>
        <p:spPr bwMode="auto">
          <a:xfrm>
            <a:off x="17750004" y="-1690360"/>
            <a:ext cx="6638926" cy="3030764"/>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5400" b="0" i="0" u="none" strike="noStrike" kern="1200" cap="none" spc="0" normalizeH="0" baseline="0" noProof="0" err="1">
                <a:ln>
                  <a:noFill/>
                </a:ln>
                <a:solidFill>
                  <a:srgbClr val="FA4D56"/>
                </a:solidFill>
                <a:effectLst/>
                <a:uLnTx/>
                <a:uFillTx/>
                <a:latin typeface="IBM Plex Sans Light"/>
                <a:ea typeface="+mn-ea"/>
                <a:cs typeface="+mn-cs"/>
              </a:rPr>
              <a:t>Conslidate</a:t>
            </a:r>
            <a:r>
              <a:rPr kumimoji="0" lang="en-US" sz="5400" b="0" i="0" u="none" strike="noStrike" kern="1200" cap="none" spc="0" normalizeH="0" baseline="0" noProof="0">
                <a:ln>
                  <a:noFill/>
                </a:ln>
                <a:solidFill>
                  <a:srgbClr val="FA4D56"/>
                </a:solidFill>
                <a:effectLst/>
                <a:uLnTx/>
                <a:uFillTx/>
                <a:latin typeface="IBM Plex Sans Light"/>
                <a:ea typeface="+mn-ea"/>
                <a:cs typeface="+mn-cs"/>
              </a:rPr>
              <a:t> 9-12</a:t>
            </a:r>
          </a:p>
        </p:txBody>
      </p:sp>
    </p:spTree>
    <p:extLst>
      <p:ext uri="{BB962C8B-B14F-4D97-AF65-F5344CB8AC3E}">
        <p14:creationId xmlns:p14="http://schemas.microsoft.com/office/powerpoint/2010/main" val="207287565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61F5A-A2AE-09A1-6926-981AF0BFF35D}"/>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47AF7F69-B1E5-B711-7EB1-9A846B97BBA5}"/>
              </a:ext>
            </a:extLst>
          </p:cNvPr>
          <p:cNvSpPr txBox="1">
            <a:spLocks/>
          </p:cNvSpPr>
          <p:nvPr/>
        </p:nvSpPr>
        <p:spPr>
          <a:xfrm>
            <a:off x="57599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marR="0" lvl="0" indent="-742950" algn="l" defTabSz="2437912" rtl="0" eaLnBrk="1" fontAlgn="auto" latinLnBrk="0" hangingPunct="1">
              <a:lnSpc>
                <a:spcPct val="110000"/>
              </a:lnSpc>
              <a:spcBef>
                <a:spcPts val="0"/>
              </a:spcBef>
              <a:spcAft>
                <a:spcPts val="0"/>
              </a:spcAft>
              <a:buClr>
                <a:srgbClr val="0F62FE"/>
              </a:buClr>
              <a:buSzTx/>
              <a:buFont typeface="Wingdings" pitchFamily="2" charset="2"/>
              <a:buAutoNum type="arabicPeriod"/>
              <a:tabLst/>
              <a:defRPr/>
            </a:pPr>
            <a:endParaRPr kumimoji="0" lang="en-US" sz="1800" b="0" i="0" u="none" strike="noStrike" kern="0" cap="none" spc="0" normalizeH="0" baseline="0" noProof="0">
              <a:ln>
                <a:noFill/>
              </a:ln>
              <a:solidFill>
                <a:srgbClr val="000000"/>
              </a:solidFill>
              <a:effectLst/>
              <a:uLnTx/>
              <a:uFillTx/>
              <a:latin typeface="IBM Plex Sans Light"/>
              <a:ea typeface="+mj-ea"/>
              <a:cs typeface="+mj-cs"/>
              <a:sym typeface="IBM Plex Sans"/>
            </a:endParaRPr>
          </a:p>
        </p:txBody>
      </p:sp>
      <p:sp>
        <p:nvSpPr>
          <p:cNvPr id="5" name="Footer Placeholder 4">
            <a:extLst>
              <a:ext uri="{FF2B5EF4-FFF2-40B4-BE49-F238E27FC236}">
                <a16:creationId xmlns:a16="http://schemas.microsoft.com/office/drawing/2014/main" id="{05DFE912-C524-AFE0-C888-37918AB416E5}"/>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6" name="Slide Number Placeholder 5">
            <a:extLst>
              <a:ext uri="{FF2B5EF4-FFF2-40B4-BE49-F238E27FC236}">
                <a16:creationId xmlns:a16="http://schemas.microsoft.com/office/drawing/2014/main" id="{E580CC34-1382-5779-F1E2-46A088BD0FB9}"/>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7" name="TextBox 26">
            <a:extLst>
              <a:ext uri="{FF2B5EF4-FFF2-40B4-BE49-F238E27FC236}">
                <a16:creationId xmlns:a16="http://schemas.microsoft.com/office/drawing/2014/main" id="{D5B58D0D-A1E2-A3BA-4515-8B37B86A7733}"/>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Invoice Processing and Exceptions Resolution: Process Analysis Findings</a:t>
            </a:r>
          </a:p>
        </p:txBody>
      </p:sp>
      <p:sp>
        <p:nvSpPr>
          <p:cNvPr id="28" name="Text Placeholder 6">
            <a:extLst>
              <a:ext uri="{FF2B5EF4-FFF2-40B4-BE49-F238E27FC236}">
                <a16:creationId xmlns:a16="http://schemas.microsoft.com/office/drawing/2014/main" id="{40C95E24-42A4-5897-8C29-48D594A8E8DA}"/>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Key observations identified</a:t>
            </a:r>
          </a:p>
        </p:txBody>
      </p:sp>
      <p:sp>
        <p:nvSpPr>
          <p:cNvPr id="2" name="TextBox 1">
            <a:extLst>
              <a:ext uri="{FF2B5EF4-FFF2-40B4-BE49-F238E27FC236}">
                <a16:creationId xmlns:a16="http://schemas.microsoft.com/office/drawing/2014/main" id="{56F0F572-223F-57DF-2113-1F8D75DC9CB7}"/>
              </a:ext>
            </a:extLst>
          </p:cNvPr>
          <p:cNvSpPr txBox="1"/>
          <p:nvPr/>
        </p:nvSpPr>
        <p:spPr>
          <a:xfrm>
            <a:off x="600781" y="2835086"/>
            <a:ext cx="11258103" cy="9397444"/>
          </a:xfrm>
          <a:prstGeom prst="rect">
            <a:avLst/>
          </a:prstGeom>
          <a:noFill/>
        </p:spPr>
        <p:txBody>
          <a:bodyPr wrap="square" lIns="182880" tIns="91440" rIns="182880" bIns="91440" anchor="t">
            <a:spAutoFit/>
          </a:bodyPr>
          <a:lstStyle/>
          <a:p>
            <a:pPr marL="0" marR="0" lvl="0" indent="0" algn="l" defTabSz="1828837" rtl="0" eaLnBrk="1" fontAlgn="base" latinLnBrk="0" hangingPunct="1">
              <a:lnSpc>
                <a:spcPct val="100000"/>
              </a:lnSpc>
              <a:spcBef>
                <a:spcPct val="0"/>
              </a:spcBef>
              <a:spcAft>
                <a:spcPts val="400"/>
              </a:spcAft>
              <a:buClr>
                <a:srgbClr val="EF3B24"/>
              </a:buClr>
              <a:buSzTx/>
              <a:buFontTx/>
              <a:buNone/>
              <a:tabLst/>
              <a:defRPr/>
            </a:pPr>
            <a:r>
              <a:rPr kumimoji="0" lang="da-DK" sz="2800" b="1" i="0" u="none" strike="noStrike" kern="1200" cap="none" spc="0" normalizeH="0" baseline="0" noProof="0" err="1">
                <a:ln>
                  <a:noFill/>
                </a:ln>
                <a:solidFill>
                  <a:srgbClr val="525252"/>
                </a:solidFill>
                <a:effectLst/>
                <a:uLnTx/>
                <a:uFillTx/>
                <a:latin typeface="IBM Plex Sans"/>
                <a:ea typeface="+mn-ea"/>
                <a:cs typeface="+mn-cs"/>
              </a:rPr>
              <a:t>Invoice</a:t>
            </a:r>
            <a:r>
              <a:rPr kumimoji="0" lang="da-DK" sz="2800" b="1" i="0" u="none" strike="noStrike" kern="1200" cap="none" spc="0" normalizeH="0" baseline="0" noProof="0">
                <a:ln>
                  <a:noFill/>
                </a:ln>
                <a:solidFill>
                  <a:srgbClr val="525252"/>
                </a:solidFill>
                <a:effectLst/>
                <a:uLnTx/>
                <a:uFillTx/>
                <a:latin typeface="IBM Plex Sans"/>
                <a:ea typeface="+mn-ea"/>
                <a:cs typeface="+mn-cs"/>
              </a:rPr>
              <a:t> Reception</a:t>
            </a:r>
          </a:p>
          <a:p>
            <a:pPr marL="720725" marR="0" lvl="1" indent="-342900" algn="l" defTabSz="1828837" rtl="0" eaLnBrk="1" fontAlgn="base" latinLnBrk="0" hangingPunct="1">
              <a:lnSpc>
                <a:spcPct val="100000"/>
              </a:lnSpc>
              <a:spcBef>
                <a:spcPct val="0"/>
              </a:spcBef>
              <a:spcAft>
                <a:spcPct val="0"/>
              </a:spcAft>
              <a:buClr>
                <a:srgbClr val="00B050"/>
              </a:buClr>
              <a:buSzTx/>
              <a:buFont typeface="IBM Plex Sans" panose="020B0503050203000203" pitchFamily="34" charset="0"/>
              <a:buChar char="+"/>
              <a:tabLst/>
              <a:defRPr/>
            </a:pPr>
            <a:r>
              <a:rPr kumimoji="0" lang="da-DK" sz="2400" b="0" i="0" u="none" strike="noStrike" kern="1200" cap="none" spc="0" normalizeH="0" baseline="0" noProof="0">
                <a:ln>
                  <a:noFill/>
                </a:ln>
                <a:solidFill>
                  <a:srgbClr val="525252"/>
                </a:solidFill>
                <a:effectLst/>
                <a:uLnTx/>
                <a:uFillTx/>
                <a:latin typeface="IBM Plex Sans"/>
                <a:ea typeface="+mn-ea"/>
                <a:cs typeface="+mn-cs"/>
              </a:rPr>
              <a:t>Efficient EDI and ERS solutions for &gt;50% of </a:t>
            </a:r>
            <a:r>
              <a:rPr kumimoji="0" lang="da-DK" sz="2400" b="0" i="0" u="none" strike="noStrike" kern="1200" cap="none" spc="0" normalizeH="0" baseline="0" noProof="0" err="1">
                <a:ln>
                  <a:noFill/>
                </a:ln>
                <a:solidFill>
                  <a:srgbClr val="525252"/>
                </a:solidFill>
                <a:effectLst/>
                <a:uLnTx/>
                <a:uFillTx/>
                <a:latin typeface="IBM Plex Sans"/>
                <a:ea typeface="+mn-ea"/>
                <a:cs typeface="+mn-cs"/>
              </a:rPr>
              <a:t>invoice</a:t>
            </a:r>
            <a:r>
              <a:rPr kumimoji="0" lang="da-DK" sz="2400" b="0" i="0" u="none" strike="noStrike" kern="1200" cap="none" spc="0" normalizeH="0" baseline="0" noProof="0">
                <a:ln>
                  <a:noFill/>
                </a:ln>
                <a:solidFill>
                  <a:srgbClr val="525252"/>
                </a:solidFill>
                <a:effectLst/>
                <a:uLnTx/>
                <a:uFillTx/>
                <a:latin typeface="IBM Plex Sans"/>
                <a:ea typeface="+mn-ea"/>
                <a:cs typeface="+mn-cs"/>
              </a:rPr>
              <a:t> </a:t>
            </a:r>
            <a:r>
              <a:rPr kumimoji="0" lang="da-DK" sz="2400" b="0" i="0" u="none" strike="noStrike" kern="1200" cap="none" spc="0" normalizeH="0" baseline="0" noProof="0" err="1">
                <a:ln>
                  <a:noFill/>
                </a:ln>
                <a:solidFill>
                  <a:srgbClr val="525252"/>
                </a:solidFill>
                <a:effectLst/>
                <a:uLnTx/>
                <a:uFillTx/>
                <a:latin typeface="IBM Plex Sans"/>
                <a:ea typeface="+mn-ea"/>
                <a:cs typeface="+mn-cs"/>
              </a:rPr>
              <a:t>volume</a:t>
            </a:r>
            <a:endParaRPr kumimoji="0" lang="da-DK" sz="2400" b="0" i="0" u="none" strike="noStrike" kern="1200" cap="none" spc="0" normalizeH="0" baseline="0" noProof="0">
              <a:ln>
                <a:noFill/>
              </a:ln>
              <a:solidFill>
                <a:srgbClr val="525252"/>
              </a:solidFill>
              <a:effectLst/>
              <a:uLnTx/>
              <a:uFillTx/>
              <a:latin typeface="IBM Plex Sans"/>
              <a:ea typeface="+mn-ea"/>
              <a:cs typeface="+mn-cs"/>
            </a:endParaRPr>
          </a:p>
          <a:p>
            <a:pPr marL="762000" marR="0" lvl="1" indent="-370205" algn="l" defTabSz="1829379" rtl="0" eaLnBrk="1" fontAlgn="base" latinLnBrk="0" hangingPunct="1">
              <a:lnSpc>
                <a:spcPct val="100000"/>
              </a:lnSpc>
              <a:spcBef>
                <a:spcPct val="0"/>
              </a:spcBef>
              <a:spcAft>
                <a:spcPct val="0"/>
              </a:spcAft>
              <a:buClr>
                <a:srgbClr val="FFC000"/>
              </a:buClr>
              <a:buSzPct val="150000"/>
              <a:buFont typeface="IBM Plex Sans" panose="020B0503050203000203" pitchFamily="34" charset="0"/>
              <a:buChar char="•"/>
              <a:tabLst>
                <a:tab pos="762015" algn="l"/>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Tungsten e-invoicing in place, primarily used in zones Europe and only in few markets in AOA (e.g., Singapore, Malaysia, ANZ). Commercial model preventing rollout in some of AOA markets.</a:t>
            </a:r>
          </a:p>
          <a:p>
            <a:pPr marL="762000" marR="0" lvl="1" indent="-370205" algn="l" defTabSz="1829379" rtl="0" eaLnBrk="1" fontAlgn="base" latinLnBrk="0" hangingPunct="1">
              <a:lnSpc>
                <a:spcPct val="100000"/>
              </a:lnSpc>
              <a:spcBef>
                <a:spcPct val="0"/>
              </a:spcBef>
              <a:spcAft>
                <a:spcPct val="0"/>
              </a:spcAft>
              <a:buClr>
                <a:srgbClr val="FFC000"/>
              </a:buClr>
              <a:buSzPct val="150000"/>
              <a:buFont typeface="IBM Plex Sans" panose="020B0503050203000203" pitchFamily="34" charset="0"/>
              <a:buChar char="•"/>
              <a:tabLst>
                <a:tab pos="762015" algn="l"/>
              </a:tabLst>
              <a:defRPr/>
            </a:pPr>
            <a:r>
              <a:rPr kumimoji="0" lang="en-US" sz="2400" b="0" i="0" u="none" strike="noStrike" kern="1200" cap="none" spc="0" normalizeH="0" baseline="0" noProof="0" err="1">
                <a:ln>
                  <a:noFill/>
                </a:ln>
                <a:solidFill>
                  <a:srgbClr val="525252"/>
                </a:solidFill>
                <a:effectLst/>
                <a:uLnTx/>
                <a:uFillTx/>
                <a:latin typeface="IBM Plex Sans"/>
                <a:ea typeface="+mn-ea"/>
                <a:cs typeface="+mn-cs"/>
              </a:rPr>
              <a:t>Pagero</a:t>
            </a:r>
            <a:r>
              <a:rPr kumimoji="0" lang="en-US" sz="2400" b="0" i="0" u="none" strike="noStrike" kern="1200" cap="none" spc="0" normalizeH="0" baseline="0" noProof="0">
                <a:ln>
                  <a:noFill/>
                </a:ln>
                <a:solidFill>
                  <a:srgbClr val="525252"/>
                </a:solidFill>
                <a:effectLst/>
                <a:uLnTx/>
                <a:uFillTx/>
                <a:latin typeface="IBM Plex Sans"/>
                <a:ea typeface="+mn-ea"/>
                <a:cs typeface="+mn-cs"/>
              </a:rPr>
              <a:t> e-invoicing with legal compliance focus only. No business rules validation resulting in lower touchless ratio than Tungsten.</a:t>
            </a: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720725" marR="0" lvl="1" indent="-339725" algn="l" defTabSz="1828837" rtl="0" eaLnBrk="1" fontAlgn="base" latinLnBrk="0" hangingPunct="1">
              <a:lnSpc>
                <a:spcPct val="100000"/>
              </a:lnSpc>
              <a:spcBef>
                <a:spcPct val="0"/>
              </a:spcBef>
              <a:spcAft>
                <a:spcPct val="0"/>
              </a:spcAft>
              <a:buClr>
                <a:srgbClr val="EE1D2A"/>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Paper and pdf invoices dominant in few high-volume countries in AOA (e.g., India, Philippines)</a:t>
            </a:r>
          </a:p>
          <a:p>
            <a:pPr marL="0" marR="0" lvl="0" indent="0" algn="l" defTabSz="1828837" rtl="0" eaLnBrk="1" fontAlgn="base" latinLnBrk="0" hangingPunct="1">
              <a:lnSpc>
                <a:spcPct val="100000"/>
              </a:lnSpc>
              <a:spcBef>
                <a:spcPct val="0"/>
              </a:spcBef>
              <a:spcAft>
                <a:spcPct val="0"/>
              </a:spcAft>
              <a:buClr>
                <a:srgbClr val="EF3B24"/>
              </a:buClr>
              <a:buSzTx/>
              <a:buFontTx/>
              <a:buNone/>
              <a:tabLst/>
              <a:defRPr/>
            </a:pPr>
            <a:endParaRPr kumimoji="0" lang="da-DK" sz="1600" b="1"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914688" marR="0" lvl="1" indent="0" algn="l" defTabSz="1829379" rtl="0" eaLnBrk="1" fontAlgn="base" latinLnBrk="0" hangingPunct="1">
              <a:lnSpc>
                <a:spcPct val="100000"/>
              </a:lnSpc>
              <a:spcBef>
                <a:spcPct val="0"/>
              </a:spcBef>
              <a:spcAft>
                <a:spcPct val="0"/>
              </a:spcAft>
              <a:buClr>
                <a:srgbClr val="EE1D2A"/>
              </a:buClr>
              <a:buSzTx/>
              <a:buFontTx/>
              <a:buNone/>
              <a:tabLst/>
              <a:defRPr/>
            </a:pPr>
            <a:endParaRPr kumimoji="0" lang="en-US" sz="16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0" marR="0" lvl="0" indent="0" algn="l" defTabSz="1828837" rtl="0" eaLnBrk="1" fontAlgn="base" latinLnBrk="0" hangingPunct="1">
              <a:lnSpc>
                <a:spcPct val="100000"/>
              </a:lnSpc>
              <a:spcBef>
                <a:spcPct val="0"/>
              </a:spcBef>
              <a:spcAft>
                <a:spcPts val="400"/>
              </a:spcAft>
              <a:buClr>
                <a:srgbClr val="EF3B24"/>
              </a:buClr>
              <a:buSzTx/>
              <a:buFontTx/>
              <a:buNone/>
              <a:tabLst/>
              <a:defRPr/>
            </a:pPr>
            <a:r>
              <a:rPr kumimoji="0" lang="en-US" sz="2800" b="1"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Invoice Processing</a:t>
            </a:r>
          </a:p>
          <a:p>
            <a:pPr marL="720725" marR="0" lvl="1" indent="-342900" algn="l" defTabSz="1828837" rtl="0" eaLnBrk="1" fontAlgn="base" latinLnBrk="0" hangingPunct="1">
              <a:lnSpc>
                <a:spcPct val="100000"/>
              </a:lnSpc>
              <a:spcBef>
                <a:spcPct val="0"/>
              </a:spcBef>
              <a:spcAft>
                <a:spcPct val="0"/>
              </a:spcAft>
              <a:buClr>
                <a:srgbClr val="00B050"/>
              </a:buClr>
              <a:buSzTx/>
              <a:buFont typeface="IBM Plex Sans" panose="020B0503050203000203" pitchFamily="34" charset="0"/>
              <a:buChar char="+"/>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EDI and ERS (self-bill) invoices – close to 100% touchless</a:t>
            </a:r>
          </a:p>
          <a:p>
            <a:pPr marL="720725" marR="0" lvl="1" indent="-342900" algn="l" defTabSz="1828837" rtl="0" eaLnBrk="1" fontAlgn="base" latinLnBrk="0" hangingPunct="1">
              <a:lnSpc>
                <a:spcPct val="100000"/>
              </a:lnSpc>
              <a:spcBef>
                <a:spcPct val="0"/>
              </a:spcBef>
              <a:spcAft>
                <a:spcPct val="0"/>
              </a:spcAft>
              <a:buClr>
                <a:srgbClr val="00B050"/>
              </a:buClr>
              <a:buSzTx/>
              <a:buFont typeface="IBM Plex Sans" panose="020B0503050203000203" pitchFamily="34" charset="0"/>
              <a:buChar char="+"/>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Global dashboards and reporting in place</a:t>
            </a:r>
          </a:p>
          <a:p>
            <a:pPr marL="762000" marR="0" lvl="1" indent="-370205" algn="l" defTabSz="1829379" rtl="0" eaLnBrk="1" fontAlgn="base" latinLnBrk="0" hangingPunct="1">
              <a:lnSpc>
                <a:spcPct val="100000"/>
              </a:lnSpc>
              <a:spcBef>
                <a:spcPct val="0"/>
              </a:spcBef>
              <a:spcAft>
                <a:spcPct val="0"/>
              </a:spcAft>
              <a:buClr>
                <a:srgbClr val="FFC000"/>
              </a:buClr>
              <a:buSzPct val="150000"/>
              <a:buFont typeface="IBM Plex Sans" panose="020B0503050203000203" pitchFamily="34" charset="0"/>
              <a:buChar char="•"/>
              <a:tabLst>
                <a:tab pos="762015" algn="l"/>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89% of invoices paid on time for Europe and Americas, lower for AOA (74%)</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Low level of automation for manual invoices (paper and pdf), OCR limited to few markets only. Only 1.5% of manual invoices are touchless.</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OCR solution requires heavy maintenance and customization. Slow roll out due to local complexities.</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Manual selection of PO lines and GRs during the matching. Manual triggering of exception workflow and re-work post resolution.</a:t>
            </a:r>
          </a:p>
          <a:p>
            <a:pPr marL="720725" marR="0" lvl="1" indent="-342900" algn="l" defTabSz="1828837" rtl="0" eaLnBrk="1" fontAlgn="auto"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Manual non-PO invoice processing with no integration between ServiceNow and SAP.</a:t>
            </a: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377834" marR="0" lvl="1" indent="0" algn="l" defTabSz="1828837" rtl="0" eaLnBrk="1" fontAlgn="base" latinLnBrk="0" hangingPunct="1">
              <a:lnSpc>
                <a:spcPct val="100000"/>
              </a:lnSpc>
              <a:spcBef>
                <a:spcPct val="0"/>
              </a:spcBef>
              <a:spcAft>
                <a:spcPct val="0"/>
              </a:spcAft>
              <a:buClr>
                <a:srgbClr val="EF3B24"/>
              </a:buClr>
              <a:buSzTx/>
              <a:buFontTx/>
              <a:buNone/>
              <a:tabLst/>
              <a:defRPr/>
            </a:pPr>
            <a:endParaRPr kumimoji="0" lang="en-US" sz="2400" b="1"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p:txBody>
      </p:sp>
      <p:sp>
        <p:nvSpPr>
          <p:cNvPr id="3" name="TextBox 2">
            <a:extLst>
              <a:ext uri="{FF2B5EF4-FFF2-40B4-BE49-F238E27FC236}">
                <a16:creationId xmlns:a16="http://schemas.microsoft.com/office/drawing/2014/main" id="{FFA4DA8B-AC31-DFFE-75D8-1ACDA1F3FEE1}"/>
              </a:ext>
            </a:extLst>
          </p:cNvPr>
          <p:cNvSpPr txBox="1"/>
          <p:nvPr/>
        </p:nvSpPr>
        <p:spPr>
          <a:xfrm>
            <a:off x="11858884" y="2738325"/>
            <a:ext cx="11786717" cy="10115718"/>
          </a:xfrm>
          <a:prstGeom prst="rect">
            <a:avLst/>
          </a:prstGeom>
          <a:noFill/>
        </p:spPr>
        <p:txBody>
          <a:bodyPr wrap="square" lIns="182880" tIns="91440" rIns="182880" bIns="91440" anchor="t">
            <a:spAutoFit/>
          </a:bodyPr>
          <a:lstStyle/>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High variations in process efficiency per market. For example, India – 60% of Goods Receipts created only receiving invoice.</a:t>
            </a:r>
            <a:endParaRPr kumimoji="0" lang="en-US" sz="3600" b="0" i="0" u="none" strike="noStrike" kern="1200" cap="none" spc="0" normalizeH="0" baseline="0" noProof="0">
              <a:ln>
                <a:noFill/>
              </a:ln>
              <a:solidFill>
                <a:srgbClr val="000000"/>
              </a:solidFill>
              <a:effectLst/>
              <a:uLnTx/>
              <a:uFillTx/>
              <a:latin typeface="IBM Plex Sans Light"/>
              <a:ea typeface="+mn-ea"/>
              <a:cs typeface="+mn-cs"/>
            </a:endParaRP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Various hand-offs between NBS and BPO for manual invoices, resulting in inefficiencies</a:t>
            </a:r>
          </a:p>
          <a:p>
            <a:pPr marL="720741" marR="0" lvl="1" indent="-342907"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377825" marR="0" lvl="1" indent="0" algn="l" defTabSz="1828837" rtl="0" eaLnBrk="1" fontAlgn="base" latinLnBrk="0" hangingPunct="1">
              <a:lnSpc>
                <a:spcPct val="100000"/>
              </a:lnSpc>
              <a:spcBef>
                <a:spcPct val="0"/>
              </a:spcBef>
              <a:spcAft>
                <a:spcPct val="0"/>
              </a:spcAft>
              <a:buClr>
                <a:srgbClr val="EF3B24"/>
              </a:buClr>
              <a:buSzTx/>
              <a:buFontTx/>
              <a:buNone/>
              <a:tabLst/>
              <a:defRPr/>
            </a:pPr>
            <a:r>
              <a:rPr kumimoji="0" lang="en-US" sz="2667" b="1"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Invoice Exception Resolution</a:t>
            </a:r>
          </a:p>
          <a:p>
            <a:pPr marL="720725" marR="0" lvl="1" indent="-342900" algn="l" defTabSz="1828837" rtl="0" eaLnBrk="1" fontAlgn="base" latinLnBrk="0" hangingPunct="1">
              <a:lnSpc>
                <a:spcPct val="100000"/>
              </a:lnSpc>
              <a:spcBef>
                <a:spcPct val="0"/>
              </a:spcBef>
              <a:spcAft>
                <a:spcPct val="0"/>
              </a:spcAft>
              <a:buClr>
                <a:srgbClr val="00B050"/>
              </a:buClr>
              <a:buSzTx/>
              <a:buFont typeface="IBM Plex Sans" panose="020B0503050203000203" pitchFamily="34" charset="0"/>
              <a:buChar char="+"/>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Overall FPY at 94%</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No dedicated AP workflow solution. Using basic communication tool (NBS Cockpit) for part of the scope and standard SAP workflow functionality</a:t>
            </a:r>
          </a:p>
          <a:p>
            <a:pPr marL="720725" marR="0" lvl="1" indent="-342900" algn="l" defTabSz="1828837" rtl="0" eaLnBrk="1" fontAlgn="auto"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Country specific price and quantity tolerance levels, sometimes no tolerance</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High variations in process compliance per country. For example, India – 60% of Goods Receipts created only receiving invoice.</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Very limited use of auto-approvals/auto-GRs for low value, low risk invoices (configured only for approx. 10% of company codes)</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No PO – No Pay policy not applied / enforced consistently (e.g., India – invoice without a PO is not rejected)</a:t>
            </a:r>
          </a:p>
          <a:p>
            <a:pPr marL="720725" marR="0" lvl="1" indent="-342900" algn="l" defTabSz="1828837" rtl="0" eaLnBrk="1" fontAlgn="auto" latinLnBrk="0" hangingPunct="1">
              <a:lnSpc>
                <a:spcPct val="100000"/>
              </a:lnSpc>
              <a:spcBef>
                <a:spcPct val="0"/>
              </a:spcBef>
              <a:spcAft>
                <a:spcPct val="0"/>
              </a:spcAft>
              <a:buClr>
                <a:srgbClr val="EF3B24"/>
              </a:buClr>
              <a:buSzTx/>
              <a:buFont typeface="IBM Plex Sans,Sans-Serif"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a:ea typeface="+mn-ea"/>
                <a:cs typeface="+mn-cs"/>
              </a:rPr>
              <a:t>No auto-post when the reason for invoice parking is removed.</a:t>
            </a:r>
          </a:p>
          <a:p>
            <a:pPr marL="720725" marR="0" lvl="1" indent="-342900"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rPr>
              <a:t>Manual removal of price and quantity blocks. </a:t>
            </a:r>
          </a:p>
          <a:p>
            <a:pPr marL="377825" marR="0" lvl="1" indent="0" algn="l" defTabSz="1828837" rtl="0" eaLnBrk="1" fontAlgn="base" latinLnBrk="0" hangingPunct="1">
              <a:lnSpc>
                <a:spcPct val="100000"/>
              </a:lnSpc>
              <a:spcBef>
                <a:spcPct val="0"/>
              </a:spcBef>
              <a:spcAft>
                <a:spcPct val="0"/>
              </a:spcAft>
              <a:buClr>
                <a:srgbClr val="EF3B24"/>
              </a:buClr>
              <a:buSzTx/>
              <a:buFontTx/>
              <a:buNone/>
              <a:tabLst/>
              <a:defRPr/>
            </a:pP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720741" marR="0" lvl="1" indent="-342907"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720741" marR="0" lvl="1" indent="-342907" algn="l" defTabSz="1828837" rtl="0" eaLnBrk="1" fontAlgn="base" latinLnBrk="0" hangingPunct="1">
              <a:lnSpc>
                <a:spcPct val="100000"/>
              </a:lnSpc>
              <a:spcBef>
                <a:spcPct val="0"/>
              </a:spcBef>
              <a:spcAft>
                <a:spcPct val="0"/>
              </a:spcAft>
              <a:buClr>
                <a:srgbClr val="00B050"/>
              </a:buClr>
              <a:buSzTx/>
              <a:buFont typeface="IBM Plex Sans" panose="020B0503050203000203" pitchFamily="34" charset="0"/>
              <a:buChar char="+"/>
              <a:tabLst/>
              <a:defRPr/>
            </a:pP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377834" marR="0" lvl="1" indent="0" algn="l" defTabSz="1828837" rtl="0" eaLnBrk="1" fontAlgn="base" latinLnBrk="0" hangingPunct="1">
              <a:lnSpc>
                <a:spcPct val="100000"/>
              </a:lnSpc>
              <a:spcBef>
                <a:spcPct val="0"/>
              </a:spcBef>
              <a:spcAft>
                <a:spcPct val="0"/>
              </a:spcAft>
              <a:buClr>
                <a:srgbClr val="EF3B24"/>
              </a:buClr>
              <a:buSzTx/>
              <a:buFontTx/>
              <a:buNone/>
              <a:tabLst/>
              <a:defRPr/>
            </a:pPr>
            <a:endParaRPr kumimoji="0" lang="en-US" sz="2667" b="1"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377834" marR="0" lvl="1" indent="0" algn="l" defTabSz="1828837" rtl="0" eaLnBrk="1" fontAlgn="base" latinLnBrk="0" hangingPunct="1">
              <a:lnSpc>
                <a:spcPct val="100000"/>
              </a:lnSpc>
              <a:spcBef>
                <a:spcPct val="0"/>
              </a:spcBef>
              <a:spcAft>
                <a:spcPct val="0"/>
              </a:spcAft>
              <a:buClr>
                <a:srgbClr val="EF3B24"/>
              </a:buClr>
              <a:buSzTx/>
              <a:buFontTx/>
              <a:buNone/>
              <a:tabLst/>
              <a:defRPr/>
            </a:pP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720741" marR="0" lvl="1" indent="-342907"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720741" marR="0" lvl="1" indent="-342907" algn="l" defTabSz="1828837"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endParaRPr kumimoji="0" lang="en-US" sz="2400" b="0" i="0" u="none" strike="noStrike" kern="1200" cap="none" spc="0" normalizeH="0" baseline="0" noProof="0">
              <a:ln>
                <a:noFill/>
              </a:ln>
              <a:solidFill>
                <a:srgbClr val="525252"/>
              </a:solidFill>
              <a:effectLst/>
              <a:uLnTx/>
              <a:uFillTx/>
              <a:latin typeface="IBM Plex Sans" panose="020B0503050203000203" pitchFamily="34" charset="0"/>
              <a:ea typeface="+mn-ea"/>
              <a:cs typeface="+mn-cs"/>
            </a:endParaRPr>
          </a:p>
          <a:p>
            <a:pPr marL="368307" marR="0" lvl="1" indent="0" algn="l" defTabSz="1829379" rtl="0" eaLnBrk="1" fontAlgn="base" latinLnBrk="0" hangingPunct="1">
              <a:lnSpc>
                <a:spcPct val="100000"/>
              </a:lnSpc>
              <a:spcBef>
                <a:spcPct val="0"/>
              </a:spcBef>
              <a:spcAft>
                <a:spcPct val="0"/>
              </a:spcAft>
              <a:buClr>
                <a:srgbClr val="EF3B24"/>
              </a:buClr>
              <a:buSzTx/>
              <a:buFontTx/>
              <a:buNone/>
              <a:tabLst/>
              <a:defRPr/>
            </a:pPr>
            <a:endParaRPr kumimoji="0" lang="en-US" sz="1600" b="0" i="0" u="none" strike="noStrike" kern="1200" cap="none" spc="0" normalizeH="0" baseline="0" noProof="0">
              <a:ln>
                <a:noFill/>
              </a:ln>
              <a:solidFill>
                <a:srgbClr val="525252"/>
              </a:solidFill>
              <a:effectLst/>
              <a:uLnTx/>
              <a:uFillTx/>
              <a:latin typeface="IBM Plex Sans"/>
              <a:ea typeface="+mn-ea"/>
              <a:cs typeface="+mn-cs"/>
            </a:endParaRPr>
          </a:p>
          <a:p>
            <a:pPr marL="368307" marR="0" lvl="1" indent="0" algn="l" defTabSz="1829379" rtl="0" eaLnBrk="1" fontAlgn="auto" latinLnBrk="0" hangingPunct="1">
              <a:lnSpc>
                <a:spcPct val="100000"/>
              </a:lnSpc>
              <a:spcBef>
                <a:spcPct val="0"/>
              </a:spcBef>
              <a:spcAft>
                <a:spcPct val="0"/>
              </a:spcAft>
              <a:buClr>
                <a:srgbClr val="00B050"/>
              </a:buClr>
              <a:buSzTx/>
              <a:buFontTx/>
              <a:buNone/>
              <a:tabLst/>
              <a:defRPr/>
            </a:pPr>
            <a:endParaRPr kumimoji="0" lang="en-US" sz="2400" b="0" i="0" u="none" strike="noStrike" kern="1200" cap="none" spc="0" normalizeH="0" baseline="0" noProof="0">
              <a:ln>
                <a:noFill/>
              </a:ln>
              <a:solidFill>
                <a:srgbClr val="525252"/>
              </a:solidFill>
              <a:effectLst/>
              <a:uLnTx/>
              <a:uFillTx/>
              <a:latin typeface="IBM Plex Sans"/>
              <a:ea typeface="+mn-ea"/>
              <a:cs typeface="+mn-cs"/>
            </a:endParaRPr>
          </a:p>
        </p:txBody>
      </p:sp>
      <p:sp>
        <p:nvSpPr>
          <p:cNvPr id="4" name="TextBox 3">
            <a:extLst>
              <a:ext uri="{FF2B5EF4-FFF2-40B4-BE49-F238E27FC236}">
                <a16:creationId xmlns:a16="http://schemas.microsoft.com/office/drawing/2014/main" id="{59F5CC58-4A1C-E586-7B4B-DB9DCB0B68C6}"/>
              </a:ext>
            </a:extLst>
          </p:cNvPr>
          <p:cNvSpPr txBox="1"/>
          <p:nvPr/>
        </p:nvSpPr>
        <p:spPr>
          <a:xfrm>
            <a:off x="18803084" y="861957"/>
            <a:ext cx="4608665" cy="3416320"/>
          </a:xfrm>
          <a:prstGeom prst="rect">
            <a:avLst/>
          </a:prstGeom>
          <a:noFill/>
        </p:spPr>
        <p:txBody>
          <a:bodyPr wrap="square" rtlCol="0">
            <a:spAutoFit/>
          </a:bodyPr>
          <a:lstStyle/>
          <a:p>
            <a:pPr marL="1047771" marR="0" lvl="1" indent="-285756" algn="l" defTabSz="1829379"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r>
              <a:rPr kumimoji="0" lang="en-US" sz="24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Negative score impact</a:t>
            </a:r>
          </a:p>
          <a:p>
            <a:pPr marL="1047771" marR="0" lvl="1" indent="-285756" algn="l" defTabSz="1829379" rtl="0" eaLnBrk="1" fontAlgn="base" latinLnBrk="0" hangingPunct="1">
              <a:lnSpc>
                <a:spcPct val="100000"/>
              </a:lnSpc>
              <a:spcBef>
                <a:spcPct val="0"/>
              </a:spcBef>
              <a:spcAft>
                <a:spcPct val="0"/>
              </a:spcAft>
              <a:buClr>
                <a:srgbClr val="FFC000"/>
              </a:buClr>
              <a:buSzPct val="150000"/>
              <a:buFont typeface="IBM Plex Sans" panose="020B0503050203000203" pitchFamily="34" charset="0"/>
              <a:buChar char="•"/>
              <a:tabLst/>
              <a:defRPr/>
            </a:pPr>
            <a:r>
              <a:rPr kumimoji="0" lang="en-US" sz="24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Neutral</a:t>
            </a:r>
          </a:p>
          <a:p>
            <a:pPr marL="1047771" marR="0" lvl="1" indent="-285756" algn="l" defTabSz="1829379" rtl="0" eaLnBrk="1" fontAlgn="base" latinLnBrk="0" hangingPunct="1">
              <a:lnSpc>
                <a:spcPct val="100000"/>
              </a:lnSpc>
              <a:spcBef>
                <a:spcPct val="0"/>
              </a:spcBef>
              <a:spcAft>
                <a:spcPct val="0"/>
              </a:spcAft>
              <a:buClr>
                <a:srgbClr val="00B050"/>
              </a:buClr>
              <a:buSzPct val="150000"/>
              <a:buFont typeface="IBM Plex Sans" panose="020B0503050203000203" pitchFamily="34" charset="0"/>
              <a:buChar char="+"/>
              <a:tabLst/>
              <a:defRPr/>
            </a:pPr>
            <a:r>
              <a:rPr kumimoji="0" lang="en-US" sz="24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Positive</a:t>
            </a:r>
          </a:p>
          <a:p>
            <a:pPr marL="1047771" marR="0" lvl="1" indent="-285756" algn="l" defTabSz="1829379" rtl="0" eaLnBrk="1" fontAlgn="base" latinLnBrk="0" hangingPunct="1">
              <a:lnSpc>
                <a:spcPct val="100000"/>
              </a:lnSpc>
              <a:spcBef>
                <a:spcPct val="0"/>
              </a:spcBef>
              <a:spcAft>
                <a:spcPct val="0"/>
              </a:spcAft>
              <a:buClr>
                <a:srgbClr val="FFC000"/>
              </a:buClr>
              <a:buSzPct val="150000"/>
              <a:buFont typeface="IBM Plex Sans" panose="020B0503050203000203" pitchFamily="34" charset="0"/>
              <a:buChar char="•"/>
              <a:tabLst/>
              <a:defRPr/>
            </a:pPr>
            <a:endParaRPr kumimoji="0" lang="en-US" sz="32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1047771" marR="0" lvl="1" indent="-285756" algn="l" defTabSz="1829379" rtl="0" eaLnBrk="1" fontAlgn="base" latinLnBrk="0" hangingPunct="1">
              <a:lnSpc>
                <a:spcPct val="100000"/>
              </a:lnSpc>
              <a:spcBef>
                <a:spcPct val="0"/>
              </a:spcBef>
              <a:spcAft>
                <a:spcPct val="0"/>
              </a:spcAft>
              <a:buClr>
                <a:srgbClr val="EF3B24"/>
              </a:buClr>
              <a:buSzTx/>
              <a:buFont typeface="IBM Plex Sans" panose="020B0503050203000203" pitchFamily="34" charset="0"/>
              <a:buChar char="x"/>
              <a:tabLst/>
              <a:defRPr/>
            </a:pPr>
            <a:endParaRPr kumimoji="0" lang="en-US" sz="32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GB" sz="8000"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7" name="Rectangle 6">
            <a:extLst>
              <a:ext uri="{FF2B5EF4-FFF2-40B4-BE49-F238E27FC236}">
                <a16:creationId xmlns:a16="http://schemas.microsoft.com/office/drawing/2014/main" id="{201CABEB-C1ED-D2BC-5E30-20D1F7CA36E7}"/>
              </a:ext>
            </a:extLst>
          </p:cNvPr>
          <p:cNvSpPr/>
          <p:nvPr/>
        </p:nvSpPr>
        <p:spPr bwMode="auto">
          <a:xfrm>
            <a:off x="-1114426" y="1120133"/>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5400" b="0" i="0" u="none" strike="noStrike" kern="1200" cap="none" spc="0" normalizeH="0" baseline="0" noProof="0">
                <a:ln>
                  <a:noFill/>
                </a:ln>
                <a:solidFill>
                  <a:srgbClr val="FA4D56"/>
                </a:solidFill>
                <a:effectLst/>
                <a:uLnTx/>
                <a:uFillTx/>
                <a:latin typeface="IBM Plex Sans Light"/>
                <a:ea typeface="+mn-ea"/>
                <a:cs typeface="+mn-cs"/>
              </a:rPr>
              <a:t>Insights/</a:t>
            </a:r>
          </a:p>
        </p:txBody>
      </p:sp>
    </p:spTree>
    <p:extLst>
      <p:ext uri="{BB962C8B-B14F-4D97-AF65-F5344CB8AC3E}">
        <p14:creationId xmlns:p14="http://schemas.microsoft.com/office/powerpoint/2010/main" val="303291994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A6DF2-355E-03FC-901C-9D3E923C2DEF}"/>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8C7EA683-E4EA-6351-37AC-A782B20C288D}"/>
              </a:ext>
            </a:extLst>
          </p:cNvPr>
          <p:cNvSpPr txBox="1">
            <a:spLocks/>
          </p:cNvSpPr>
          <p:nvPr/>
        </p:nvSpPr>
        <p:spPr>
          <a:xfrm>
            <a:off x="57599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marR="0" lvl="0" indent="-742950" algn="l" defTabSz="2437912" rtl="0" eaLnBrk="1" fontAlgn="auto" latinLnBrk="0" hangingPunct="1">
              <a:lnSpc>
                <a:spcPct val="110000"/>
              </a:lnSpc>
              <a:spcBef>
                <a:spcPts val="0"/>
              </a:spcBef>
              <a:spcAft>
                <a:spcPts val="0"/>
              </a:spcAft>
              <a:buClr>
                <a:srgbClr val="0F62FE"/>
              </a:buClr>
              <a:buSzTx/>
              <a:buFont typeface="Wingdings" pitchFamily="2" charset="2"/>
              <a:buAutoNum type="arabicPeriod"/>
              <a:tabLst/>
              <a:defRPr/>
            </a:pPr>
            <a:endParaRPr kumimoji="0" lang="en-US" sz="1800" b="0" i="0" u="none" strike="noStrike" kern="0" cap="none" spc="0" normalizeH="0" baseline="0" noProof="0">
              <a:ln>
                <a:noFill/>
              </a:ln>
              <a:solidFill>
                <a:srgbClr val="000000"/>
              </a:solidFill>
              <a:effectLst/>
              <a:uLnTx/>
              <a:uFillTx/>
              <a:latin typeface="IBM Plex Sans Light"/>
              <a:ea typeface="+mj-ea"/>
              <a:cs typeface="+mj-cs"/>
              <a:sym typeface="IBM Plex Sans"/>
            </a:endParaRPr>
          </a:p>
        </p:txBody>
      </p:sp>
      <p:sp>
        <p:nvSpPr>
          <p:cNvPr id="5" name="Footer Placeholder 4">
            <a:extLst>
              <a:ext uri="{FF2B5EF4-FFF2-40B4-BE49-F238E27FC236}">
                <a16:creationId xmlns:a16="http://schemas.microsoft.com/office/drawing/2014/main" id="{F141F764-F138-EF5C-E5E1-E8D47FA8BCA0}"/>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6" name="Slide Number Placeholder 5">
            <a:extLst>
              <a:ext uri="{FF2B5EF4-FFF2-40B4-BE49-F238E27FC236}">
                <a16:creationId xmlns:a16="http://schemas.microsoft.com/office/drawing/2014/main" id="{2296A748-C273-2D4F-E835-5BC39BFC59C2}"/>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7" name="TextBox 26">
            <a:extLst>
              <a:ext uri="{FF2B5EF4-FFF2-40B4-BE49-F238E27FC236}">
                <a16:creationId xmlns:a16="http://schemas.microsoft.com/office/drawing/2014/main" id="{EEB5336D-09E7-D576-9B2B-6C189F6558EC}"/>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Benchmarks &amp; KPIs – 1/2</a:t>
            </a:r>
          </a:p>
        </p:txBody>
      </p:sp>
      <p:sp>
        <p:nvSpPr>
          <p:cNvPr id="28" name="Text Placeholder 6">
            <a:extLst>
              <a:ext uri="{FF2B5EF4-FFF2-40B4-BE49-F238E27FC236}">
                <a16:creationId xmlns:a16="http://schemas.microsoft.com/office/drawing/2014/main" id="{AC26344A-5EE3-23CF-E1D7-214FC13E60CD}"/>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0"/>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Benchmarks for Nestlé  industry wherever available (FMCG)</a:t>
            </a:r>
          </a:p>
          <a:p>
            <a:pPr marL="0" marR="0" lvl="0" indent="0" algn="l" defTabSz="1828434" rtl="0" eaLnBrk="1" fontAlgn="base" latinLnBrk="0" hangingPunct="1">
              <a:lnSpc>
                <a:spcPct val="100000"/>
              </a:lnSpc>
              <a:spcBef>
                <a:spcPts val="0"/>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Regional data displayed when significantly different than total Nestlé</a:t>
            </a:r>
          </a:p>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endParaRPr kumimoji="0" lang="en-US" sz="2800" b="0" i="0" u="none" strike="noStrike" kern="0" cap="none" spc="0" normalizeH="0" baseline="0" noProof="0">
              <a:ln>
                <a:noFill/>
              </a:ln>
              <a:solidFill>
                <a:srgbClr val="000000"/>
              </a:solidFill>
              <a:effectLst/>
              <a:uLnTx/>
              <a:uFillTx/>
              <a:latin typeface="IBM Plex Sans Light"/>
              <a:sym typeface="IBM Plex Sans Light"/>
            </a:endParaRPr>
          </a:p>
        </p:txBody>
      </p:sp>
      <p:graphicFrame>
        <p:nvGraphicFramePr>
          <p:cNvPr id="2" name="Table 1">
            <a:extLst>
              <a:ext uri="{FF2B5EF4-FFF2-40B4-BE49-F238E27FC236}">
                <a16:creationId xmlns:a16="http://schemas.microsoft.com/office/drawing/2014/main" id="{557DA0F1-957F-4D07-7C1A-29963A58A1E1}"/>
              </a:ext>
            </a:extLst>
          </p:cNvPr>
          <p:cNvGraphicFramePr>
            <a:graphicFrameLocks noGrp="1"/>
          </p:cNvGraphicFramePr>
          <p:nvPr/>
        </p:nvGraphicFramePr>
        <p:xfrm>
          <a:off x="910038" y="2799156"/>
          <a:ext cx="22608828" cy="9240840"/>
        </p:xfrm>
        <a:graphic>
          <a:graphicData uri="http://schemas.openxmlformats.org/drawingml/2006/table">
            <a:tbl>
              <a:tblPr firstRow="1" bandRow="1">
                <a:tableStyleId>{F5AB1C69-6EDB-4FF4-983F-18BD219EF322}</a:tableStyleId>
              </a:tblPr>
              <a:tblGrid>
                <a:gridCol w="2874562">
                  <a:extLst>
                    <a:ext uri="{9D8B030D-6E8A-4147-A177-3AD203B41FA5}">
                      <a16:colId xmlns:a16="http://schemas.microsoft.com/office/drawing/2014/main" val="3705634398"/>
                    </a:ext>
                  </a:extLst>
                </a:gridCol>
                <a:gridCol w="2809056">
                  <a:extLst>
                    <a:ext uri="{9D8B030D-6E8A-4147-A177-3AD203B41FA5}">
                      <a16:colId xmlns:a16="http://schemas.microsoft.com/office/drawing/2014/main" val="830555595"/>
                    </a:ext>
                  </a:extLst>
                </a:gridCol>
                <a:gridCol w="5705992">
                  <a:extLst>
                    <a:ext uri="{9D8B030D-6E8A-4147-A177-3AD203B41FA5}">
                      <a16:colId xmlns:a16="http://schemas.microsoft.com/office/drawing/2014/main" val="846238408"/>
                    </a:ext>
                  </a:extLst>
                </a:gridCol>
                <a:gridCol w="4814525">
                  <a:extLst>
                    <a:ext uri="{9D8B030D-6E8A-4147-A177-3AD203B41FA5}">
                      <a16:colId xmlns:a16="http://schemas.microsoft.com/office/drawing/2014/main" val="2084760303"/>
                    </a:ext>
                  </a:extLst>
                </a:gridCol>
                <a:gridCol w="6404693">
                  <a:extLst>
                    <a:ext uri="{9D8B030D-6E8A-4147-A177-3AD203B41FA5}">
                      <a16:colId xmlns:a16="http://schemas.microsoft.com/office/drawing/2014/main" val="3905886030"/>
                    </a:ext>
                  </a:extLst>
                </a:gridCol>
              </a:tblGrid>
              <a:tr h="699719">
                <a:tc gridSpan="2">
                  <a:txBody>
                    <a:bodyPr/>
                    <a:lstStyle/>
                    <a:p>
                      <a:pPr marL="0" algn="ctr" defTabSz="966828" rtl="0" eaLnBrk="1" latinLnBrk="0" hangingPunct="1"/>
                      <a:r>
                        <a:rPr lang="en-GB" sz="2800" b="0" kern="1200">
                          <a:solidFill>
                            <a:schemeClr val="bg1"/>
                          </a:solidFill>
                          <a:latin typeface="IBM Plex Sans" panose="020B0503050203000203" pitchFamily="34" charset="0"/>
                          <a:ea typeface="+mn-ea"/>
                          <a:cs typeface="Arial" panose="020B0604020202020204" pitchFamily="34" charset="0"/>
                        </a:rPr>
                        <a:t>Nestlé</a:t>
                      </a:r>
                      <a:endParaRPr lang="en-PL" sz="2800" b="0" kern="1200">
                        <a:solidFill>
                          <a:schemeClr val="bg1"/>
                        </a:solidFill>
                        <a:latin typeface="IBM Plex Sans" panose="020B0503050203000203" pitchFamily="34" charset="0"/>
                        <a:ea typeface="+mn-ea"/>
                        <a:cs typeface="Arial" panose="020B0604020202020204" pitchFamily="34" charset="0"/>
                      </a:endParaRPr>
                    </a:p>
                  </a:txBody>
                  <a:tcPr marL="152400" marR="152400" marT="76200" marB="762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hMerge="1">
                  <a:txBody>
                    <a:bodyPr/>
                    <a:lstStyle/>
                    <a:p>
                      <a:endParaRPr lang="en-US"/>
                    </a:p>
                  </a:txBody>
                  <a:tcPr/>
                </a:tc>
                <a:tc gridSpan="2">
                  <a:txBody>
                    <a:bodyPr/>
                    <a:lstStyle/>
                    <a:p>
                      <a:pPr marL="0" algn="ctr" defTabSz="966828" rtl="0" eaLnBrk="1" latinLnBrk="0" hangingPunct="1"/>
                      <a:r>
                        <a:rPr lang="en-PL" sz="2800" b="0" kern="1200">
                          <a:solidFill>
                            <a:schemeClr val="bg1"/>
                          </a:solidFill>
                          <a:latin typeface="IBM Plex Sans" panose="020B0503050203000203" pitchFamily="34" charset="0"/>
                          <a:ea typeface="+mn-ea"/>
                          <a:cs typeface="Arial" panose="020B0604020202020204" pitchFamily="34" charset="0"/>
                        </a:rPr>
                        <a:t>Benchmark</a:t>
                      </a:r>
                    </a:p>
                  </a:txBody>
                  <a:tcPr marL="152400" marR="152400" marT="76200" marB="762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hMerge="1">
                  <a:txBody>
                    <a:bodyPr/>
                    <a:lstStyle/>
                    <a:p>
                      <a:endParaRPr lang="en-US"/>
                    </a:p>
                  </a:txBody>
                  <a:tcPr/>
                </a:tc>
                <a:tc>
                  <a:txBody>
                    <a:bodyPr/>
                    <a:lstStyle/>
                    <a:p>
                      <a:pPr marL="0" algn="ctr" defTabSz="966828" rtl="0" eaLnBrk="1" latinLnBrk="0" hangingPunct="1"/>
                      <a:endParaRPr lang="en-PL" sz="3000" b="1" kern="1200">
                        <a:solidFill>
                          <a:schemeClr val="bg1"/>
                        </a:solidFill>
                        <a:latin typeface="IBM Plex Sans" panose="020B0503050203000203" pitchFamily="34" charset="0"/>
                        <a:ea typeface="+mn-ea"/>
                        <a:cs typeface="Arial" panose="020B0604020202020204" pitchFamily="34" charset="0"/>
                      </a:endParaRPr>
                    </a:p>
                  </a:txBody>
                  <a:tcPr marL="152400" marR="152400" marT="76200" marB="762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939823688"/>
                  </a:ext>
                </a:extLst>
              </a:tr>
              <a:tr h="2038387">
                <a:tc>
                  <a:txBody>
                    <a:bodyPr/>
                    <a:lstStyle/>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kern="1200">
                          <a:solidFill>
                            <a:srgbClr val="525252"/>
                          </a:solidFill>
                          <a:latin typeface="+mn-lt"/>
                          <a:ea typeface="+mn-ea"/>
                          <a:cs typeface="Arial" panose="020B0604020202020204" pitchFamily="34" charset="0"/>
                        </a:rPr>
                        <a:t>Touchless processing</a:t>
                      </a: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Paper, pdf – 1.5%</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E-invoices (excl. EDI): 56%</a:t>
                      </a:r>
                    </a:p>
                    <a:p>
                      <a:pPr marL="0" marR="0" lvl="0" indent="0" algn="ctr" rtl="0" eaLnBrk="1" fontAlgn="t" latinLnBrk="0" hangingPunct="1">
                        <a:lnSpc>
                          <a:spcPct val="100000"/>
                        </a:lnSpc>
                        <a:spcBef>
                          <a:spcPts val="0"/>
                        </a:spcBef>
                        <a:spcAft>
                          <a:spcPts val="0"/>
                        </a:spcAft>
                        <a:buClrTx/>
                        <a:buSzTx/>
                        <a:buFont typeface="Arial" panose="020B0604020202020204" pitchFamily="34" charset="0"/>
                        <a:buNone/>
                      </a:pPr>
                      <a:r>
                        <a:rPr lang="en-GB" sz="2000" b="0" i="0" u="none" strike="noStrike">
                          <a:solidFill>
                            <a:srgbClr val="525252"/>
                          </a:solidFill>
                          <a:effectLst/>
                          <a:latin typeface="+mn-lt"/>
                          <a:cs typeface="Arial"/>
                        </a:rPr>
                        <a:t>EDI, ERS -  close to 100%</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134938" indent="0" algn="l">
                        <a:tabLst/>
                      </a:pPr>
                      <a:r>
                        <a:rPr lang="en-GB" sz="2000" b="0" i="0" u="none" strike="noStrike" kern="1200">
                          <a:solidFill>
                            <a:srgbClr val="525252"/>
                          </a:solidFill>
                          <a:effectLst/>
                          <a:latin typeface="+mn-lt"/>
                          <a:ea typeface="+mn-ea"/>
                          <a:cs typeface="Arial" panose="020B0604020202020204" pitchFamily="34" charset="0"/>
                        </a:rPr>
                        <a:t>Invoices processed without any manual intervention</a:t>
                      </a: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tab pos="354013" algn="l"/>
                        </a:tabLst>
                        <a:defRPr/>
                      </a:pPr>
                      <a:r>
                        <a:rPr lang="en-GB" sz="2000" b="0" i="0" u="none" strike="noStrike">
                          <a:solidFill>
                            <a:srgbClr val="525252"/>
                          </a:solidFill>
                          <a:effectLst/>
                          <a:latin typeface="+mn-lt"/>
                          <a:cs typeface="Arial" panose="020B0604020202020204" pitchFamily="34" charset="0"/>
                        </a:rPr>
                        <a:t>50%-60% (paper)</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tab pos="354013" algn="l"/>
                        </a:tabLst>
                        <a:defRPr/>
                      </a:pPr>
                      <a:r>
                        <a:rPr lang="en-GB" sz="2000" b="0" i="0" u="none" strike="noStrike">
                          <a:solidFill>
                            <a:srgbClr val="525252"/>
                          </a:solidFill>
                          <a:effectLst/>
                          <a:latin typeface="+mn-lt"/>
                          <a:cs typeface="Arial" panose="020B0604020202020204" pitchFamily="34" charset="0"/>
                        </a:rPr>
                        <a:t>90%+ (e-invoices)</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kern="1200">
                        <a:solidFill>
                          <a:srgbClr val="00532E"/>
                        </a:solidFill>
                        <a:effectLst/>
                        <a:latin typeface="IBM Plex Sans" panose="020B0503050203000203" pitchFamily="34" charset="0"/>
                        <a:ea typeface="+mn-ea"/>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1248552854"/>
                  </a:ext>
                </a:extLst>
              </a:tr>
              <a:tr h="2096197">
                <a:tc>
                  <a:txBody>
                    <a:bodyPr/>
                    <a:lstStyle/>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kern="1200">
                          <a:solidFill>
                            <a:srgbClr val="525252"/>
                          </a:solidFill>
                          <a:latin typeface="+mn-lt"/>
                          <a:ea typeface="+mn-ea"/>
                          <a:cs typeface="Arial" panose="020B0604020202020204" pitchFamily="34" charset="0"/>
                        </a:rPr>
                        <a:t>First Pass Yield %</a:t>
                      </a:r>
                    </a:p>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kern="1200">
                        <a:solidFill>
                          <a:srgbClr val="525252"/>
                        </a:solidFill>
                        <a:latin typeface="+mn-lt"/>
                        <a:ea typeface="+mn-ea"/>
                        <a:cs typeface="Arial" panose="020B0604020202020204" pitchFamily="34" charset="0"/>
                      </a:endParaRP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94%</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AOA: 88%</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Europe: 90%</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Americas: 96%</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134938" indent="0" algn="l">
                        <a:tabLst/>
                      </a:pPr>
                      <a:r>
                        <a:rPr lang="en-GB" sz="2000" b="0" i="0" u="none" strike="noStrike" kern="1200">
                          <a:solidFill>
                            <a:srgbClr val="525252"/>
                          </a:solidFill>
                          <a:effectLst/>
                          <a:latin typeface="+mn-lt"/>
                          <a:ea typeface="+mn-ea"/>
                          <a:cs typeface="Arial" panose="020B0604020202020204" pitchFamily="34" charset="0"/>
                        </a:rPr>
                        <a:t>Invoices not creating an exception/rework</a:t>
                      </a: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88%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76%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 </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00532E"/>
                        </a:solidFill>
                        <a:effectLst/>
                        <a:latin typeface="IBM Plex Sans" panose="020B0503050203000203" pitchFamily="34" charset="0"/>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2482658856"/>
                  </a:ext>
                </a:extLst>
              </a:tr>
              <a:tr h="1473122">
                <a:tc>
                  <a:txBody>
                    <a:bodyPr/>
                    <a:lstStyle/>
                    <a:p>
                      <a:pPr marL="0" marR="0" lvl="0" indent="0" algn="l" defTabSz="966828" rtl="0" eaLnBrk="1" fontAlgn="t" latinLnBrk="0" hangingPunct="1">
                        <a:lnSpc>
                          <a:spcPct val="100000"/>
                        </a:lnSpc>
                        <a:spcBef>
                          <a:spcPts val="0"/>
                        </a:spcBef>
                        <a:spcAft>
                          <a:spcPts val="0"/>
                        </a:spcAft>
                        <a:buClrTx/>
                        <a:buSzTx/>
                        <a:buFont typeface="Arial" panose="020B0604020202020204" pitchFamily="34" charset="0"/>
                        <a:buNone/>
                        <a:tabLst/>
                        <a:defRPr/>
                      </a:pPr>
                      <a:r>
                        <a:rPr lang="en-US" sz="2000" kern="1200">
                          <a:solidFill>
                            <a:srgbClr val="525252"/>
                          </a:solidFill>
                          <a:latin typeface="+mn-lt"/>
                          <a:ea typeface="+mn-ea"/>
                          <a:cs typeface="Arial" panose="020B0604020202020204" pitchFamily="34" charset="0"/>
                        </a:rPr>
                        <a:t>Electronic Invoicing %   </a:t>
                      </a:r>
                    </a:p>
                    <a:p>
                      <a:pPr marL="0" marR="0" lvl="0" indent="0" algn="l" defTabSz="966828" rtl="0" eaLnBrk="1" fontAlgn="t" latinLnBrk="0" hangingPunct="1">
                        <a:lnSpc>
                          <a:spcPct val="100000"/>
                        </a:lnSpc>
                        <a:spcBef>
                          <a:spcPts val="0"/>
                        </a:spcBef>
                        <a:spcAft>
                          <a:spcPts val="0"/>
                        </a:spcAft>
                        <a:buClrTx/>
                        <a:buSzTx/>
                        <a:buFont typeface="Arial" panose="020B0604020202020204" pitchFamily="34" charset="0"/>
                        <a:buNone/>
                        <a:tabLst/>
                        <a:defRPr/>
                      </a:pPr>
                      <a:r>
                        <a:rPr lang="en-US" sz="2000" kern="1200">
                          <a:solidFill>
                            <a:srgbClr val="525252"/>
                          </a:solidFill>
                          <a:latin typeface="+mn-lt"/>
                          <a:ea typeface="+mn-ea"/>
                          <a:cs typeface="Arial" panose="020B0604020202020204" pitchFamily="34" charset="0"/>
                        </a:rPr>
                        <a:t>      </a:t>
                      </a:r>
                      <a:endParaRPr lang="en-GB" sz="2000" kern="1200">
                        <a:solidFill>
                          <a:srgbClr val="525252"/>
                        </a:solidFill>
                        <a:latin typeface="+mn-lt"/>
                        <a:ea typeface="+mn-ea"/>
                        <a:cs typeface="Arial" panose="020B0604020202020204" pitchFamily="34" charset="0"/>
                      </a:endParaRP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70%</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AOA: 23%</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Europe: 49%</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Americas: 84%</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92075" marR="0" lvl="0" indent="0" algn="l" defTabSz="914400" rtl="0" eaLnBrk="1" fontAlgn="auto" latinLnBrk="0" hangingPunct="1">
                        <a:lnSpc>
                          <a:spcPct val="100000"/>
                        </a:lnSpc>
                        <a:spcBef>
                          <a:spcPts val="0"/>
                        </a:spcBef>
                        <a:spcAft>
                          <a:spcPts val="0"/>
                        </a:spcAft>
                        <a:buClrTx/>
                        <a:buSzTx/>
                        <a:buFontTx/>
                        <a:buNone/>
                        <a:tabLst/>
                        <a:defRPr/>
                      </a:pPr>
                      <a:r>
                        <a:rPr lang="en-US" sz="2000" kern="1200">
                          <a:solidFill>
                            <a:srgbClr val="525252"/>
                          </a:solidFill>
                          <a:latin typeface="+mn-lt"/>
                          <a:ea typeface="+mn-ea"/>
                          <a:cs typeface="Arial" panose="020B0604020202020204" pitchFamily="34" charset="0"/>
                        </a:rPr>
                        <a:t>% of invoices received through an interface to e-invoicing network (e.g. EDI, cXML)</a:t>
                      </a:r>
                      <a:endParaRPr lang="en-GB" sz="2000" b="0" i="0" u="none" strike="noStrike" kern="1200">
                        <a:solidFill>
                          <a:srgbClr val="525252"/>
                        </a:solidFill>
                        <a:effectLst/>
                        <a:latin typeface="+mn-lt"/>
                        <a:ea typeface="+mn-ea"/>
                        <a:cs typeface="Arial" panose="020B0604020202020204" pitchFamily="34" charset="0"/>
                      </a:endParaRP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87%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75%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kern="1200">
                        <a:solidFill>
                          <a:srgbClr val="00532E"/>
                        </a:solidFill>
                        <a:effectLst/>
                        <a:latin typeface="IBM Plex Sans" panose="020B0503050203000203" pitchFamily="34" charset="0"/>
                        <a:ea typeface="+mn-ea"/>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3253931983"/>
                  </a:ext>
                </a:extLst>
              </a:tr>
              <a:tr h="1460293">
                <a:tc>
                  <a:txBody>
                    <a:bodyPr/>
                    <a:lstStyle/>
                    <a:p>
                      <a:pPr algn="l">
                        <a:defRPr/>
                      </a:pPr>
                      <a:r>
                        <a:rPr lang="en-US" sz="2000">
                          <a:solidFill>
                            <a:srgbClr val="525252"/>
                          </a:solidFill>
                          <a:latin typeface="+mn-lt"/>
                          <a:cs typeface="GT Walsheim" panose="020B0604020202020204" charset="0"/>
                        </a:rPr>
                        <a:t>Purchase Order % (PO)</a:t>
                      </a: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96%</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AOA: 95%</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Europe: 95%</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Americas: 99%</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kern="1200">
                          <a:solidFill>
                            <a:srgbClr val="525252"/>
                          </a:solidFill>
                          <a:effectLst/>
                          <a:latin typeface="+mn-lt"/>
                          <a:ea typeface="+mn-ea"/>
                          <a:cs typeface="Arial" panose="020B0604020202020204" pitchFamily="34" charset="0"/>
                        </a:rPr>
                        <a:t>% of invoices with purchase order</a:t>
                      </a: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91%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 85%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00532E"/>
                        </a:solidFill>
                        <a:effectLst/>
                        <a:latin typeface="IBM Plex Sans" panose="020B0503050203000203" pitchFamily="34" charset="0"/>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849553542"/>
                  </a:ext>
                </a:extLst>
              </a:tr>
              <a:tr h="1473122">
                <a:tc>
                  <a:txBody>
                    <a:bodyPr/>
                    <a:lstStyle/>
                    <a:p>
                      <a:pPr algn="l">
                        <a:defRPr/>
                      </a:pPr>
                      <a:r>
                        <a:rPr lang="en-US" sz="2000">
                          <a:solidFill>
                            <a:srgbClr val="525252"/>
                          </a:solidFill>
                          <a:latin typeface="+mn-lt"/>
                          <a:cs typeface="GT Walsheim" panose="020B0604020202020204" charset="0"/>
                        </a:rPr>
                        <a:t>Paid by due date</a:t>
                      </a:r>
                      <a:r>
                        <a:rPr lang="pl-PL" sz="2000">
                          <a:solidFill>
                            <a:srgbClr val="525252"/>
                          </a:solidFill>
                          <a:latin typeface="+mn-lt"/>
                          <a:cs typeface="GT Walsheim" panose="020B0604020202020204" charset="0"/>
                        </a:rPr>
                        <a:t> </a:t>
                      </a:r>
                      <a:r>
                        <a:rPr lang="en-US" sz="2000">
                          <a:solidFill>
                            <a:srgbClr val="525252"/>
                          </a:solidFill>
                          <a:latin typeface="+mn-lt"/>
                          <a:cs typeface="GT Walsheim" panose="020B0604020202020204" charset="0"/>
                        </a:rPr>
                        <a:t>%</a:t>
                      </a: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a:rPr>
                        <a:t>84%</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AOA: 74%</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Europe: 89%</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Americas: 89%</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7938" indent="0" algn="l">
                        <a:tabLst/>
                      </a:pPr>
                      <a:endParaRPr lang="en-GB" sz="2000" b="0" i="0" u="none" strike="noStrike" kern="1200">
                        <a:solidFill>
                          <a:srgbClr val="525252"/>
                        </a:solidFill>
                        <a:effectLst/>
                        <a:latin typeface="+mn-lt"/>
                        <a:ea typeface="+mn-ea"/>
                        <a:cs typeface="Arial" panose="020B0604020202020204" pitchFamily="34" charset="0"/>
                      </a:endParaRPr>
                    </a:p>
                    <a:p>
                      <a:pPr marL="134938" indent="0" algn="l">
                        <a:tabLst/>
                      </a:pPr>
                      <a:r>
                        <a:rPr lang="en-US" sz="2000">
                          <a:solidFill>
                            <a:srgbClr val="525252"/>
                          </a:solidFill>
                          <a:latin typeface="+mn-lt"/>
                          <a:cs typeface="GT Walsheim" panose="020B0604020202020204" charset="0"/>
                        </a:rPr>
                        <a:t>% of invoices paid on or before invoice due date</a:t>
                      </a:r>
                      <a:endParaRPr lang="en-GB" sz="2000" b="0" i="0" u="none" strike="noStrike" kern="1200">
                        <a:solidFill>
                          <a:srgbClr val="525252"/>
                        </a:solidFill>
                        <a:effectLst/>
                        <a:latin typeface="+mn-lt"/>
                        <a:ea typeface="+mn-ea"/>
                        <a:cs typeface="Arial" panose="020B0604020202020204" pitchFamily="34" charset="0"/>
                      </a:endParaRP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90%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rgbClr val="525252"/>
                          </a:solidFill>
                          <a:effectLst/>
                          <a:latin typeface="+mn-lt"/>
                          <a:cs typeface="Arial" panose="020B0604020202020204" pitchFamily="34" charset="0"/>
                        </a:rPr>
                        <a:t>80%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525252"/>
                        </a:solidFill>
                        <a:effectLst/>
                        <a:latin typeface="+mn-lt"/>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00532E"/>
                        </a:solidFill>
                        <a:effectLst/>
                        <a:latin typeface="IBM Plex Sans" panose="020B0503050203000203" pitchFamily="34" charset="0"/>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359074272"/>
                  </a:ext>
                </a:extLst>
              </a:tr>
            </a:tbl>
          </a:graphicData>
        </a:graphic>
      </p:graphicFrame>
      <p:cxnSp>
        <p:nvCxnSpPr>
          <p:cNvPr id="3" name="Straight Connector 2">
            <a:extLst>
              <a:ext uri="{FF2B5EF4-FFF2-40B4-BE49-F238E27FC236}">
                <a16:creationId xmlns:a16="http://schemas.microsoft.com/office/drawing/2014/main" id="{E0FB8D82-BE89-11CB-EC1D-A57B9A5542C4}"/>
              </a:ext>
            </a:extLst>
          </p:cNvPr>
          <p:cNvCxnSpPr>
            <a:cxnSpLocks/>
          </p:cNvCxnSpPr>
          <p:nvPr/>
        </p:nvCxnSpPr>
        <p:spPr>
          <a:xfrm>
            <a:off x="17819262" y="11217250"/>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4" name="AutoShape 59">
            <a:extLst>
              <a:ext uri="{FF2B5EF4-FFF2-40B4-BE49-F238E27FC236}">
                <a16:creationId xmlns:a16="http://schemas.microsoft.com/office/drawing/2014/main" id="{D7454333-41DE-C953-03E4-072E35AC0325}"/>
              </a:ext>
            </a:extLst>
          </p:cNvPr>
          <p:cNvSpPr>
            <a:spLocks noChangeArrowheads="1"/>
          </p:cNvSpPr>
          <p:nvPr/>
        </p:nvSpPr>
        <p:spPr bwMode="auto">
          <a:xfrm flipV="1">
            <a:off x="22226588" y="10786478"/>
            <a:ext cx="447675" cy="314325"/>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7" name="AutoShape 59">
            <a:extLst>
              <a:ext uri="{FF2B5EF4-FFF2-40B4-BE49-F238E27FC236}">
                <a16:creationId xmlns:a16="http://schemas.microsoft.com/office/drawing/2014/main" id="{D7CFE8B3-ACC5-1D7F-7765-941D1C281888}"/>
              </a:ext>
            </a:extLst>
          </p:cNvPr>
          <p:cNvSpPr>
            <a:spLocks noChangeArrowheads="1"/>
          </p:cNvSpPr>
          <p:nvPr/>
        </p:nvSpPr>
        <p:spPr bwMode="auto">
          <a:xfrm flipV="1">
            <a:off x="22713967" y="10763582"/>
            <a:ext cx="333373" cy="266702"/>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7A1E5033-0D44-0B19-9D5F-FC66AC85D498}"/>
              </a:ext>
            </a:extLst>
          </p:cNvPr>
          <p:cNvSpPr txBox="1"/>
          <p:nvPr/>
        </p:nvSpPr>
        <p:spPr>
          <a:xfrm>
            <a:off x="22484637" y="11291637"/>
            <a:ext cx="1103303"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90%</a:t>
            </a:r>
          </a:p>
        </p:txBody>
      </p:sp>
      <p:sp>
        <p:nvSpPr>
          <p:cNvPr id="9" name="Striped Right Arrow 2">
            <a:extLst>
              <a:ext uri="{FF2B5EF4-FFF2-40B4-BE49-F238E27FC236}">
                <a16:creationId xmlns:a16="http://schemas.microsoft.com/office/drawing/2014/main" id="{11101F3A-018C-1F1F-FB8A-934C1A8F571E}"/>
              </a:ext>
            </a:extLst>
          </p:cNvPr>
          <p:cNvSpPr/>
          <p:nvPr/>
        </p:nvSpPr>
        <p:spPr bwMode="auto">
          <a:xfrm>
            <a:off x="17202671" y="2838570"/>
            <a:ext cx="6210302" cy="654050"/>
          </a:xfrm>
          <a:prstGeom prst="stripedRightArrow">
            <a:avLst/>
          </a:prstGeom>
          <a:solidFill>
            <a:srgbClr val="002D9C"/>
          </a:solidFill>
        </p:spPr>
        <p:txBody>
          <a:bodyPr anchor="ctr"/>
          <a:lstStyle/>
          <a:p>
            <a:pPr marL="0" marR="0" lvl="0" indent="0" algn="ctr" defTabSz="1829325"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30000" noProof="0">
              <a:ln>
                <a:noFill/>
              </a:ln>
              <a:solidFill>
                <a:srgbClr val="000000"/>
              </a:solidFill>
              <a:effectLst/>
              <a:uLnTx/>
              <a:uFillTx/>
              <a:latin typeface="IBM Plex Sans" panose="020B0503050203000203" pitchFamily="34" charset="0"/>
              <a:ea typeface="+mn-ea"/>
              <a:cs typeface="Arial" charset="0"/>
            </a:endParaRPr>
          </a:p>
        </p:txBody>
      </p:sp>
      <p:sp>
        <p:nvSpPr>
          <p:cNvPr id="10" name="TextBox 5">
            <a:extLst>
              <a:ext uri="{FF2B5EF4-FFF2-40B4-BE49-F238E27FC236}">
                <a16:creationId xmlns:a16="http://schemas.microsoft.com/office/drawing/2014/main" id="{F4853C18-BC42-724E-6F1D-C3A3BEFA470B}"/>
              </a:ext>
            </a:extLst>
          </p:cNvPr>
          <p:cNvSpPr txBox="1">
            <a:spLocks noChangeArrowheads="1"/>
          </p:cNvSpPr>
          <p:nvPr/>
        </p:nvSpPr>
        <p:spPr bwMode="auto">
          <a:xfrm>
            <a:off x="17556554" y="2994780"/>
            <a:ext cx="5392823" cy="338554"/>
          </a:xfrm>
          <a:prstGeom prst="rect">
            <a:avLst/>
          </a:prstGeom>
          <a:solidFill>
            <a:srgbClr val="002D9C"/>
          </a:solidFill>
          <a:ln>
            <a:noFill/>
          </a:ln>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1829325"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1600" b="0" i="0" u="none" strike="noStrike" kern="0" cap="none" spc="0" normalizeH="0" baseline="0" noProof="0">
                <a:ln>
                  <a:noFill/>
                </a:ln>
                <a:solidFill>
                  <a:srgbClr val="FFFFFF"/>
                </a:solidFill>
                <a:effectLst/>
                <a:uLnTx/>
                <a:uFillTx/>
                <a:latin typeface="IBM Plex Sans" panose="020B0503050203000203" pitchFamily="34" charset="0"/>
                <a:ea typeface="+mn-ea"/>
                <a:cs typeface="Arial" panose="020B0604020202020204" pitchFamily="34" charset="0"/>
              </a:rPr>
              <a:t>Aware     Developing     Practicing     </a:t>
            </a:r>
            <a:r>
              <a:rPr kumimoji="0" lang="en-IE" altLang="en-US" sz="1600" b="0" i="0" u="none" strike="noStrike" kern="0" cap="none" spc="0" normalizeH="0" baseline="0" noProof="0">
                <a:ln>
                  <a:noFill/>
                </a:ln>
                <a:solidFill>
                  <a:srgbClr val="FFFFFF"/>
                </a:solidFill>
                <a:effectLst/>
                <a:uLnTx/>
                <a:uFillTx/>
                <a:latin typeface="IBM Plex Sans" panose="020B0503050203000203" pitchFamily="34" charset="0"/>
                <a:ea typeface="+mn-ea"/>
                <a:cs typeface="Arial" panose="020B0604020202020204" pitchFamily="34" charset="0"/>
              </a:rPr>
              <a:t>Optimising     </a:t>
            </a:r>
            <a:r>
              <a:rPr kumimoji="0" lang="en-US" altLang="en-US" sz="1600" b="0" i="0" u="none" strike="noStrike" kern="0" cap="none" spc="0" normalizeH="0" baseline="0" noProof="0">
                <a:ln>
                  <a:noFill/>
                </a:ln>
                <a:solidFill>
                  <a:srgbClr val="FFFFFF"/>
                </a:solidFill>
                <a:effectLst/>
                <a:uLnTx/>
                <a:uFillTx/>
                <a:latin typeface="IBM Plex Sans" panose="020B0503050203000203" pitchFamily="34" charset="0"/>
                <a:ea typeface="+mn-ea"/>
                <a:cs typeface="Arial" panose="020B0604020202020204" pitchFamily="34" charset="0"/>
              </a:rPr>
              <a:t>Leading</a:t>
            </a:r>
          </a:p>
        </p:txBody>
      </p:sp>
      <p:cxnSp>
        <p:nvCxnSpPr>
          <p:cNvPr id="11" name="Straight Connector 10">
            <a:extLst>
              <a:ext uri="{FF2B5EF4-FFF2-40B4-BE49-F238E27FC236}">
                <a16:creationId xmlns:a16="http://schemas.microsoft.com/office/drawing/2014/main" id="{5BC28D6C-B187-B3AB-257C-9081F8F320D4}"/>
              </a:ext>
            </a:extLst>
          </p:cNvPr>
          <p:cNvCxnSpPr>
            <a:cxnSpLocks/>
          </p:cNvCxnSpPr>
          <p:nvPr/>
        </p:nvCxnSpPr>
        <p:spPr>
          <a:xfrm>
            <a:off x="17819262" y="8262722"/>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12" name="AutoShape 59">
            <a:extLst>
              <a:ext uri="{FF2B5EF4-FFF2-40B4-BE49-F238E27FC236}">
                <a16:creationId xmlns:a16="http://schemas.microsoft.com/office/drawing/2014/main" id="{3B72D3EA-205C-7B9C-379E-00289CA3BD22}"/>
              </a:ext>
            </a:extLst>
          </p:cNvPr>
          <p:cNvSpPr>
            <a:spLocks noChangeArrowheads="1"/>
          </p:cNvSpPr>
          <p:nvPr/>
        </p:nvSpPr>
        <p:spPr bwMode="auto">
          <a:xfrm flipV="1">
            <a:off x="20104478" y="7932153"/>
            <a:ext cx="447675" cy="314325"/>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3" name="AutoShape 59">
            <a:extLst>
              <a:ext uri="{FF2B5EF4-FFF2-40B4-BE49-F238E27FC236}">
                <a16:creationId xmlns:a16="http://schemas.microsoft.com/office/drawing/2014/main" id="{87710EBE-A0C8-7928-C6A4-55A0C822B883}"/>
              </a:ext>
            </a:extLst>
          </p:cNvPr>
          <p:cNvSpPr>
            <a:spLocks noChangeArrowheads="1"/>
          </p:cNvSpPr>
          <p:nvPr/>
        </p:nvSpPr>
        <p:spPr bwMode="auto">
          <a:xfrm flipV="1">
            <a:off x="22572033" y="7932153"/>
            <a:ext cx="447672" cy="314325"/>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4" name="TextBox 13">
            <a:extLst>
              <a:ext uri="{FF2B5EF4-FFF2-40B4-BE49-F238E27FC236}">
                <a16:creationId xmlns:a16="http://schemas.microsoft.com/office/drawing/2014/main" id="{6A06E1D5-9783-03A3-A485-06D7B3B926BB}"/>
              </a:ext>
            </a:extLst>
          </p:cNvPr>
          <p:cNvSpPr txBox="1"/>
          <p:nvPr/>
        </p:nvSpPr>
        <p:spPr>
          <a:xfrm>
            <a:off x="22057605" y="8276778"/>
            <a:ext cx="1747328"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   87%</a:t>
            </a:r>
          </a:p>
        </p:txBody>
      </p:sp>
      <p:cxnSp>
        <p:nvCxnSpPr>
          <p:cNvPr id="15" name="Straight Connector 14">
            <a:extLst>
              <a:ext uri="{FF2B5EF4-FFF2-40B4-BE49-F238E27FC236}">
                <a16:creationId xmlns:a16="http://schemas.microsoft.com/office/drawing/2014/main" id="{695A6D1C-B02C-2EFD-105D-16DD6BCD88F1}"/>
              </a:ext>
            </a:extLst>
          </p:cNvPr>
          <p:cNvCxnSpPr>
            <a:cxnSpLocks/>
          </p:cNvCxnSpPr>
          <p:nvPr/>
        </p:nvCxnSpPr>
        <p:spPr>
          <a:xfrm>
            <a:off x="17815132" y="9786303"/>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16" name="AutoShape 59">
            <a:extLst>
              <a:ext uri="{FF2B5EF4-FFF2-40B4-BE49-F238E27FC236}">
                <a16:creationId xmlns:a16="http://schemas.microsoft.com/office/drawing/2014/main" id="{2F9152AD-A604-86DE-69B4-CE87B572175C}"/>
              </a:ext>
            </a:extLst>
          </p:cNvPr>
          <p:cNvSpPr>
            <a:spLocks noChangeArrowheads="1"/>
          </p:cNvSpPr>
          <p:nvPr/>
        </p:nvSpPr>
        <p:spPr bwMode="auto">
          <a:xfrm flipV="1">
            <a:off x="22861588" y="9389477"/>
            <a:ext cx="447675" cy="266702"/>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7" name="AutoShape 59">
            <a:extLst>
              <a:ext uri="{FF2B5EF4-FFF2-40B4-BE49-F238E27FC236}">
                <a16:creationId xmlns:a16="http://schemas.microsoft.com/office/drawing/2014/main" id="{336C5D16-DBE6-B5BD-21CE-04E2A91B215C}"/>
              </a:ext>
            </a:extLst>
          </p:cNvPr>
          <p:cNvSpPr>
            <a:spLocks noChangeArrowheads="1"/>
          </p:cNvSpPr>
          <p:nvPr/>
        </p:nvSpPr>
        <p:spPr bwMode="auto">
          <a:xfrm flipV="1">
            <a:off x="22726904" y="9319111"/>
            <a:ext cx="333373" cy="266702"/>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C5EA8715-D9C2-D301-F31B-D49985EEB274}"/>
              </a:ext>
            </a:extLst>
          </p:cNvPr>
          <p:cNvSpPr txBox="1"/>
          <p:nvPr/>
        </p:nvSpPr>
        <p:spPr>
          <a:xfrm>
            <a:off x="22354962" y="9603462"/>
            <a:ext cx="1103303"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   95%</a:t>
            </a:r>
          </a:p>
        </p:txBody>
      </p:sp>
      <p:grpSp>
        <p:nvGrpSpPr>
          <p:cNvPr id="19" name="Group 18">
            <a:extLst>
              <a:ext uri="{FF2B5EF4-FFF2-40B4-BE49-F238E27FC236}">
                <a16:creationId xmlns:a16="http://schemas.microsoft.com/office/drawing/2014/main" id="{0C3EE1CB-D20E-7533-CED5-541C906EA714}"/>
              </a:ext>
            </a:extLst>
          </p:cNvPr>
          <p:cNvGrpSpPr/>
          <p:nvPr/>
        </p:nvGrpSpPr>
        <p:grpSpPr>
          <a:xfrm>
            <a:off x="12592977" y="9399987"/>
            <a:ext cx="1097813" cy="897040"/>
            <a:chOff x="6232733" y="2164529"/>
            <a:chExt cx="548906" cy="448520"/>
          </a:xfrm>
        </p:grpSpPr>
        <p:sp>
          <p:nvSpPr>
            <p:cNvPr id="20" name="Rounded Rectangle 35">
              <a:extLst>
                <a:ext uri="{FF2B5EF4-FFF2-40B4-BE49-F238E27FC236}">
                  <a16:creationId xmlns:a16="http://schemas.microsoft.com/office/drawing/2014/main" id="{84C35DD5-62FA-ACF3-7752-2C5CE1E7A1EC}"/>
                </a:ext>
              </a:extLst>
            </p:cNvPr>
            <p:cNvSpPr/>
            <p:nvPr/>
          </p:nvSpPr>
          <p:spPr bwMode="auto">
            <a:xfrm>
              <a:off x="6232733" y="2164529"/>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21" name="Rounded Rectangle 36">
              <a:extLst>
                <a:ext uri="{FF2B5EF4-FFF2-40B4-BE49-F238E27FC236}">
                  <a16:creationId xmlns:a16="http://schemas.microsoft.com/office/drawing/2014/main" id="{73D27FD2-5548-97F6-CF8E-6B31405555B6}"/>
                </a:ext>
              </a:extLst>
            </p:cNvPr>
            <p:cNvSpPr/>
            <p:nvPr/>
          </p:nvSpPr>
          <p:spPr bwMode="auto">
            <a:xfrm>
              <a:off x="6255401" y="2486172"/>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grpSp>
        <p:nvGrpSpPr>
          <p:cNvPr id="22" name="Group 21">
            <a:extLst>
              <a:ext uri="{FF2B5EF4-FFF2-40B4-BE49-F238E27FC236}">
                <a16:creationId xmlns:a16="http://schemas.microsoft.com/office/drawing/2014/main" id="{C8AAB530-E32B-71C7-8126-B70FDB963720}"/>
              </a:ext>
            </a:extLst>
          </p:cNvPr>
          <p:cNvGrpSpPr/>
          <p:nvPr/>
        </p:nvGrpSpPr>
        <p:grpSpPr>
          <a:xfrm>
            <a:off x="12638314" y="7857682"/>
            <a:ext cx="1052477" cy="938142"/>
            <a:chOff x="6205243" y="2164529"/>
            <a:chExt cx="526238" cy="469071"/>
          </a:xfrm>
        </p:grpSpPr>
        <p:sp>
          <p:nvSpPr>
            <p:cNvPr id="23" name="Rounded Rectangle 35">
              <a:extLst>
                <a:ext uri="{FF2B5EF4-FFF2-40B4-BE49-F238E27FC236}">
                  <a16:creationId xmlns:a16="http://schemas.microsoft.com/office/drawing/2014/main" id="{D53A2EB0-6364-CEC4-EDEC-50F9AA4A6AF9}"/>
                </a:ext>
              </a:extLst>
            </p:cNvPr>
            <p:cNvSpPr/>
            <p:nvPr/>
          </p:nvSpPr>
          <p:spPr bwMode="auto">
            <a:xfrm>
              <a:off x="6205243" y="2164529"/>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24" name="Rounded Rectangle 36">
              <a:extLst>
                <a:ext uri="{FF2B5EF4-FFF2-40B4-BE49-F238E27FC236}">
                  <a16:creationId xmlns:a16="http://schemas.microsoft.com/office/drawing/2014/main" id="{13CAAB84-83D3-FF1F-25B4-6A5875995D4B}"/>
                </a:ext>
              </a:extLst>
            </p:cNvPr>
            <p:cNvSpPr/>
            <p:nvPr/>
          </p:nvSpPr>
          <p:spPr bwMode="auto">
            <a:xfrm>
              <a:off x="6205243" y="2506723"/>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grpSp>
        <p:nvGrpSpPr>
          <p:cNvPr id="25" name="Group 24">
            <a:extLst>
              <a:ext uri="{FF2B5EF4-FFF2-40B4-BE49-F238E27FC236}">
                <a16:creationId xmlns:a16="http://schemas.microsoft.com/office/drawing/2014/main" id="{64606DE9-FA80-5E87-2872-CFA1CDCEE083}"/>
              </a:ext>
            </a:extLst>
          </p:cNvPr>
          <p:cNvGrpSpPr/>
          <p:nvPr/>
        </p:nvGrpSpPr>
        <p:grpSpPr>
          <a:xfrm>
            <a:off x="12638314" y="10866290"/>
            <a:ext cx="1052477" cy="893910"/>
            <a:chOff x="6205243" y="2117027"/>
            <a:chExt cx="526238" cy="446955"/>
          </a:xfrm>
        </p:grpSpPr>
        <p:sp>
          <p:nvSpPr>
            <p:cNvPr id="29" name="Rounded Rectangle 35">
              <a:extLst>
                <a:ext uri="{FF2B5EF4-FFF2-40B4-BE49-F238E27FC236}">
                  <a16:creationId xmlns:a16="http://schemas.microsoft.com/office/drawing/2014/main" id="{DF4377E4-5CA9-BFD4-A024-2973808E84D3}"/>
                </a:ext>
              </a:extLst>
            </p:cNvPr>
            <p:cNvSpPr/>
            <p:nvPr/>
          </p:nvSpPr>
          <p:spPr bwMode="auto">
            <a:xfrm>
              <a:off x="6205243" y="2117027"/>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30" name="Rounded Rectangle 36">
              <a:extLst>
                <a:ext uri="{FF2B5EF4-FFF2-40B4-BE49-F238E27FC236}">
                  <a16:creationId xmlns:a16="http://schemas.microsoft.com/office/drawing/2014/main" id="{36F3FE3D-E21B-EB3B-87A3-4152BB2EE048}"/>
                </a:ext>
              </a:extLst>
            </p:cNvPr>
            <p:cNvSpPr/>
            <p:nvPr/>
          </p:nvSpPr>
          <p:spPr bwMode="auto">
            <a:xfrm>
              <a:off x="6205243" y="2437105"/>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cxnSp>
        <p:nvCxnSpPr>
          <p:cNvPr id="31" name="Straight Connector 30">
            <a:extLst>
              <a:ext uri="{FF2B5EF4-FFF2-40B4-BE49-F238E27FC236}">
                <a16:creationId xmlns:a16="http://schemas.microsoft.com/office/drawing/2014/main" id="{393024B6-9F2C-5A0D-763B-74FDC7264D2B}"/>
              </a:ext>
            </a:extLst>
          </p:cNvPr>
          <p:cNvCxnSpPr>
            <a:cxnSpLocks/>
          </p:cNvCxnSpPr>
          <p:nvPr/>
        </p:nvCxnSpPr>
        <p:spPr>
          <a:xfrm>
            <a:off x="17841089" y="6372562"/>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32" name="TextBox 31">
            <a:extLst>
              <a:ext uri="{FF2B5EF4-FFF2-40B4-BE49-F238E27FC236}">
                <a16:creationId xmlns:a16="http://schemas.microsoft.com/office/drawing/2014/main" id="{9728E12C-AD6D-D3A4-C164-A9E4A575E904}"/>
              </a:ext>
            </a:extLst>
          </p:cNvPr>
          <p:cNvSpPr txBox="1"/>
          <p:nvPr/>
        </p:nvSpPr>
        <p:spPr>
          <a:xfrm>
            <a:off x="22484635" y="6372562"/>
            <a:ext cx="1034230"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88%</a:t>
            </a:r>
          </a:p>
        </p:txBody>
      </p:sp>
      <p:sp>
        <p:nvSpPr>
          <p:cNvPr id="33" name="AutoShape 59">
            <a:extLst>
              <a:ext uri="{FF2B5EF4-FFF2-40B4-BE49-F238E27FC236}">
                <a16:creationId xmlns:a16="http://schemas.microsoft.com/office/drawing/2014/main" id="{FE4AE228-B859-C09E-28FC-C402D2442E4E}"/>
              </a:ext>
            </a:extLst>
          </p:cNvPr>
          <p:cNvSpPr>
            <a:spLocks noChangeArrowheads="1"/>
          </p:cNvSpPr>
          <p:nvPr/>
        </p:nvSpPr>
        <p:spPr bwMode="auto">
          <a:xfrm flipV="1">
            <a:off x="22700408" y="5969001"/>
            <a:ext cx="447672" cy="314325"/>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34" name="AutoShape 59">
            <a:extLst>
              <a:ext uri="{FF2B5EF4-FFF2-40B4-BE49-F238E27FC236}">
                <a16:creationId xmlns:a16="http://schemas.microsoft.com/office/drawing/2014/main" id="{F1631E41-33C1-D5F4-0032-BA9C80FDEDCD}"/>
              </a:ext>
            </a:extLst>
          </p:cNvPr>
          <p:cNvSpPr>
            <a:spLocks noChangeArrowheads="1"/>
          </p:cNvSpPr>
          <p:nvPr/>
        </p:nvSpPr>
        <p:spPr bwMode="auto">
          <a:xfrm flipV="1">
            <a:off x="22924240" y="6002098"/>
            <a:ext cx="447675" cy="314325"/>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grpSp>
        <p:nvGrpSpPr>
          <p:cNvPr id="35" name="Group 34">
            <a:extLst>
              <a:ext uri="{FF2B5EF4-FFF2-40B4-BE49-F238E27FC236}">
                <a16:creationId xmlns:a16="http://schemas.microsoft.com/office/drawing/2014/main" id="{80BF2ECB-931C-FC3C-F6B2-3131DE52E607}"/>
              </a:ext>
            </a:extLst>
          </p:cNvPr>
          <p:cNvGrpSpPr/>
          <p:nvPr/>
        </p:nvGrpSpPr>
        <p:grpSpPr>
          <a:xfrm>
            <a:off x="12618059" y="5995152"/>
            <a:ext cx="1052477" cy="838043"/>
            <a:chOff x="6303262" y="2106719"/>
            <a:chExt cx="526238" cy="419019"/>
          </a:xfrm>
        </p:grpSpPr>
        <p:sp>
          <p:nvSpPr>
            <p:cNvPr id="36" name="Rounded Rectangle 35">
              <a:extLst>
                <a:ext uri="{FF2B5EF4-FFF2-40B4-BE49-F238E27FC236}">
                  <a16:creationId xmlns:a16="http://schemas.microsoft.com/office/drawing/2014/main" id="{BF798ADF-A299-9DF6-0197-904F118F2E45}"/>
                </a:ext>
              </a:extLst>
            </p:cNvPr>
            <p:cNvSpPr/>
            <p:nvPr/>
          </p:nvSpPr>
          <p:spPr bwMode="auto">
            <a:xfrm>
              <a:off x="6303262" y="2106719"/>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37" name="Rounded Rectangle 36">
              <a:extLst>
                <a:ext uri="{FF2B5EF4-FFF2-40B4-BE49-F238E27FC236}">
                  <a16:creationId xmlns:a16="http://schemas.microsoft.com/office/drawing/2014/main" id="{3678E4F7-E0A2-E05D-C907-995E68820F62}"/>
                </a:ext>
              </a:extLst>
            </p:cNvPr>
            <p:cNvSpPr/>
            <p:nvPr/>
          </p:nvSpPr>
          <p:spPr bwMode="auto">
            <a:xfrm>
              <a:off x="6303262" y="2398861"/>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sp>
        <p:nvSpPr>
          <p:cNvPr id="38" name="AutoShape 59">
            <a:extLst>
              <a:ext uri="{FF2B5EF4-FFF2-40B4-BE49-F238E27FC236}">
                <a16:creationId xmlns:a16="http://schemas.microsoft.com/office/drawing/2014/main" id="{9126AFFA-45F7-341B-2C15-37ABEE2B4FF6}"/>
              </a:ext>
            </a:extLst>
          </p:cNvPr>
          <p:cNvSpPr>
            <a:spLocks noChangeArrowheads="1"/>
          </p:cNvSpPr>
          <p:nvPr/>
        </p:nvSpPr>
        <p:spPr bwMode="auto">
          <a:xfrm flipV="1">
            <a:off x="18599028" y="7973934"/>
            <a:ext cx="447675" cy="314325"/>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39" name="AutoShape 59">
            <a:extLst>
              <a:ext uri="{FF2B5EF4-FFF2-40B4-BE49-F238E27FC236}">
                <a16:creationId xmlns:a16="http://schemas.microsoft.com/office/drawing/2014/main" id="{94F87764-2C53-832E-18DD-142620AECC69}"/>
              </a:ext>
            </a:extLst>
          </p:cNvPr>
          <p:cNvSpPr>
            <a:spLocks noChangeArrowheads="1"/>
          </p:cNvSpPr>
          <p:nvPr/>
        </p:nvSpPr>
        <p:spPr bwMode="auto">
          <a:xfrm flipV="1">
            <a:off x="21814315" y="7854914"/>
            <a:ext cx="447675" cy="314325"/>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0" name="AutoShape 59">
            <a:extLst>
              <a:ext uri="{FF2B5EF4-FFF2-40B4-BE49-F238E27FC236}">
                <a16:creationId xmlns:a16="http://schemas.microsoft.com/office/drawing/2014/main" id="{62EA6103-129E-AEE5-4AE5-CB7AF3E54750}"/>
              </a:ext>
            </a:extLst>
          </p:cNvPr>
          <p:cNvSpPr>
            <a:spLocks noChangeArrowheads="1"/>
          </p:cNvSpPr>
          <p:nvPr/>
        </p:nvSpPr>
        <p:spPr bwMode="auto">
          <a:xfrm flipV="1">
            <a:off x="21083588" y="7865477"/>
            <a:ext cx="447675" cy="266702"/>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1" name="AutoShape 59">
            <a:extLst>
              <a:ext uri="{FF2B5EF4-FFF2-40B4-BE49-F238E27FC236}">
                <a16:creationId xmlns:a16="http://schemas.microsoft.com/office/drawing/2014/main" id="{09D57BE5-768F-F045-57EB-9B001004F379}"/>
              </a:ext>
            </a:extLst>
          </p:cNvPr>
          <p:cNvSpPr>
            <a:spLocks noChangeArrowheads="1"/>
          </p:cNvSpPr>
          <p:nvPr/>
        </p:nvSpPr>
        <p:spPr bwMode="auto">
          <a:xfrm flipV="1">
            <a:off x="19619913" y="10853153"/>
            <a:ext cx="447675" cy="314325"/>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cxnSp>
        <p:nvCxnSpPr>
          <p:cNvPr id="42" name="Straight Connector 41">
            <a:extLst>
              <a:ext uri="{FF2B5EF4-FFF2-40B4-BE49-F238E27FC236}">
                <a16:creationId xmlns:a16="http://schemas.microsoft.com/office/drawing/2014/main" id="{29BD36C3-E2CE-9B62-BEEA-EA0A0F4209B1}"/>
              </a:ext>
            </a:extLst>
          </p:cNvPr>
          <p:cNvCxnSpPr>
            <a:cxnSpLocks/>
          </p:cNvCxnSpPr>
          <p:nvPr/>
        </p:nvCxnSpPr>
        <p:spPr>
          <a:xfrm>
            <a:off x="17819262" y="4191000"/>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43" name="Rounded Rectangle 35">
            <a:extLst>
              <a:ext uri="{FF2B5EF4-FFF2-40B4-BE49-F238E27FC236}">
                <a16:creationId xmlns:a16="http://schemas.microsoft.com/office/drawing/2014/main" id="{4B1BD75F-2CB1-40C7-A825-31687A6CECA6}"/>
              </a:ext>
            </a:extLst>
          </p:cNvPr>
          <p:cNvSpPr/>
          <p:nvPr/>
        </p:nvSpPr>
        <p:spPr bwMode="auto">
          <a:xfrm>
            <a:off x="12653429" y="4309739"/>
            <a:ext cx="877063" cy="211462"/>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60000" tIns="60000" rIns="60000" bIns="60000" numCol="1" rtlCol="0" anchor="ctr" anchorCtr="0" compatLnSpc="1">
            <a:prstTxWarp prst="textNoShape">
              <a:avLst/>
            </a:prstTxWarp>
          </a:bodyPr>
          <a:lstStyle/>
          <a:p>
            <a:pPr marL="0" marR="0" lvl="0" indent="0" algn="ctr" defTabSz="1524030" rtl="0" eaLnBrk="1" fontAlgn="base"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rPr>
              <a:t>World Class</a:t>
            </a:r>
          </a:p>
        </p:txBody>
      </p:sp>
      <p:sp>
        <p:nvSpPr>
          <p:cNvPr id="44" name="AutoShape 59">
            <a:extLst>
              <a:ext uri="{FF2B5EF4-FFF2-40B4-BE49-F238E27FC236}">
                <a16:creationId xmlns:a16="http://schemas.microsoft.com/office/drawing/2014/main" id="{C856C746-78A3-1503-4CE3-113C629735A1}"/>
              </a:ext>
            </a:extLst>
          </p:cNvPr>
          <p:cNvSpPr>
            <a:spLocks noChangeArrowheads="1"/>
          </p:cNvSpPr>
          <p:nvPr/>
        </p:nvSpPr>
        <p:spPr bwMode="auto">
          <a:xfrm flipV="1">
            <a:off x="19838987" y="3810000"/>
            <a:ext cx="355600" cy="244477"/>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5" name="AutoShape 59">
            <a:extLst>
              <a:ext uri="{FF2B5EF4-FFF2-40B4-BE49-F238E27FC236}">
                <a16:creationId xmlns:a16="http://schemas.microsoft.com/office/drawing/2014/main" id="{2B085EBF-54B1-30BE-56D7-FC4D67A46A94}"/>
              </a:ext>
            </a:extLst>
          </p:cNvPr>
          <p:cNvSpPr>
            <a:spLocks noChangeArrowheads="1"/>
          </p:cNvSpPr>
          <p:nvPr/>
        </p:nvSpPr>
        <p:spPr bwMode="auto">
          <a:xfrm flipV="1">
            <a:off x="22655214" y="3810001"/>
            <a:ext cx="333373" cy="266702"/>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6" name="AutoShape 59">
            <a:extLst>
              <a:ext uri="{FF2B5EF4-FFF2-40B4-BE49-F238E27FC236}">
                <a16:creationId xmlns:a16="http://schemas.microsoft.com/office/drawing/2014/main" id="{45D87517-8E70-8F9A-4BD4-B5AD4DFF59BD}"/>
              </a:ext>
            </a:extLst>
          </p:cNvPr>
          <p:cNvSpPr>
            <a:spLocks noChangeArrowheads="1"/>
          </p:cNvSpPr>
          <p:nvPr/>
        </p:nvSpPr>
        <p:spPr bwMode="auto">
          <a:xfrm flipV="1">
            <a:off x="17298987" y="1406523"/>
            <a:ext cx="355600" cy="244477"/>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7" name="Text Box 48">
            <a:extLst>
              <a:ext uri="{FF2B5EF4-FFF2-40B4-BE49-F238E27FC236}">
                <a16:creationId xmlns:a16="http://schemas.microsoft.com/office/drawing/2014/main" id="{A9938DFB-6E6E-9C5D-5FBD-79D2A6DD3CBE}"/>
              </a:ext>
            </a:extLst>
          </p:cNvPr>
          <p:cNvSpPr txBox="1">
            <a:spLocks noChangeArrowheads="1"/>
          </p:cNvSpPr>
          <p:nvPr/>
        </p:nvSpPr>
        <p:spPr bwMode="auto">
          <a:xfrm>
            <a:off x="17663689" y="1369087"/>
            <a:ext cx="2712347" cy="361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Nestlé total</a:t>
            </a:r>
          </a:p>
        </p:txBody>
      </p:sp>
      <p:sp>
        <p:nvSpPr>
          <p:cNvPr id="48" name="TextBox 47">
            <a:extLst>
              <a:ext uri="{FF2B5EF4-FFF2-40B4-BE49-F238E27FC236}">
                <a16:creationId xmlns:a16="http://schemas.microsoft.com/office/drawing/2014/main" id="{B19CCF0D-B558-D6BF-1333-EBF4FF1A8863}"/>
              </a:ext>
            </a:extLst>
          </p:cNvPr>
          <p:cNvSpPr txBox="1"/>
          <p:nvPr/>
        </p:nvSpPr>
        <p:spPr>
          <a:xfrm>
            <a:off x="21388940" y="1474114"/>
            <a:ext cx="1759138" cy="369332"/>
          </a:xfrm>
          <a:prstGeom prst="rect">
            <a:avLst/>
          </a:prstGeom>
          <a:noFill/>
        </p:spPr>
        <p:txBody>
          <a:bodyPr wrap="square">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Benchmark</a:t>
            </a:r>
          </a:p>
        </p:txBody>
      </p:sp>
      <p:sp>
        <p:nvSpPr>
          <p:cNvPr id="49" name="AutoShape 59">
            <a:extLst>
              <a:ext uri="{FF2B5EF4-FFF2-40B4-BE49-F238E27FC236}">
                <a16:creationId xmlns:a16="http://schemas.microsoft.com/office/drawing/2014/main" id="{539AC6D8-0D4D-4D05-DD52-214B3757B5D6}"/>
              </a:ext>
            </a:extLst>
          </p:cNvPr>
          <p:cNvSpPr>
            <a:spLocks noChangeArrowheads="1"/>
          </p:cNvSpPr>
          <p:nvPr/>
        </p:nvSpPr>
        <p:spPr bwMode="auto">
          <a:xfrm flipV="1">
            <a:off x="21115687" y="1511299"/>
            <a:ext cx="333373" cy="266702"/>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graphicFrame>
        <p:nvGraphicFramePr>
          <p:cNvPr id="50" name="Table 49">
            <a:extLst>
              <a:ext uri="{FF2B5EF4-FFF2-40B4-BE49-F238E27FC236}">
                <a16:creationId xmlns:a16="http://schemas.microsoft.com/office/drawing/2014/main" id="{48EC2D26-97BE-E602-5FD0-0787C8E30EC3}"/>
              </a:ext>
            </a:extLst>
          </p:cNvPr>
          <p:cNvGraphicFramePr>
            <a:graphicFrameLocks noGrp="1"/>
          </p:cNvGraphicFramePr>
          <p:nvPr/>
        </p:nvGraphicFramePr>
        <p:xfrm>
          <a:off x="16654369" y="268087"/>
          <a:ext cx="7041389" cy="791554"/>
        </p:xfrm>
        <a:graphic>
          <a:graphicData uri="http://schemas.openxmlformats.org/drawingml/2006/table">
            <a:tbl>
              <a:tblPr firstRow="1" bandRow="1"/>
              <a:tblGrid>
                <a:gridCol w="1208253">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gridCol w="1427270">
                  <a:extLst>
                    <a:ext uri="{9D8B030D-6E8A-4147-A177-3AD203B41FA5}">
                      <a16:colId xmlns:a16="http://schemas.microsoft.com/office/drawing/2014/main" val="20002"/>
                    </a:ext>
                  </a:extLst>
                </a:gridCol>
                <a:gridCol w="1481483">
                  <a:extLst>
                    <a:ext uri="{9D8B030D-6E8A-4147-A177-3AD203B41FA5}">
                      <a16:colId xmlns:a16="http://schemas.microsoft.com/office/drawing/2014/main" val="20003"/>
                    </a:ext>
                  </a:extLst>
                </a:gridCol>
                <a:gridCol w="1390858">
                  <a:extLst>
                    <a:ext uri="{9D8B030D-6E8A-4147-A177-3AD203B41FA5}">
                      <a16:colId xmlns:a16="http://schemas.microsoft.com/office/drawing/2014/main" val="20004"/>
                    </a:ext>
                  </a:extLst>
                </a:gridCol>
              </a:tblGrid>
              <a:tr h="395777">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Aware</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Developing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Practicing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Optimizing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Leading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95777">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baseline="0">
                          <a:solidFill>
                            <a:schemeClr val="tx1"/>
                          </a:solidFill>
                          <a:latin typeface="IBM Plex Sans" panose="020B0503050203000203" pitchFamily="34" charset="0"/>
                        </a:rPr>
                        <a:t>0% - 25%</a:t>
                      </a:r>
                      <a:endParaRPr lang="en-US" sz="1300" b="0">
                        <a:solidFill>
                          <a:schemeClr val="tx1"/>
                        </a:solidFill>
                        <a:latin typeface="IBM Plex Sans" panose="020B0503050203000203" pitchFamily="34" charset="0"/>
                      </a:endParaRP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baseline="0">
                          <a:solidFill>
                            <a:schemeClr val="tx1"/>
                          </a:solidFill>
                          <a:latin typeface="IBM Plex Sans" panose="020B0503050203000203" pitchFamily="34" charset="0"/>
                        </a:rPr>
                        <a:t>26% - 50%</a:t>
                      </a:r>
                      <a:endParaRPr lang="en-US" sz="1300" b="0">
                        <a:solidFill>
                          <a:schemeClr val="tx1"/>
                        </a:solidFill>
                        <a:latin typeface="IBM Plex Sans" panose="020B0503050203000203" pitchFamily="34" charset="0"/>
                      </a:endParaRP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baseline="0">
                          <a:solidFill>
                            <a:schemeClr val="tx1"/>
                          </a:solidFill>
                          <a:latin typeface="IBM Plex Sans" panose="020B0503050203000203" pitchFamily="34" charset="0"/>
                        </a:rPr>
                        <a:t>51% - 75%</a:t>
                      </a:r>
                      <a:endParaRPr lang="en-US" sz="1300" b="0">
                        <a:solidFill>
                          <a:schemeClr val="tx1"/>
                        </a:solidFill>
                        <a:latin typeface="IBM Plex Sans" panose="020B0503050203000203" pitchFamily="34" charset="0"/>
                      </a:endParaRP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a:solidFill>
                            <a:schemeClr val="tx1"/>
                          </a:solidFill>
                          <a:latin typeface="IBM Plex Sans" panose="020B0503050203000203" pitchFamily="34" charset="0"/>
                        </a:rPr>
                        <a:t>76% - 90%</a:t>
                      </a: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a:solidFill>
                            <a:schemeClr val="tx1"/>
                          </a:solidFill>
                          <a:latin typeface="IBM Plex Sans" panose="020B0503050203000203" pitchFamily="34" charset="0"/>
                        </a:rPr>
                        <a:t>91% - 100%</a:t>
                      </a: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sp>
        <p:nvSpPr>
          <p:cNvPr id="51" name="AutoShape 59">
            <a:extLst>
              <a:ext uri="{FF2B5EF4-FFF2-40B4-BE49-F238E27FC236}">
                <a16:creationId xmlns:a16="http://schemas.microsoft.com/office/drawing/2014/main" id="{CF751C21-98F2-4CE8-66AF-AC1FEE641DDB}"/>
              </a:ext>
            </a:extLst>
          </p:cNvPr>
          <p:cNvSpPr>
            <a:spLocks noChangeArrowheads="1"/>
          </p:cNvSpPr>
          <p:nvPr/>
        </p:nvSpPr>
        <p:spPr bwMode="auto">
          <a:xfrm flipV="1">
            <a:off x="19051587" y="1397000"/>
            <a:ext cx="355600" cy="244477"/>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2" name="Text Box 48">
            <a:extLst>
              <a:ext uri="{FF2B5EF4-FFF2-40B4-BE49-F238E27FC236}">
                <a16:creationId xmlns:a16="http://schemas.microsoft.com/office/drawing/2014/main" id="{9A73A26B-6820-0070-3981-2DCB523F7A85}"/>
              </a:ext>
            </a:extLst>
          </p:cNvPr>
          <p:cNvSpPr txBox="1">
            <a:spLocks noChangeArrowheads="1"/>
          </p:cNvSpPr>
          <p:nvPr/>
        </p:nvSpPr>
        <p:spPr bwMode="auto">
          <a:xfrm>
            <a:off x="19518210" y="1444690"/>
            <a:ext cx="814848" cy="19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AOA</a:t>
            </a:r>
          </a:p>
        </p:txBody>
      </p:sp>
      <p:sp>
        <p:nvSpPr>
          <p:cNvPr id="53" name="AutoShape 59">
            <a:extLst>
              <a:ext uri="{FF2B5EF4-FFF2-40B4-BE49-F238E27FC236}">
                <a16:creationId xmlns:a16="http://schemas.microsoft.com/office/drawing/2014/main" id="{20B0F2B4-F2A0-2A66-8A0C-B776E86B1A26}"/>
              </a:ext>
            </a:extLst>
          </p:cNvPr>
          <p:cNvSpPr>
            <a:spLocks noChangeArrowheads="1"/>
          </p:cNvSpPr>
          <p:nvPr/>
        </p:nvSpPr>
        <p:spPr bwMode="auto">
          <a:xfrm flipV="1">
            <a:off x="17273587" y="1914523"/>
            <a:ext cx="355600" cy="244477"/>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4" name="Text Box 48">
            <a:extLst>
              <a:ext uri="{FF2B5EF4-FFF2-40B4-BE49-F238E27FC236}">
                <a16:creationId xmlns:a16="http://schemas.microsoft.com/office/drawing/2014/main" id="{D01E0B9E-69E7-80B4-3953-EE579B47CE2A}"/>
              </a:ext>
            </a:extLst>
          </p:cNvPr>
          <p:cNvSpPr txBox="1">
            <a:spLocks noChangeArrowheads="1"/>
          </p:cNvSpPr>
          <p:nvPr/>
        </p:nvSpPr>
        <p:spPr bwMode="auto">
          <a:xfrm>
            <a:off x="17781588" y="1905000"/>
            <a:ext cx="814848" cy="19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Europe</a:t>
            </a:r>
          </a:p>
        </p:txBody>
      </p:sp>
      <p:sp>
        <p:nvSpPr>
          <p:cNvPr id="55" name="AutoShape 59">
            <a:extLst>
              <a:ext uri="{FF2B5EF4-FFF2-40B4-BE49-F238E27FC236}">
                <a16:creationId xmlns:a16="http://schemas.microsoft.com/office/drawing/2014/main" id="{5C37A531-4AE5-8236-D4B7-2FA7FCC551CA}"/>
              </a:ext>
            </a:extLst>
          </p:cNvPr>
          <p:cNvSpPr>
            <a:spLocks noChangeArrowheads="1"/>
          </p:cNvSpPr>
          <p:nvPr/>
        </p:nvSpPr>
        <p:spPr bwMode="auto">
          <a:xfrm flipV="1">
            <a:off x="19051587" y="1914523"/>
            <a:ext cx="355600" cy="244477"/>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6" name="Text Box 48">
            <a:extLst>
              <a:ext uri="{FF2B5EF4-FFF2-40B4-BE49-F238E27FC236}">
                <a16:creationId xmlns:a16="http://schemas.microsoft.com/office/drawing/2014/main" id="{9CC47C7F-7153-7C98-2FD8-2431ABFF9625}"/>
              </a:ext>
            </a:extLst>
          </p:cNvPr>
          <p:cNvSpPr txBox="1">
            <a:spLocks noChangeArrowheads="1"/>
          </p:cNvSpPr>
          <p:nvPr/>
        </p:nvSpPr>
        <p:spPr bwMode="auto">
          <a:xfrm>
            <a:off x="19464651" y="1959313"/>
            <a:ext cx="1924288" cy="35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Americas</a:t>
            </a:r>
          </a:p>
        </p:txBody>
      </p:sp>
      <p:sp>
        <p:nvSpPr>
          <p:cNvPr id="57" name="TextBox 56">
            <a:extLst>
              <a:ext uri="{FF2B5EF4-FFF2-40B4-BE49-F238E27FC236}">
                <a16:creationId xmlns:a16="http://schemas.microsoft.com/office/drawing/2014/main" id="{CD85B86D-64BB-5CD4-034B-5FECDF44D055}"/>
              </a:ext>
            </a:extLst>
          </p:cNvPr>
          <p:cNvSpPr txBox="1"/>
          <p:nvPr/>
        </p:nvSpPr>
        <p:spPr>
          <a:xfrm>
            <a:off x="21423255" y="4338056"/>
            <a:ext cx="2966713" cy="769441"/>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50-60% paper</a:t>
            </a:r>
          </a:p>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90%+ - e-inv.</a:t>
            </a:r>
          </a:p>
        </p:txBody>
      </p:sp>
      <p:sp>
        <p:nvSpPr>
          <p:cNvPr id="58" name="Rectangle 57">
            <a:extLst>
              <a:ext uri="{FF2B5EF4-FFF2-40B4-BE49-F238E27FC236}">
                <a16:creationId xmlns:a16="http://schemas.microsoft.com/office/drawing/2014/main" id="{4D0C5B94-CB9D-B0C0-84A0-C96663A2627B}"/>
              </a:ext>
            </a:extLst>
          </p:cNvPr>
          <p:cNvSpPr/>
          <p:nvPr/>
        </p:nvSpPr>
        <p:spPr bwMode="auto">
          <a:xfrm>
            <a:off x="-6064249" y="-655312"/>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5400" b="0" i="0" u="none" strike="noStrike" kern="1200" cap="none" spc="0" normalizeH="0" baseline="0" noProof="0">
                <a:ln>
                  <a:noFill/>
                </a:ln>
                <a:solidFill>
                  <a:srgbClr val="FA4D56"/>
                </a:solidFill>
                <a:effectLst/>
                <a:uLnTx/>
                <a:uFillTx/>
                <a:latin typeface="IBM Plex Sans Light"/>
                <a:ea typeface="+mn-ea"/>
                <a:cs typeface="+mn-cs"/>
              </a:rPr>
              <a:t>Victor Format</a:t>
            </a:r>
          </a:p>
        </p:txBody>
      </p:sp>
    </p:spTree>
    <p:extLst>
      <p:ext uri="{BB962C8B-B14F-4D97-AF65-F5344CB8AC3E}">
        <p14:creationId xmlns:p14="http://schemas.microsoft.com/office/powerpoint/2010/main" val="65971521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9A356-3BB7-A164-BC41-B6FB0F80004E}"/>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995FBBCC-CD00-3B98-C60D-B3001250CBC5}"/>
              </a:ext>
            </a:extLst>
          </p:cNvPr>
          <p:cNvSpPr txBox="1">
            <a:spLocks/>
          </p:cNvSpPr>
          <p:nvPr/>
        </p:nvSpPr>
        <p:spPr>
          <a:xfrm>
            <a:off x="57599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marR="0" lvl="0" indent="-742950" algn="l" defTabSz="2437912" rtl="0" eaLnBrk="1" fontAlgn="auto" latinLnBrk="0" hangingPunct="1">
              <a:lnSpc>
                <a:spcPct val="110000"/>
              </a:lnSpc>
              <a:spcBef>
                <a:spcPts val="0"/>
              </a:spcBef>
              <a:spcAft>
                <a:spcPts val="0"/>
              </a:spcAft>
              <a:buClr>
                <a:srgbClr val="0F62FE"/>
              </a:buClr>
              <a:buSzTx/>
              <a:buFont typeface="Wingdings" pitchFamily="2" charset="2"/>
              <a:buAutoNum type="arabicPeriod"/>
              <a:tabLst/>
              <a:defRPr/>
            </a:pPr>
            <a:endParaRPr kumimoji="0" lang="en-US" sz="1800" b="0" i="0" u="none" strike="noStrike" kern="0" cap="none" spc="0" normalizeH="0" baseline="0" noProof="0">
              <a:ln>
                <a:noFill/>
              </a:ln>
              <a:solidFill>
                <a:srgbClr val="000000"/>
              </a:solidFill>
              <a:effectLst/>
              <a:uLnTx/>
              <a:uFillTx/>
              <a:latin typeface="IBM Plex Sans Light"/>
              <a:ea typeface="+mj-ea"/>
              <a:cs typeface="+mj-cs"/>
              <a:sym typeface="IBM Plex Sans"/>
            </a:endParaRPr>
          </a:p>
        </p:txBody>
      </p:sp>
      <p:sp>
        <p:nvSpPr>
          <p:cNvPr id="5" name="Footer Placeholder 4">
            <a:extLst>
              <a:ext uri="{FF2B5EF4-FFF2-40B4-BE49-F238E27FC236}">
                <a16:creationId xmlns:a16="http://schemas.microsoft.com/office/drawing/2014/main" id="{7906E4EF-752D-6C1D-B8E5-5008AADD8ED6}"/>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6" name="Slide Number Placeholder 5">
            <a:extLst>
              <a:ext uri="{FF2B5EF4-FFF2-40B4-BE49-F238E27FC236}">
                <a16:creationId xmlns:a16="http://schemas.microsoft.com/office/drawing/2014/main" id="{8EE67421-A187-8A00-B29B-A6E1CC4684CB}"/>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7" name="TextBox 26">
            <a:extLst>
              <a:ext uri="{FF2B5EF4-FFF2-40B4-BE49-F238E27FC236}">
                <a16:creationId xmlns:a16="http://schemas.microsoft.com/office/drawing/2014/main" id="{B16927C0-F618-1285-0B74-144AB92723AB}"/>
              </a:ext>
            </a:extLst>
          </p:cNvPr>
          <p:cNvSpPr txBox="1"/>
          <p:nvPr/>
        </p:nvSpPr>
        <p:spPr>
          <a:xfrm>
            <a:off x="477732" y="477192"/>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Benchmarks &amp; KPIs – 2/2</a:t>
            </a:r>
          </a:p>
        </p:txBody>
      </p:sp>
      <p:sp>
        <p:nvSpPr>
          <p:cNvPr id="28" name="Text Placeholder 6">
            <a:extLst>
              <a:ext uri="{FF2B5EF4-FFF2-40B4-BE49-F238E27FC236}">
                <a16:creationId xmlns:a16="http://schemas.microsoft.com/office/drawing/2014/main" id="{8AF7EF8A-04AB-8C81-A7BE-FF86118284F0}"/>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0"/>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Benchmarks for Nestlé  industry wherever available (FMCG)</a:t>
            </a:r>
          </a:p>
          <a:p>
            <a:pPr marL="0" marR="0" lvl="0" indent="0" algn="l" defTabSz="1828434" rtl="0" eaLnBrk="1" fontAlgn="base" latinLnBrk="0" hangingPunct="1">
              <a:lnSpc>
                <a:spcPct val="100000"/>
              </a:lnSpc>
              <a:spcBef>
                <a:spcPts val="0"/>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Regional data displayed when significantly different than total Nestlé</a:t>
            </a:r>
          </a:p>
        </p:txBody>
      </p:sp>
      <p:graphicFrame>
        <p:nvGraphicFramePr>
          <p:cNvPr id="2" name="Table 1">
            <a:extLst>
              <a:ext uri="{FF2B5EF4-FFF2-40B4-BE49-F238E27FC236}">
                <a16:creationId xmlns:a16="http://schemas.microsoft.com/office/drawing/2014/main" id="{DED54A2C-6FF9-C2F0-DD31-DBCCA2B9FE41}"/>
              </a:ext>
            </a:extLst>
          </p:cNvPr>
          <p:cNvGraphicFramePr>
            <a:graphicFrameLocks noGrp="1"/>
          </p:cNvGraphicFramePr>
          <p:nvPr/>
        </p:nvGraphicFramePr>
        <p:xfrm>
          <a:off x="910038" y="2746953"/>
          <a:ext cx="22608828" cy="9544062"/>
        </p:xfrm>
        <a:graphic>
          <a:graphicData uri="http://schemas.openxmlformats.org/drawingml/2006/table">
            <a:tbl>
              <a:tblPr firstRow="1" bandRow="1">
                <a:tableStyleId>{F5AB1C69-6EDB-4FF4-983F-18BD219EF322}</a:tableStyleId>
              </a:tblPr>
              <a:tblGrid>
                <a:gridCol w="3663550">
                  <a:extLst>
                    <a:ext uri="{9D8B030D-6E8A-4147-A177-3AD203B41FA5}">
                      <a16:colId xmlns:a16="http://schemas.microsoft.com/office/drawing/2014/main" val="3705634398"/>
                    </a:ext>
                  </a:extLst>
                </a:gridCol>
                <a:gridCol w="2020068">
                  <a:extLst>
                    <a:ext uri="{9D8B030D-6E8A-4147-A177-3AD203B41FA5}">
                      <a16:colId xmlns:a16="http://schemas.microsoft.com/office/drawing/2014/main" val="830555595"/>
                    </a:ext>
                  </a:extLst>
                </a:gridCol>
                <a:gridCol w="5705992">
                  <a:extLst>
                    <a:ext uri="{9D8B030D-6E8A-4147-A177-3AD203B41FA5}">
                      <a16:colId xmlns:a16="http://schemas.microsoft.com/office/drawing/2014/main" val="846238408"/>
                    </a:ext>
                  </a:extLst>
                </a:gridCol>
                <a:gridCol w="4814525">
                  <a:extLst>
                    <a:ext uri="{9D8B030D-6E8A-4147-A177-3AD203B41FA5}">
                      <a16:colId xmlns:a16="http://schemas.microsoft.com/office/drawing/2014/main" val="2084760303"/>
                    </a:ext>
                  </a:extLst>
                </a:gridCol>
                <a:gridCol w="6404693">
                  <a:extLst>
                    <a:ext uri="{9D8B030D-6E8A-4147-A177-3AD203B41FA5}">
                      <a16:colId xmlns:a16="http://schemas.microsoft.com/office/drawing/2014/main" val="3905886030"/>
                    </a:ext>
                  </a:extLst>
                </a:gridCol>
              </a:tblGrid>
              <a:tr h="572565">
                <a:tc gridSpan="2">
                  <a:txBody>
                    <a:bodyPr/>
                    <a:lstStyle/>
                    <a:p>
                      <a:pPr marL="0" algn="ctr" defTabSz="966828" rtl="0" eaLnBrk="1" latinLnBrk="0" hangingPunct="1"/>
                      <a:r>
                        <a:rPr lang="en-GB" sz="3000" b="1" kern="1200">
                          <a:solidFill>
                            <a:schemeClr val="bg1"/>
                          </a:solidFill>
                          <a:latin typeface="+mn-lt"/>
                          <a:ea typeface="+mn-ea"/>
                          <a:cs typeface="Arial" panose="020B0604020202020204" pitchFamily="34" charset="0"/>
                        </a:rPr>
                        <a:t>Nestlé</a:t>
                      </a:r>
                      <a:endParaRPr lang="en-PL" sz="3000" b="1" kern="1200">
                        <a:solidFill>
                          <a:schemeClr val="bg1"/>
                        </a:solidFill>
                        <a:latin typeface="+mn-lt"/>
                        <a:ea typeface="+mn-ea"/>
                        <a:cs typeface="Arial" panose="020B0604020202020204" pitchFamily="34" charset="0"/>
                      </a:endParaRPr>
                    </a:p>
                  </a:txBody>
                  <a:tcPr marL="152400" marR="152400" marT="76200" marB="762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hMerge="1">
                  <a:txBody>
                    <a:bodyPr/>
                    <a:lstStyle/>
                    <a:p>
                      <a:endParaRPr lang="en-US"/>
                    </a:p>
                  </a:txBody>
                  <a:tcPr/>
                </a:tc>
                <a:tc gridSpan="2">
                  <a:txBody>
                    <a:bodyPr/>
                    <a:lstStyle/>
                    <a:p>
                      <a:pPr marL="0" algn="ctr" defTabSz="966828" rtl="0" eaLnBrk="1" latinLnBrk="0" hangingPunct="1"/>
                      <a:r>
                        <a:rPr lang="en-PL" sz="3000" b="1" kern="1200">
                          <a:solidFill>
                            <a:schemeClr val="bg1"/>
                          </a:solidFill>
                          <a:latin typeface="+mn-lt"/>
                          <a:ea typeface="+mn-ea"/>
                          <a:cs typeface="Arial" panose="020B0604020202020204" pitchFamily="34" charset="0"/>
                        </a:rPr>
                        <a:t>Benchmark</a:t>
                      </a:r>
                    </a:p>
                  </a:txBody>
                  <a:tcPr marL="152400" marR="152400" marT="76200" marB="762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hMerge="1">
                  <a:txBody>
                    <a:bodyPr/>
                    <a:lstStyle/>
                    <a:p>
                      <a:endParaRPr lang="en-US"/>
                    </a:p>
                  </a:txBody>
                  <a:tcPr/>
                </a:tc>
                <a:tc>
                  <a:txBody>
                    <a:bodyPr/>
                    <a:lstStyle/>
                    <a:p>
                      <a:pPr marL="0" algn="ctr" defTabSz="966828" rtl="0" eaLnBrk="1" latinLnBrk="0" hangingPunct="1"/>
                      <a:endParaRPr lang="en-PL" sz="3000" b="1" kern="1200">
                        <a:solidFill>
                          <a:schemeClr val="bg1"/>
                        </a:solidFill>
                        <a:latin typeface="IBM Plex Sans" panose="020B0503050203000203" pitchFamily="34" charset="0"/>
                        <a:ea typeface="+mn-ea"/>
                        <a:cs typeface="Arial" panose="020B0604020202020204" pitchFamily="34" charset="0"/>
                      </a:endParaRPr>
                    </a:p>
                  </a:txBody>
                  <a:tcPr marL="152400" marR="152400" marT="76200" marB="762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939823688"/>
                  </a:ext>
                </a:extLst>
              </a:tr>
              <a:tr h="1446326">
                <a:tc>
                  <a:txBody>
                    <a:bodyPr/>
                    <a:lstStyle/>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kern="1200">
                          <a:solidFill>
                            <a:sysClr val="windowText" lastClr="000000"/>
                          </a:solidFill>
                          <a:latin typeface="+mn-lt"/>
                          <a:ea typeface="+mn-ea"/>
                          <a:cs typeface="Arial" panose="020B0604020202020204" pitchFamily="34" charset="0"/>
                        </a:rPr>
                        <a:t>Self-billing invoices</a:t>
                      </a:r>
                    </a:p>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kern="1200">
                        <a:solidFill>
                          <a:sysClr val="windowText" lastClr="000000"/>
                        </a:solidFill>
                        <a:latin typeface="+mn-lt"/>
                        <a:ea typeface="+mn-ea"/>
                        <a:cs typeface="Arial" panose="020B0604020202020204" pitchFamily="34" charset="0"/>
                      </a:endParaRP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15%</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AOA: 0.2%</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Europe: 1.2%</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Americas: 21%</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134938" indent="0" algn="l">
                        <a:tabLst/>
                      </a:pPr>
                      <a:r>
                        <a:rPr lang="en-US" sz="2000" b="0" i="0" u="none" strike="noStrike" kern="1200">
                          <a:solidFill>
                            <a:schemeClr val="tx1"/>
                          </a:solidFill>
                          <a:effectLst/>
                          <a:latin typeface="+mn-lt"/>
                          <a:ea typeface="+mn-ea"/>
                          <a:cs typeface="Arial" panose="020B0604020202020204" pitchFamily="34" charset="0"/>
                        </a:rPr>
                        <a:t>Percentage of supplier invoices received that represent self-billing invoices (e.g. Evaluated Receipt Settlement).</a:t>
                      </a:r>
                      <a:endParaRPr lang="en-GB" sz="2000" b="0" i="0" u="none" strike="noStrike" kern="1200">
                        <a:solidFill>
                          <a:schemeClr val="tx1"/>
                        </a:solidFill>
                        <a:effectLst/>
                        <a:latin typeface="+mn-lt"/>
                        <a:ea typeface="+mn-ea"/>
                        <a:cs typeface="Arial" panose="020B0604020202020204" pitchFamily="34" charset="0"/>
                      </a:endParaRP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tab pos="354013" algn="l"/>
                        </a:tabLst>
                        <a:defRPr/>
                      </a:pPr>
                      <a:r>
                        <a:rPr lang="en-GB" sz="2000" b="0" i="0" u="none" strike="noStrike">
                          <a:solidFill>
                            <a:schemeClr val="tx1"/>
                          </a:solidFill>
                          <a:effectLst/>
                          <a:latin typeface="+mn-lt"/>
                          <a:cs typeface="Arial" panose="020B0604020202020204" pitchFamily="34" charset="0"/>
                        </a:rPr>
                        <a:t>19%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9% (IBV)</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kern="1200">
                        <a:solidFill>
                          <a:srgbClr val="00532E"/>
                        </a:solidFill>
                        <a:effectLst/>
                        <a:latin typeface="IBM Plex Sans" panose="020B0503050203000203" pitchFamily="34" charset="0"/>
                        <a:ea typeface="+mn-ea"/>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extLst>
                  <a:ext uri="{0D108BD9-81ED-4DB2-BD59-A6C34878D82A}">
                    <a16:rowId xmlns:a16="http://schemas.microsoft.com/office/drawing/2014/main" val="1248552854"/>
                  </a:ext>
                </a:extLst>
              </a:tr>
              <a:tr h="1732608">
                <a:tc>
                  <a:txBody>
                    <a:bodyPr/>
                    <a:lstStyle/>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kern="1200">
                          <a:solidFill>
                            <a:sysClr val="windowText" lastClr="000000"/>
                          </a:solidFill>
                          <a:highlight>
                            <a:srgbClr val="FFFF00"/>
                          </a:highlight>
                          <a:latin typeface="+mn-lt"/>
                          <a:ea typeface="+mn-ea"/>
                          <a:cs typeface="Arial" panose="020B0604020202020204" pitchFamily="34" charset="0"/>
                        </a:rPr>
                        <a:t>Invoicing web portal usage</a:t>
                      </a: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highlight>
                            <a:srgbClr val="FFFF00"/>
                          </a:highlight>
                          <a:latin typeface="+mn-lt"/>
                          <a:cs typeface="Arial" panose="020B0604020202020204" pitchFamily="34" charset="0"/>
                        </a:rPr>
                        <a:t>16%</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highlight>
                            <a:srgbClr val="FFFF00"/>
                          </a:highlight>
                          <a:latin typeface="+mn-lt"/>
                          <a:cs typeface="Arial" panose="020B0604020202020204" pitchFamily="34" charset="0"/>
                        </a:rPr>
                        <a:t>AOA: 20%</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highlight>
                            <a:srgbClr val="FFFF00"/>
                          </a:highlight>
                          <a:latin typeface="+mn-lt"/>
                          <a:cs typeface="Arial" panose="020B0604020202020204" pitchFamily="34" charset="0"/>
                        </a:rPr>
                        <a:t>Europe: 45%</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highlight>
                            <a:srgbClr val="FFFF00"/>
                          </a:highlight>
                          <a:latin typeface="+mn-lt"/>
                          <a:cs typeface="Arial" panose="020B0604020202020204" pitchFamily="34" charset="0"/>
                        </a:rPr>
                        <a:t>Americas: 9.5%</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134938" indent="0" algn="l">
                        <a:tabLst/>
                      </a:pPr>
                      <a:r>
                        <a:rPr lang="en-US" sz="2000" b="0" i="0" u="none" strike="noStrike" kern="1200">
                          <a:solidFill>
                            <a:schemeClr val="tx1"/>
                          </a:solidFill>
                          <a:effectLst/>
                          <a:highlight>
                            <a:srgbClr val="FFFF00"/>
                          </a:highlight>
                          <a:latin typeface="+mn-lt"/>
                          <a:ea typeface="+mn-ea"/>
                          <a:cs typeface="Arial" panose="020B0604020202020204" pitchFamily="34" charset="0"/>
                        </a:rPr>
                        <a:t>Percentage of supplier invoices received via an invoicing web portal (e.g. PO flip functionality) or upload from other system.</a:t>
                      </a:r>
                      <a:endParaRPr lang="en-GB" sz="2000" b="0" i="0" u="none" strike="noStrike" kern="1200">
                        <a:solidFill>
                          <a:schemeClr val="tx1"/>
                        </a:solidFill>
                        <a:effectLst/>
                        <a:highlight>
                          <a:srgbClr val="FFFF00"/>
                        </a:highlight>
                        <a:latin typeface="+mn-lt"/>
                        <a:ea typeface="+mn-ea"/>
                        <a:cs typeface="Arial" panose="020B0604020202020204" pitchFamily="34" charset="0"/>
                      </a:endParaRP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highlight>
                          <a:srgbClr val="FFFF00"/>
                        </a:highligh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highlight>
                            <a:srgbClr val="FFFF00"/>
                          </a:highlight>
                          <a:latin typeface="+mn-lt"/>
                          <a:cs typeface="Arial" panose="020B0604020202020204" pitchFamily="34" charset="0"/>
                        </a:rPr>
                        <a:t>45%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highlight>
                          <a:srgbClr val="FFFF00"/>
                        </a:highligh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highlight>
                            <a:srgbClr val="FFFF00"/>
                          </a:highlight>
                          <a:latin typeface="+mn-lt"/>
                          <a:cs typeface="Arial" panose="020B0604020202020204" pitchFamily="34" charset="0"/>
                        </a:rPr>
                        <a:t>34%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highlight>
                          <a:srgbClr val="FFFF00"/>
                        </a:highligh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highlight>
                            <a:srgbClr val="FFFF00"/>
                          </a:highlight>
                          <a:latin typeface="+mn-lt"/>
                          <a:cs typeface="Arial" panose="020B0604020202020204" pitchFamily="34" charset="0"/>
                        </a:rPr>
                        <a:t> </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00532E"/>
                        </a:solidFill>
                        <a:effectLst/>
                        <a:latin typeface="IBM Plex Sans" panose="020B0503050203000203" pitchFamily="34" charset="0"/>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extLst>
                  <a:ext uri="{0D108BD9-81ED-4DB2-BD59-A6C34878D82A}">
                    <a16:rowId xmlns:a16="http://schemas.microsoft.com/office/drawing/2014/main" val="2482658856"/>
                  </a:ext>
                </a:extLst>
              </a:tr>
              <a:tr h="1732608">
                <a:tc>
                  <a:txBody>
                    <a:bodyPr/>
                    <a:lstStyle/>
                    <a:p>
                      <a:pPr marL="0" marR="0" lvl="0" indent="0" algn="l" defTabSz="966828" rtl="0" eaLnBrk="1" fontAlgn="t" latinLnBrk="0" hangingPunct="1">
                        <a:lnSpc>
                          <a:spcPct val="100000"/>
                        </a:lnSpc>
                        <a:spcBef>
                          <a:spcPts val="0"/>
                        </a:spcBef>
                        <a:spcAft>
                          <a:spcPts val="0"/>
                        </a:spcAft>
                        <a:buClrTx/>
                        <a:buSzTx/>
                        <a:buFont typeface="Arial" panose="020B0604020202020204" pitchFamily="34" charset="0"/>
                        <a:buNone/>
                        <a:tabLst/>
                        <a:defRPr/>
                      </a:pPr>
                      <a:r>
                        <a:rPr lang="en-US" sz="2000" kern="1200">
                          <a:solidFill>
                            <a:sysClr val="windowText" lastClr="000000"/>
                          </a:solidFill>
                          <a:latin typeface="+mn-lt"/>
                          <a:ea typeface="+mn-ea"/>
                          <a:cs typeface="Arial" panose="020B0604020202020204" pitchFamily="34" charset="0"/>
                        </a:rPr>
                        <a:t>Manually keyed in invoices %</a:t>
                      </a:r>
                      <a:endParaRPr lang="en-GB" sz="2000" kern="1200">
                        <a:solidFill>
                          <a:sysClr val="windowText" lastClr="000000"/>
                        </a:solidFill>
                        <a:latin typeface="+mn-lt"/>
                        <a:ea typeface="+mn-ea"/>
                        <a:cs typeface="Arial" panose="020B0604020202020204" pitchFamily="34" charset="0"/>
                      </a:endParaRP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30%</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AOA: 77%</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Europe: 50%</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Americas: 15%</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92075" marR="0" lvl="0" indent="0" algn="l" defTabSz="914400" rtl="0" eaLnBrk="1" fontAlgn="auto" latinLnBrk="0" hangingPunct="1">
                        <a:lnSpc>
                          <a:spcPct val="100000"/>
                        </a:lnSpc>
                        <a:spcBef>
                          <a:spcPts val="0"/>
                        </a:spcBef>
                        <a:spcAft>
                          <a:spcPts val="0"/>
                        </a:spcAft>
                        <a:buClrTx/>
                        <a:buSzTx/>
                        <a:buFontTx/>
                        <a:buNone/>
                        <a:tabLst/>
                        <a:defRPr/>
                      </a:pPr>
                      <a:r>
                        <a:rPr lang="en-US" sz="2000" kern="1200">
                          <a:solidFill>
                            <a:sysClr val="windowText" lastClr="000000"/>
                          </a:solidFill>
                          <a:latin typeface="+mn-lt"/>
                          <a:ea typeface="+mn-ea"/>
                          <a:cs typeface="Arial" panose="020B0604020202020204" pitchFamily="34" charset="0"/>
                        </a:rPr>
                        <a:t>Percentage of supplier invoices received that is manually keyed into the financial system.</a:t>
                      </a:r>
                      <a:endParaRPr lang="en-GB" sz="2000" b="0" i="0" u="none" strike="noStrike" kern="1200">
                        <a:solidFill>
                          <a:schemeClr val="tx1"/>
                        </a:solidFill>
                        <a:effectLst/>
                        <a:latin typeface="+mn-lt"/>
                        <a:ea typeface="+mn-ea"/>
                        <a:cs typeface="Arial" panose="020B0604020202020204" pitchFamily="34" charset="0"/>
                      </a:endParaRP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35%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60%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kern="1200">
                        <a:solidFill>
                          <a:srgbClr val="00532E"/>
                        </a:solidFill>
                        <a:effectLst/>
                        <a:latin typeface="IBM Plex Sans" panose="020B0503050203000203" pitchFamily="34" charset="0"/>
                        <a:ea typeface="+mn-ea"/>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extLst>
                  <a:ext uri="{0D108BD9-81ED-4DB2-BD59-A6C34878D82A}">
                    <a16:rowId xmlns:a16="http://schemas.microsoft.com/office/drawing/2014/main" val="3253931983"/>
                  </a:ext>
                </a:extLst>
              </a:tr>
              <a:tr h="1160043">
                <a:tc>
                  <a:txBody>
                    <a:bodyPr/>
                    <a:lstStyle/>
                    <a:p>
                      <a:pPr algn="l">
                        <a:defRPr/>
                      </a:pPr>
                      <a:r>
                        <a:rPr lang="en-US" sz="2000">
                          <a:solidFill>
                            <a:sysClr val="windowText" lastClr="000000"/>
                          </a:solidFill>
                          <a:latin typeface="+mn-lt"/>
                          <a:cs typeface="GT Walsheim" panose="020B0604020202020204" charset="0"/>
                        </a:rPr>
                        <a:t>Invoices captured by OCR %</a:t>
                      </a: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&lt;1%%</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US" sz="2000" b="0" i="0" u="none" strike="noStrike" kern="1200">
                          <a:solidFill>
                            <a:schemeClr val="tx1"/>
                          </a:solidFill>
                          <a:effectLst/>
                          <a:latin typeface="+mn-lt"/>
                          <a:ea typeface="+mn-ea"/>
                          <a:cs typeface="Arial" panose="020B0604020202020204" pitchFamily="34" charset="0"/>
                        </a:rPr>
                        <a:t>Percentage of supplier invoices received that is captured using optical character recognition (OCR) technology.</a:t>
                      </a:r>
                      <a:endParaRPr lang="en-GB" sz="2000" b="0" i="0" u="none" strike="noStrike" kern="1200">
                        <a:solidFill>
                          <a:schemeClr val="tx1"/>
                        </a:solidFill>
                        <a:effectLst/>
                        <a:latin typeface="+mn-lt"/>
                        <a:ea typeface="+mn-ea"/>
                        <a:cs typeface="Arial" panose="020B0604020202020204" pitchFamily="34" charset="0"/>
                      </a:endParaRP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35%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 20%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00532E"/>
                        </a:solidFill>
                        <a:effectLst/>
                        <a:latin typeface="IBM Plex Sans" panose="020B0503050203000203" pitchFamily="34" charset="0"/>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extLst>
                  <a:ext uri="{0D108BD9-81ED-4DB2-BD59-A6C34878D82A}">
                    <a16:rowId xmlns:a16="http://schemas.microsoft.com/office/drawing/2014/main" val="849553542"/>
                  </a:ext>
                </a:extLst>
              </a:tr>
              <a:tr h="1160043">
                <a:tc>
                  <a:txBody>
                    <a:bodyPr/>
                    <a:lstStyle/>
                    <a:p>
                      <a:pPr algn="l">
                        <a:defRPr/>
                      </a:pPr>
                      <a:r>
                        <a:rPr lang="en-US" sz="2000">
                          <a:solidFill>
                            <a:sysClr val="windowText" lastClr="000000"/>
                          </a:solidFill>
                          <a:latin typeface="+mn-lt"/>
                          <a:cs typeface="GT Walsheim" panose="020B0604020202020204" charset="0"/>
                        </a:rPr>
                        <a:t>Scanned invoices %</a:t>
                      </a:r>
                      <a:endParaRPr lang="en-GB" sz="2000" kern="1200">
                        <a:solidFill>
                          <a:sysClr val="windowText" lastClr="000000"/>
                        </a:solidFill>
                        <a:latin typeface="+mn-lt"/>
                        <a:ea typeface="+mn-ea"/>
                        <a:cs typeface="Arial" panose="020B0604020202020204" pitchFamily="34" charset="0"/>
                      </a:endParaRP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16%</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AOA: 20%</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Europe: 45%</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Americas: 9.5%</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7938" indent="0" algn="l">
                        <a:tabLst/>
                      </a:pPr>
                      <a:endParaRPr lang="en-GB" sz="2000" b="0" i="0" u="none" strike="noStrike" kern="1200">
                        <a:solidFill>
                          <a:schemeClr val="tx1"/>
                        </a:solidFill>
                        <a:effectLst/>
                        <a:latin typeface="+mn-lt"/>
                        <a:ea typeface="+mn-ea"/>
                        <a:cs typeface="Arial" panose="020B0604020202020204" pitchFamily="34" charset="0"/>
                      </a:endParaRPr>
                    </a:p>
                    <a:p>
                      <a:pPr marL="134938" indent="0" algn="l">
                        <a:tabLst/>
                      </a:pPr>
                      <a:r>
                        <a:rPr lang="en-US" sz="2000">
                          <a:solidFill>
                            <a:sysClr val="windowText" lastClr="000000"/>
                          </a:solidFill>
                          <a:latin typeface="+mn-lt"/>
                          <a:cs typeface="GT Walsheim" panose="020B0604020202020204" charset="0"/>
                        </a:rPr>
                        <a:t>Percentage of supplier invoices received that requires scanning.</a:t>
                      </a:r>
                      <a:endParaRPr lang="en-GB" sz="2000" b="0" i="0" u="none" strike="noStrike" kern="1200">
                        <a:solidFill>
                          <a:schemeClr val="tx1"/>
                        </a:solidFill>
                        <a:effectLst/>
                        <a:latin typeface="+mn-lt"/>
                        <a:ea typeface="+mn-ea"/>
                        <a:cs typeface="Arial" panose="020B0604020202020204" pitchFamily="34" charset="0"/>
                      </a:endParaRP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15%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00532E"/>
                        </a:solidFill>
                        <a:effectLst/>
                        <a:latin typeface="IBM Plex Sans" panose="020B0503050203000203" pitchFamily="34" charset="0"/>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extLst>
                  <a:ext uri="{0D108BD9-81ED-4DB2-BD59-A6C34878D82A}">
                    <a16:rowId xmlns:a16="http://schemas.microsoft.com/office/drawing/2014/main" val="359074272"/>
                  </a:ext>
                </a:extLst>
              </a:tr>
              <a:tr h="1160043">
                <a:tc>
                  <a:txBody>
                    <a:bodyPr/>
                    <a:lstStyle/>
                    <a:p>
                      <a:pPr marL="0" marR="0" lvl="0" indent="0" algn="l"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kern="1200">
                          <a:solidFill>
                            <a:sysClr val="windowText" lastClr="000000"/>
                          </a:solidFill>
                          <a:latin typeface="+mn-lt"/>
                          <a:ea typeface="+mn-ea"/>
                          <a:cs typeface="Arial" panose="020B0604020202020204" pitchFamily="34" charset="0"/>
                        </a:rPr>
                        <a:t>Purchase Orders created after invoice %</a:t>
                      </a:r>
                    </a:p>
                  </a:txBody>
                  <a:tcPr marL="288000"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7%</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AOA: 2%</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Europe: 6%</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Americas: 10%</a:t>
                      </a: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134938" indent="0" algn="l">
                        <a:tabLst/>
                      </a:pPr>
                      <a:r>
                        <a:rPr lang="en-US" sz="2000" b="0" i="0" u="none" strike="noStrike" kern="1200">
                          <a:solidFill>
                            <a:schemeClr val="tx1"/>
                          </a:solidFill>
                          <a:effectLst/>
                          <a:latin typeface="+mn-lt"/>
                          <a:ea typeface="+mn-ea"/>
                          <a:cs typeface="Arial" panose="020B0604020202020204" pitchFamily="34" charset="0"/>
                        </a:rPr>
                        <a:t>Percentage of purchase orders created after receipt of associated supplier invoices.</a:t>
                      </a:r>
                      <a:endParaRPr lang="en-GB" sz="2000" b="0" i="0" u="none" strike="noStrike" kern="1200">
                        <a:solidFill>
                          <a:schemeClr val="tx1"/>
                        </a:solidFill>
                        <a:effectLst/>
                        <a:latin typeface="+mn-lt"/>
                        <a:ea typeface="+mn-ea"/>
                        <a:cs typeface="Arial" panose="020B0604020202020204" pitchFamily="34" charset="0"/>
                      </a:endParaRPr>
                    </a:p>
                  </a:txBody>
                  <a:tcPr marL="95250" marR="9525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5%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r>
                        <a:rPr lang="en-GB" sz="2000" b="0" i="0" u="none" strike="noStrike">
                          <a:solidFill>
                            <a:schemeClr val="tx1"/>
                          </a:solidFill>
                          <a:effectLst/>
                          <a:latin typeface="+mn-lt"/>
                          <a:cs typeface="Arial" panose="020B0604020202020204" pitchFamily="34" charset="0"/>
                        </a:rPr>
                        <a:t>10% (IBV)</a:t>
                      </a:r>
                    </a:p>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chemeClr val="tx1"/>
                        </a:solidFill>
                        <a:effectLst/>
                        <a:latin typeface="+mn-lt"/>
                        <a:cs typeface="Arial" panose="020B0604020202020204" pitchFamily="34" charset="0"/>
                      </a:endParaRPr>
                    </a:p>
                  </a:txBody>
                  <a:tcPr marL="15877" marR="15877" marT="1587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tc>
                  <a:txBody>
                    <a:bodyPr/>
                    <a:lstStyle/>
                    <a:p>
                      <a:pPr marL="0" marR="0" lvl="0" indent="0" algn="ctr" defTabSz="914363" rtl="0" eaLnBrk="1" fontAlgn="t" latinLnBrk="0" hangingPunct="1">
                        <a:lnSpc>
                          <a:spcPct val="100000"/>
                        </a:lnSpc>
                        <a:spcBef>
                          <a:spcPts val="0"/>
                        </a:spcBef>
                        <a:spcAft>
                          <a:spcPts val="0"/>
                        </a:spcAft>
                        <a:buClrTx/>
                        <a:buSzTx/>
                        <a:buFont typeface="Arial" panose="020B0604020202020204" pitchFamily="34" charset="0"/>
                        <a:buNone/>
                        <a:tabLst/>
                        <a:defRPr/>
                      </a:pPr>
                      <a:endParaRPr lang="en-GB" sz="2000" b="0" i="0" u="none" strike="noStrike">
                        <a:solidFill>
                          <a:srgbClr val="00532E"/>
                        </a:solidFill>
                        <a:effectLst/>
                        <a:latin typeface="IBM Plex Sans" panose="020B0503050203000203" pitchFamily="34" charset="0"/>
                        <a:cs typeface="Arial" panose="020B0604020202020204" pitchFamily="34" charset="0"/>
                      </a:endParaRPr>
                    </a:p>
                  </a:txBody>
                  <a:tcPr marL="15877" marR="15877" marT="15877"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1F1F1"/>
                    </a:solidFill>
                  </a:tcPr>
                </a:tc>
                <a:extLst>
                  <a:ext uri="{0D108BD9-81ED-4DB2-BD59-A6C34878D82A}">
                    <a16:rowId xmlns:a16="http://schemas.microsoft.com/office/drawing/2014/main" val="3070410278"/>
                  </a:ext>
                </a:extLst>
              </a:tr>
            </a:tbl>
          </a:graphicData>
        </a:graphic>
      </p:graphicFrame>
      <p:cxnSp>
        <p:nvCxnSpPr>
          <p:cNvPr id="3" name="Straight Connector 2">
            <a:extLst>
              <a:ext uri="{FF2B5EF4-FFF2-40B4-BE49-F238E27FC236}">
                <a16:creationId xmlns:a16="http://schemas.microsoft.com/office/drawing/2014/main" id="{7E711E06-B1CD-C7F8-2F0B-E3A224ECAFC9}"/>
              </a:ext>
            </a:extLst>
          </p:cNvPr>
          <p:cNvCxnSpPr>
            <a:cxnSpLocks/>
          </p:cNvCxnSpPr>
          <p:nvPr/>
        </p:nvCxnSpPr>
        <p:spPr>
          <a:xfrm>
            <a:off x="17819262" y="10463773"/>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4" name="AutoShape 59">
            <a:extLst>
              <a:ext uri="{FF2B5EF4-FFF2-40B4-BE49-F238E27FC236}">
                <a16:creationId xmlns:a16="http://schemas.microsoft.com/office/drawing/2014/main" id="{6B0A5364-FF71-EC02-ED27-35537B658D74}"/>
              </a:ext>
            </a:extLst>
          </p:cNvPr>
          <p:cNvSpPr>
            <a:spLocks noChangeArrowheads="1"/>
          </p:cNvSpPr>
          <p:nvPr/>
        </p:nvSpPr>
        <p:spPr bwMode="auto">
          <a:xfrm flipV="1">
            <a:off x="20575588" y="10111406"/>
            <a:ext cx="447675" cy="314325"/>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7" name="AutoShape 59">
            <a:extLst>
              <a:ext uri="{FF2B5EF4-FFF2-40B4-BE49-F238E27FC236}">
                <a16:creationId xmlns:a16="http://schemas.microsoft.com/office/drawing/2014/main" id="{FB9E7C6F-5A34-AD93-87D0-FDE8C63EAED1}"/>
              </a:ext>
            </a:extLst>
          </p:cNvPr>
          <p:cNvSpPr>
            <a:spLocks noChangeArrowheads="1"/>
          </p:cNvSpPr>
          <p:nvPr/>
        </p:nvSpPr>
        <p:spPr bwMode="auto">
          <a:xfrm flipV="1">
            <a:off x="22599666" y="10010104"/>
            <a:ext cx="447675" cy="385215"/>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05536118-F0CE-59B0-494E-653061EB4EB1}"/>
              </a:ext>
            </a:extLst>
          </p:cNvPr>
          <p:cNvSpPr txBox="1"/>
          <p:nvPr/>
        </p:nvSpPr>
        <p:spPr>
          <a:xfrm>
            <a:off x="22484637" y="10538161"/>
            <a:ext cx="1103303"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5%</a:t>
            </a:r>
          </a:p>
        </p:txBody>
      </p:sp>
      <p:sp>
        <p:nvSpPr>
          <p:cNvPr id="9" name="Striped Right Arrow 2">
            <a:extLst>
              <a:ext uri="{FF2B5EF4-FFF2-40B4-BE49-F238E27FC236}">
                <a16:creationId xmlns:a16="http://schemas.microsoft.com/office/drawing/2014/main" id="{A1FF7B35-8B75-B0D9-5495-2FAD433CC62A}"/>
              </a:ext>
            </a:extLst>
          </p:cNvPr>
          <p:cNvSpPr/>
          <p:nvPr/>
        </p:nvSpPr>
        <p:spPr bwMode="auto">
          <a:xfrm>
            <a:off x="17202671" y="2736970"/>
            <a:ext cx="6210302" cy="654050"/>
          </a:xfrm>
          <a:prstGeom prst="stripedRightArrow">
            <a:avLst/>
          </a:prstGeom>
          <a:solidFill>
            <a:srgbClr val="012F86"/>
          </a:solidFill>
        </p:spPr>
        <p:txBody>
          <a:bodyPr anchor="ctr"/>
          <a:lstStyle/>
          <a:p>
            <a:pPr marL="0" marR="0" lvl="0" indent="0" algn="ctr" defTabSz="1829325"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30000" noProof="0">
              <a:ln>
                <a:noFill/>
              </a:ln>
              <a:solidFill>
                <a:srgbClr val="000000"/>
              </a:solidFill>
              <a:effectLst/>
              <a:uLnTx/>
              <a:uFillTx/>
              <a:latin typeface="IBM Plex Sans" panose="020B0503050203000203" pitchFamily="34" charset="0"/>
              <a:ea typeface="+mn-ea"/>
              <a:cs typeface="Arial" charset="0"/>
            </a:endParaRPr>
          </a:p>
        </p:txBody>
      </p:sp>
      <p:sp>
        <p:nvSpPr>
          <p:cNvPr id="10" name="TextBox 5">
            <a:extLst>
              <a:ext uri="{FF2B5EF4-FFF2-40B4-BE49-F238E27FC236}">
                <a16:creationId xmlns:a16="http://schemas.microsoft.com/office/drawing/2014/main" id="{EA428B63-241A-727E-8D21-5014212C2127}"/>
              </a:ext>
            </a:extLst>
          </p:cNvPr>
          <p:cNvSpPr txBox="1">
            <a:spLocks noChangeArrowheads="1"/>
          </p:cNvSpPr>
          <p:nvPr/>
        </p:nvSpPr>
        <p:spPr bwMode="auto">
          <a:xfrm>
            <a:off x="17243625" y="2895193"/>
            <a:ext cx="5392823" cy="338554"/>
          </a:xfrm>
          <a:prstGeom prst="rect">
            <a:avLst/>
          </a:prstGeom>
          <a:solidFill>
            <a:srgbClr val="012F86"/>
          </a:solidFill>
          <a:ln>
            <a:noFill/>
          </a:ln>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1829325"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1600" b="0" i="0" u="none" strike="noStrike" kern="0" cap="none" spc="0" normalizeH="0" baseline="0" noProof="0">
                <a:ln>
                  <a:noFill/>
                </a:ln>
                <a:solidFill>
                  <a:srgbClr val="FFFFFF"/>
                </a:solidFill>
                <a:effectLst/>
                <a:uLnTx/>
                <a:uFillTx/>
                <a:latin typeface="IBM Plex Sans" panose="020B0503050203000203" pitchFamily="34" charset="0"/>
                <a:ea typeface="+mn-ea"/>
                <a:cs typeface="Arial" panose="020B0604020202020204" pitchFamily="34" charset="0"/>
              </a:rPr>
              <a:t>Aware     Developing     Practicing     </a:t>
            </a:r>
            <a:r>
              <a:rPr kumimoji="0" lang="en-IE" altLang="en-US" sz="1600" b="0" i="0" u="none" strike="noStrike" kern="0" cap="none" spc="0" normalizeH="0" baseline="0" noProof="0">
                <a:ln>
                  <a:noFill/>
                </a:ln>
                <a:solidFill>
                  <a:srgbClr val="FFFFFF"/>
                </a:solidFill>
                <a:effectLst/>
                <a:uLnTx/>
                <a:uFillTx/>
                <a:latin typeface="IBM Plex Sans" panose="020B0503050203000203" pitchFamily="34" charset="0"/>
                <a:ea typeface="+mn-ea"/>
                <a:cs typeface="Arial" panose="020B0604020202020204" pitchFamily="34" charset="0"/>
              </a:rPr>
              <a:t>Optimising     </a:t>
            </a:r>
            <a:r>
              <a:rPr kumimoji="0" lang="en-US" altLang="en-US" sz="1600" b="0" i="0" u="none" strike="noStrike" kern="0" cap="none" spc="0" normalizeH="0" baseline="0" noProof="0">
                <a:ln>
                  <a:noFill/>
                </a:ln>
                <a:solidFill>
                  <a:srgbClr val="FFFFFF"/>
                </a:solidFill>
                <a:effectLst/>
                <a:uLnTx/>
                <a:uFillTx/>
                <a:latin typeface="IBM Plex Sans" panose="020B0503050203000203" pitchFamily="34" charset="0"/>
                <a:ea typeface="+mn-ea"/>
                <a:cs typeface="Arial" panose="020B0604020202020204" pitchFamily="34" charset="0"/>
              </a:rPr>
              <a:t>Leading</a:t>
            </a:r>
          </a:p>
        </p:txBody>
      </p:sp>
      <p:cxnSp>
        <p:nvCxnSpPr>
          <p:cNvPr id="11" name="Straight Connector 10">
            <a:extLst>
              <a:ext uri="{FF2B5EF4-FFF2-40B4-BE49-F238E27FC236}">
                <a16:creationId xmlns:a16="http://schemas.microsoft.com/office/drawing/2014/main" id="{5CB448E4-0BE4-490E-BE82-E2699E07EF16}"/>
              </a:ext>
            </a:extLst>
          </p:cNvPr>
          <p:cNvCxnSpPr>
            <a:cxnSpLocks/>
          </p:cNvCxnSpPr>
          <p:nvPr/>
        </p:nvCxnSpPr>
        <p:spPr>
          <a:xfrm>
            <a:off x="17819262" y="7509245"/>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12" name="AutoShape 59">
            <a:extLst>
              <a:ext uri="{FF2B5EF4-FFF2-40B4-BE49-F238E27FC236}">
                <a16:creationId xmlns:a16="http://schemas.microsoft.com/office/drawing/2014/main" id="{3409E61F-DB9D-DAD1-6CE9-E204FC637151}"/>
              </a:ext>
            </a:extLst>
          </p:cNvPr>
          <p:cNvSpPr>
            <a:spLocks noChangeArrowheads="1"/>
          </p:cNvSpPr>
          <p:nvPr/>
        </p:nvSpPr>
        <p:spPr bwMode="auto">
          <a:xfrm flipV="1">
            <a:off x="22821610" y="6965219"/>
            <a:ext cx="447675" cy="314325"/>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3" name="AutoShape 59">
            <a:extLst>
              <a:ext uri="{FF2B5EF4-FFF2-40B4-BE49-F238E27FC236}">
                <a16:creationId xmlns:a16="http://schemas.microsoft.com/office/drawing/2014/main" id="{9913CB7B-F9E0-ED41-7307-4240C16DA89F}"/>
              </a:ext>
            </a:extLst>
          </p:cNvPr>
          <p:cNvSpPr>
            <a:spLocks noChangeArrowheads="1"/>
          </p:cNvSpPr>
          <p:nvPr/>
        </p:nvSpPr>
        <p:spPr bwMode="auto">
          <a:xfrm flipV="1">
            <a:off x="22572033" y="6928028"/>
            <a:ext cx="447672" cy="314325"/>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4" name="TextBox 13">
            <a:extLst>
              <a:ext uri="{FF2B5EF4-FFF2-40B4-BE49-F238E27FC236}">
                <a16:creationId xmlns:a16="http://schemas.microsoft.com/office/drawing/2014/main" id="{4ABBCC82-A100-C8CF-651C-B8CB952D2530}"/>
              </a:ext>
            </a:extLst>
          </p:cNvPr>
          <p:cNvSpPr txBox="1"/>
          <p:nvPr/>
        </p:nvSpPr>
        <p:spPr>
          <a:xfrm>
            <a:off x="22274415" y="7593996"/>
            <a:ext cx="1747328"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   35%</a:t>
            </a:r>
          </a:p>
        </p:txBody>
      </p:sp>
      <p:cxnSp>
        <p:nvCxnSpPr>
          <p:cNvPr id="15" name="Straight Connector 14">
            <a:extLst>
              <a:ext uri="{FF2B5EF4-FFF2-40B4-BE49-F238E27FC236}">
                <a16:creationId xmlns:a16="http://schemas.microsoft.com/office/drawing/2014/main" id="{AF16B4B5-D649-39C4-11D9-F9AFB279DF83}"/>
              </a:ext>
            </a:extLst>
          </p:cNvPr>
          <p:cNvCxnSpPr>
            <a:cxnSpLocks/>
          </p:cNvCxnSpPr>
          <p:nvPr/>
        </p:nvCxnSpPr>
        <p:spPr>
          <a:xfrm>
            <a:off x="17815132" y="9210627"/>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16" name="AutoShape 59">
            <a:extLst>
              <a:ext uri="{FF2B5EF4-FFF2-40B4-BE49-F238E27FC236}">
                <a16:creationId xmlns:a16="http://schemas.microsoft.com/office/drawing/2014/main" id="{BD0732E2-F4E5-8F8E-8544-F82C6F43755C}"/>
              </a:ext>
            </a:extLst>
          </p:cNvPr>
          <p:cNvSpPr>
            <a:spLocks noChangeArrowheads="1"/>
          </p:cNvSpPr>
          <p:nvPr/>
        </p:nvSpPr>
        <p:spPr bwMode="auto">
          <a:xfrm flipV="1">
            <a:off x="17908588" y="8838571"/>
            <a:ext cx="447675" cy="266702"/>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7" name="AutoShape 59">
            <a:extLst>
              <a:ext uri="{FF2B5EF4-FFF2-40B4-BE49-F238E27FC236}">
                <a16:creationId xmlns:a16="http://schemas.microsoft.com/office/drawing/2014/main" id="{A2E926BA-EC21-9F5C-9054-3075D8FF0A75}"/>
              </a:ext>
            </a:extLst>
          </p:cNvPr>
          <p:cNvSpPr>
            <a:spLocks noChangeArrowheads="1"/>
          </p:cNvSpPr>
          <p:nvPr/>
        </p:nvSpPr>
        <p:spPr bwMode="auto">
          <a:xfrm flipV="1">
            <a:off x="22726904" y="8743434"/>
            <a:ext cx="333373" cy="266702"/>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F687003E-B9BB-4936-494B-0447838BFE44}"/>
              </a:ext>
            </a:extLst>
          </p:cNvPr>
          <p:cNvSpPr txBox="1"/>
          <p:nvPr/>
        </p:nvSpPr>
        <p:spPr>
          <a:xfrm>
            <a:off x="22333134" y="9189567"/>
            <a:ext cx="1103303"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   35%</a:t>
            </a:r>
          </a:p>
        </p:txBody>
      </p:sp>
      <p:cxnSp>
        <p:nvCxnSpPr>
          <p:cNvPr id="19" name="Straight Connector 18">
            <a:extLst>
              <a:ext uri="{FF2B5EF4-FFF2-40B4-BE49-F238E27FC236}">
                <a16:creationId xmlns:a16="http://schemas.microsoft.com/office/drawing/2014/main" id="{893DE752-2A22-0A41-4C30-2EBC7A4F101B}"/>
              </a:ext>
            </a:extLst>
          </p:cNvPr>
          <p:cNvCxnSpPr>
            <a:cxnSpLocks/>
          </p:cNvCxnSpPr>
          <p:nvPr/>
        </p:nvCxnSpPr>
        <p:spPr>
          <a:xfrm>
            <a:off x="17775061" y="3995608"/>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20" name="TextBox 19">
            <a:extLst>
              <a:ext uri="{FF2B5EF4-FFF2-40B4-BE49-F238E27FC236}">
                <a16:creationId xmlns:a16="http://schemas.microsoft.com/office/drawing/2014/main" id="{859EB191-BE8C-7B86-3B86-135227E69B00}"/>
              </a:ext>
            </a:extLst>
          </p:cNvPr>
          <p:cNvSpPr txBox="1"/>
          <p:nvPr/>
        </p:nvSpPr>
        <p:spPr>
          <a:xfrm>
            <a:off x="22353468" y="4101544"/>
            <a:ext cx="1335472"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19%</a:t>
            </a:r>
          </a:p>
        </p:txBody>
      </p:sp>
      <p:sp>
        <p:nvSpPr>
          <p:cNvPr id="21" name="AutoShape 59">
            <a:extLst>
              <a:ext uri="{FF2B5EF4-FFF2-40B4-BE49-F238E27FC236}">
                <a16:creationId xmlns:a16="http://schemas.microsoft.com/office/drawing/2014/main" id="{2D95A070-193C-361A-343C-5B9D15126701}"/>
              </a:ext>
            </a:extLst>
          </p:cNvPr>
          <p:cNvSpPr>
            <a:spLocks noChangeArrowheads="1"/>
          </p:cNvSpPr>
          <p:nvPr/>
        </p:nvSpPr>
        <p:spPr bwMode="auto">
          <a:xfrm flipV="1">
            <a:off x="22540913" y="3638582"/>
            <a:ext cx="447675" cy="326890"/>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grpSp>
        <p:nvGrpSpPr>
          <p:cNvPr id="22" name="Group 21">
            <a:extLst>
              <a:ext uri="{FF2B5EF4-FFF2-40B4-BE49-F238E27FC236}">
                <a16:creationId xmlns:a16="http://schemas.microsoft.com/office/drawing/2014/main" id="{1C9F17CF-2DC8-3EC1-DE6F-5D83A10749F0}"/>
              </a:ext>
            </a:extLst>
          </p:cNvPr>
          <p:cNvGrpSpPr/>
          <p:nvPr/>
        </p:nvGrpSpPr>
        <p:grpSpPr>
          <a:xfrm>
            <a:off x="12540655" y="3671117"/>
            <a:ext cx="1052477" cy="955270"/>
            <a:chOff x="6303262" y="2048104"/>
            <a:chExt cx="526238" cy="477634"/>
          </a:xfrm>
        </p:grpSpPr>
        <p:sp>
          <p:nvSpPr>
            <p:cNvPr id="23" name="Rounded Rectangle 22">
              <a:extLst>
                <a:ext uri="{FF2B5EF4-FFF2-40B4-BE49-F238E27FC236}">
                  <a16:creationId xmlns:a16="http://schemas.microsoft.com/office/drawing/2014/main" id="{634FE8A4-1279-A25D-9BA7-4A1671DD0266}"/>
                </a:ext>
              </a:extLst>
            </p:cNvPr>
            <p:cNvSpPr/>
            <p:nvPr/>
          </p:nvSpPr>
          <p:spPr bwMode="auto">
            <a:xfrm>
              <a:off x="6303262" y="2048104"/>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24" name="Rounded Rectangle 36">
              <a:extLst>
                <a:ext uri="{FF2B5EF4-FFF2-40B4-BE49-F238E27FC236}">
                  <a16:creationId xmlns:a16="http://schemas.microsoft.com/office/drawing/2014/main" id="{F9076579-CFB7-4609-FAC2-43B02471BE9F}"/>
                </a:ext>
              </a:extLst>
            </p:cNvPr>
            <p:cNvSpPr/>
            <p:nvPr/>
          </p:nvSpPr>
          <p:spPr bwMode="auto">
            <a:xfrm>
              <a:off x="6303262" y="2398861"/>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grpSp>
        <p:nvGrpSpPr>
          <p:cNvPr id="25" name="Group 24">
            <a:extLst>
              <a:ext uri="{FF2B5EF4-FFF2-40B4-BE49-F238E27FC236}">
                <a16:creationId xmlns:a16="http://schemas.microsoft.com/office/drawing/2014/main" id="{52543A40-C291-9B30-1FFB-405EA2926406}"/>
              </a:ext>
            </a:extLst>
          </p:cNvPr>
          <p:cNvGrpSpPr/>
          <p:nvPr/>
        </p:nvGrpSpPr>
        <p:grpSpPr>
          <a:xfrm>
            <a:off x="12592977" y="8724333"/>
            <a:ext cx="1097813" cy="897040"/>
            <a:chOff x="6232733" y="2164529"/>
            <a:chExt cx="548906" cy="448520"/>
          </a:xfrm>
        </p:grpSpPr>
        <p:sp>
          <p:nvSpPr>
            <p:cNvPr id="29" name="Rounded Rectangle 35">
              <a:extLst>
                <a:ext uri="{FF2B5EF4-FFF2-40B4-BE49-F238E27FC236}">
                  <a16:creationId xmlns:a16="http://schemas.microsoft.com/office/drawing/2014/main" id="{1385EFF6-589D-73DC-E045-DDC3A9A0F5AA}"/>
                </a:ext>
              </a:extLst>
            </p:cNvPr>
            <p:cNvSpPr/>
            <p:nvPr/>
          </p:nvSpPr>
          <p:spPr bwMode="auto">
            <a:xfrm>
              <a:off x="6232733" y="2164529"/>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30" name="Rounded Rectangle 36">
              <a:extLst>
                <a:ext uri="{FF2B5EF4-FFF2-40B4-BE49-F238E27FC236}">
                  <a16:creationId xmlns:a16="http://schemas.microsoft.com/office/drawing/2014/main" id="{C22ABB09-AC81-F029-1A5D-8B0CAFA2807F}"/>
                </a:ext>
              </a:extLst>
            </p:cNvPr>
            <p:cNvSpPr/>
            <p:nvPr/>
          </p:nvSpPr>
          <p:spPr bwMode="auto">
            <a:xfrm>
              <a:off x="6255401" y="2486172"/>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grpSp>
        <p:nvGrpSpPr>
          <p:cNvPr id="31" name="Group 30">
            <a:extLst>
              <a:ext uri="{FF2B5EF4-FFF2-40B4-BE49-F238E27FC236}">
                <a16:creationId xmlns:a16="http://schemas.microsoft.com/office/drawing/2014/main" id="{28921056-2E5C-952A-DE67-D20E6CDCF5F0}"/>
              </a:ext>
            </a:extLst>
          </p:cNvPr>
          <p:cNvGrpSpPr/>
          <p:nvPr/>
        </p:nvGrpSpPr>
        <p:grpSpPr>
          <a:xfrm>
            <a:off x="12638314" y="7366245"/>
            <a:ext cx="1052477" cy="880923"/>
            <a:chOff x="6205243" y="2193138"/>
            <a:chExt cx="526238" cy="440462"/>
          </a:xfrm>
        </p:grpSpPr>
        <p:sp>
          <p:nvSpPr>
            <p:cNvPr id="32" name="Rounded Rectangle 35">
              <a:extLst>
                <a:ext uri="{FF2B5EF4-FFF2-40B4-BE49-F238E27FC236}">
                  <a16:creationId xmlns:a16="http://schemas.microsoft.com/office/drawing/2014/main" id="{7ADB16CC-F822-8683-039E-DCEC880D50D4}"/>
                </a:ext>
              </a:extLst>
            </p:cNvPr>
            <p:cNvSpPr/>
            <p:nvPr/>
          </p:nvSpPr>
          <p:spPr bwMode="auto">
            <a:xfrm>
              <a:off x="6205243" y="2193138"/>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33" name="Rounded Rectangle 36">
              <a:extLst>
                <a:ext uri="{FF2B5EF4-FFF2-40B4-BE49-F238E27FC236}">
                  <a16:creationId xmlns:a16="http://schemas.microsoft.com/office/drawing/2014/main" id="{2EE4810C-692B-5B3D-DFA3-3FF35184B613}"/>
                </a:ext>
              </a:extLst>
            </p:cNvPr>
            <p:cNvSpPr/>
            <p:nvPr/>
          </p:nvSpPr>
          <p:spPr bwMode="auto">
            <a:xfrm>
              <a:off x="6205243" y="2506723"/>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grpSp>
        <p:nvGrpSpPr>
          <p:cNvPr id="34" name="Group 33">
            <a:extLst>
              <a:ext uri="{FF2B5EF4-FFF2-40B4-BE49-F238E27FC236}">
                <a16:creationId xmlns:a16="http://schemas.microsoft.com/office/drawing/2014/main" id="{DDB898C9-8542-B310-D95B-33EDCD93FAEC}"/>
              </a:ext>
            </a:extLst>
          </p:cNvPr>
          <p:cNvGrpSpPr/>
          <p:nvPr/>
        </p:nvGrpSpPr>
        <p:grpSpPr>
          <a:xfrm>
            <a:off x="12638314" y="9962037"/>
            <a:ext cx="1052477" cy="893910"/>
            <a:chOff x="6205243" y="2117027"/>
            <a:chExt cx="526238" cy="446955"/>
          </a:xfrm>
        </p:grpSpPr>
        <p:sp>
          <p:nvSpPr>
            <p:cNvPr id="35" name="Rounded Rectangle 35">
              <a:extLst>
                <a:ext uri="{FF2B5EF4-FFF2-40B4-BE49-F238E27FC236}">
                  <a16:creationId xmlns:a16="http://schemas.microsoft.com/office/drawing/2014/main" id="{33E71270-BB49-D13E-8983-C7B36294C9B9}"/>
                </a:ext>
              </a:extLst>
            </p:cNvPr>
            <p:cNvSpPr/>
            <p:nvPr/>
          </p:nvSpPr>
          <p:spPr bwMode="auto">
            <a:xfrm>
              <a:off x="6205243" y="2117027"/>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36" name="Rounded Rectangle 36">
              <a:extLst>
                <a:ext uri="{FF2B5EF4-FFF2-40B4-BE49-F238E27FC236}">
                  <a16:creationId xmlns:a16="http://schemas.microsoft.com/office/drawing/2014/main" id="{EB3D1102-4E93-982A-5502-EAF2C751F597}"/>
                </a:ext>
              </a:extLst>
            </p:cNvPr>
            <p:cNvSpPr/>
            <p:nvPr/>
          </p:nvSpPr>
          <p:spPr bwMode="auto">
            <a:xfrm>
              <a:off x="6205243" y="2437105"/>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cxnSp>
        <p:nvCxnSpPr>
          <p:cNvPr id="37" name="Straight Connector 36">
            <a:extLst>
              <a:ext uri="{FF2B5EF4-FFF2-40B4-BE49-F238E27FC236}">
                <a16:creationId xmlns:a16="http://schemas.microsoft.com/office/drawing/2014/main" id="{5EE06BDB-5C89-CB61-3300-9779947015C9}"/>
              </a:ext>
            </a:extLst>
          </p:cNvPr>
          <p:cNvCxnSpPr>
            <a:cxnSpLocks/>
          </p:cNvCxnSpPr>
          <p:nvPr/>
        </p:nvCxnSpPr>
        <p:spPr>
          <a:xfrm>
            <a:off x="17730346" y="11688427"/>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38" name="TextBox 37">
            <a:extLst>
              <a:ext uri="{FF2B5EF4-FFF2-40B4-BE49-F238E27FC236}">
                <a16:creationId xmlns:a16="http://schemas.microsoft.com/office/drawing/2014/main" id="{FAC97E05-E423-8AA7-49AB-38B8EE8D5D99}"/>
              </a:ext>
            </a:extLst>
          </p:cNvPr>
          <p:cNvSpPr txBox="1"/>
          <p:nvPr/>
        </p:nvSpPr>
        <p:spPr>
          <a:xfrm>
            <a:off x="22379619" y="11707381"/>
            <a:ext cx="1103303"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5%</a:t>
            </a:r>
          </a:p>
        </p:txBody>
      </p:sp>
      <p:sp>
        <p:nvSpPr>
          <p:cNvPr id="39" name="AutoShape 59">
            <a:extLst>
              <a:ext uri="{FF2B5EF4-FFF2-40B4-BE49-F238E27FC236}">
                <a16:creationId xmlns:a16="http://schemas.microsoft.com/office/drawing/2014/main" id="{3C3231C4-893B-5E14-08B3-D8DF4461CA20}"/>
              </a:ext>
            </a:extLst>
          </p:cNvPr>
          <p:cNvSpPr>
            <a:spLocks noChangeArrowheads="1"/>
          </p:cNvSpPr>
          <p:nvPr/>
        </p:nvSpPr>
        <p:spPr bwMode="auto">
          <a:xfrm flipV="1">
            <a:off x="22700407" y="11214079"/>
            <a:ext cx="333373" cy="266702"/>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cxnSp>
        <p:nvCxnSpPr>
          <p:cNvPr id="40" name="Straight Connector 39">
            <a:extLst>
              <a:ext uri="{FF2B5EF4-FFF2-40B4-BE49-F238E27FC236}">
                <a16:creationId xmlns:a16="http://schemas.microsoft.com/office/drawing/2014/main" id="{CE1DE797-44A3-DF50-C870-AACDFCBF07CA}"/>
              </a:ext>
            </a:extLst>
          </p:cNvPr>
          <p:cNvCxnSpPr>
            <a:cxnSpLocks/>
          </p:cNvCxnSpPr>
          <p:nvPr/>
        </p:nvCxnSpPr>
        <p:spPr>
          <a:xfrm>
            <a:off x="17841089" y="5619085"/>
            <a:ext cx="5065523" cy="0"/>
          </a:xfrm>
          <a:prstGeom prst="line">
            <a:avLst/>
          </a:prstGeom>
          <a:noFill/>
          <a:ln w="12700" cap="flat" cmpd="sng" algn="ctr">
            <a:solidFill>
              <a:srgbClr val="000000"/>
            </a:solidFill>
            <a:prstDash val="lgDash"/>
            <a:miter lim="800000"/>
            <a:headEnd type="diamond" w="med" len="med"/>
            <a:tailEnd type="diamond" w="med" len="med"/>
          </a:ln>
          <a:effectLst/>
        </p:spPr>
      </p:cxnSp>
      <p:sp>
        <p:nvSpPr>
          <p:cNvPr id="41" name="TextBox 40">
            <a:extLst>
              <a:ext uri="{FF2B5EF4-FFF2-40B4-BE49-F238E27FC236}">
                <a16:creationId xmlns:a16="http://schemas.microsoft.com/office/drawing/2014/main" id="{F68D920F-5937-5ACF-BDB9-264A388E20A3}"/>
              </a:ext>
            </a:extLst>
          </p:cNvPr>
          <p:cNvSpPr txBox="1"/>
          <p:nvPr/>
        </p:nvSpPr>
        <p:spPr>
          <a:xfrm>
            <a:off x="22484635" y="5619086"/>
            <a:ext cx="1034230" cy="430887"/>
          </a:xfrm>
          <a:prstGeom prst="rect">
            <a:avLst/>
          </a:prstGeom>
          <a:noFill/>
        </p:spPr>
        <p:txBody>
          <a:bodyPr wrap="square" rtlCol="0">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IBM Plex Sans Light"/>
                <a:ea typeface="+mn-ea"/>
                <a:cs typeface="+mn-cs"/>
              </a:rPr>
              <a:t>45%</a:t>
            </a:r>
          </a:p>
        </p:txBody>
      </p:sp>
      <p:sp>
        <p:nvSpPr>
          <p:cNvPr id="42" name="AutoShape 59">
            <a:extLst>
              <a:ext uri="{FF2B5EF4-FFF2-40B4-BE49-F238E27FC236}">
                <a16:creationId xmlns:a16="http://schemas.microsoft.com/office/drawing/2014/main" id="{759322C3-15C8-C1A8-C89D-C0E1E46C3173}"/>
              </a:ext>
            </a:extLst>
          </p:cNvPr>
          <p:cNvSpPr>
            <a:spLocks noChangeArrowheads="1"/>
          </p:cNvSpPr>
          <p:nvPr/>
        </p:nvSpPr>
        <p:spPr bwMode="auto">
          <a:xfrm flipV="1">
            <a:off x="22700408" y="5215524"/>
            <a:ext cx="447672" cy="314325"/>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3" name="AutoShape 59">
            <a:extLst>
              <a:ext uri="{FF2B5EF4-FFF2-40B4-BE49-F238E27FC236}">
                <a16:creationId xmlns:a16="http://schemas.microsoft.com/office/drawing/2014/main" id="{2248EC0F-3786-2DDA-BBC5-8C0E37C8D82B}"/>
              </a:ext>
            </a:extLst>
          </p:cNvPr>
          <p:cNvSpPr>
            <a:spLocks noChangeArrowheads="1"/>
          </p:cNvSpPr>
          <p:nvPr/>
        </p:nvSpPr>
        <p:spPr bwMode="auto">
          <a:xfrm flipV="1">
            <a:off x="19873913" y="5223439"/>
            <a:ext cx="447675" cy="314325"/>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4" name="AutoShape 59">
            <a:extLst>
              <a:ext uri="{FF2B5EF4-FFF2-40B4-BE49-F238E27FC236}">
                <a16:creationId xmlns:a16="http://schemas.microsoft.com/office/drawing/2014/main" id="{5D2AFA7A-F71F-2F43-7A56-BA7B19F3B61E}"/>
              </a:ext>
            </a:extLst>
          </p:cNvPr>
          <p:cNvSpPr>
            <a:spLocks noChangeArrowheads="1"/>
          </p:cNvSpPr>
          <p:nvPr/>
        </p:nvSpPr>
        <p:spPr bwMode="auto">
          <a:xfrm flipV="1">
            <a:off x="21778913" y="3626908"/>
            <a:ext cx="447675" cy="314325"/>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45" name="Rounded Rectangle 35">
            <a:extLst>
              <a:ext uri="{FF2B5EF4-FFF2-40B4-BE49-F238E27FC236}">
                <a16:creationId xmlns:a16="http://schemas.microsoft.com/office/drawing/2014/main" id="{1F05F126-0CFD-C909-D22A-020E8A6DB265}"/>
              </a:ext>
            </a:extLst>
          </p:cNvPr>
          <p:cNvSpPr/>
          <p:nvPr/>
        </p:nvSpPr>
        <p:spPr bwMode="auto">
          <a:xfrm>
            <a:off x="12665110" y="11150601"/>
            <a:ext cx="1052477" cy="253755"/>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46" name="Rounded Rectangle 36">
            <a:extLst>
              <a:ext uri="{FF2B5EF4-FFF2-40B4-BE49-F238E27FC236}">
                <a16:creationId xmlns:a16="http://schemas.microsoft.com/office/drawing/2014/main" id="{92486C53-C3B0-89E7-6314-DBF46CEC2F46}"/>
              </a:ext>
            </a:extLst>
          </p:cNvPr>
          <p:cNvSpPr/>
          <p:nvPr/>
        </p:nvSpPr>
        <p:spPr bwMode="auto">
          <a:xfrm>
            <a:off x="12638314" y="11709646"/>
            <a:ext cx="1052477" cy="253755"/>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sp>
        <p:nvSpPr>
          <p:cNvPr id="47" name="AutoShape 59">
            <a:extLst>
              <a:ext uri="{FF2B5EF4-FFF2-40B4-BE49-F238E27FC236}">
                <a16:creationId xmlns:a16="http://schemas.microsoft.com/office/drawing/2014/main" id="{D9335558-9246-A67B-C5E5-D0097D81A18C}"/>
              </a:ext>
            </a:extLst>
          </p:cNvPr>
          <p:cNvSpPr>
            <a:spLocks noChangeArrowheads="1"/>
          </p:cNvSpPr>
          <p:nvPr/>
        </p:nvSpPr>
        <p:spPr bwMode="auto">
          <a:xfrm flipV="1">
            <a:off x="22215323" y="11184214"/>
            <a:ext cx="447675" cy="314325"/>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grpSp>
        <p:nvGrpSpPr>
          <p:cNvPr id="48" name="Group 47">
            <a:extLst>
              <a:ext uri="{FF2B5EF4-FFF2-40B4-BE49-F238E27FC236}">
                <a16:creationId xmlns:a16="http://schemas.microsoft.com/office/drawing/2014/main" id="{CFA2B0A0-107E-1A72-13E5-8D48F4CE0930}"/>
              </a:ext>
            </a:extLst>
          </p:cNvPr>
          <p:cNvGrpSpPr/>
          <p:nvPr/>
        </p:nvGrpSpPr>
        <p:grpSpPr>
          <a:xfrm>
            <a:off x="12618059" y="5268699"/>
            <a:ext cx="1052477" cy="838043"/>
            <a:chOff x="6303262" y="2106719"/>
            <a:chExt cx="526238" cy="419019"/>
          </a:xfrm>
        </p:grpSpPr>
        <p:sp>
          <p:nvSpPr>
            <p:cNvPr id="49" name="Rounded Rectangle 35">
              <a:extLst>
                <a:ext uri="{FF2B5EF4-FFF2-40B4-BE49-F238E27FC236}">
                  <a16:creationId xmlns:a16="http://schemas.microsoft.com/office/drawing/2014/main" id="{37FA8E74-EF0C-AD6B-5A5C-A8F0ADD60A9A}"/>
                </a:ext>
              </a:extLst>
            </p:cNvPr>
            <p:cNvSpPr/>
            <p:nvPr/>
          </p:nvSpPr>
          <p:spPr bwMode="auto">
            <a:xfrm>
              <a:off x="6303262" y="2106719"/>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World Class</a:t>
              </a:r>
            </a:p>
          </p:txBody>
        </p:sp>
        <p:sp>
          <p:nvSpPr>
            <p:cNvPr id="50" name="Rounded Rectangle 36">
              <a:extLst>
                <a:ext uri="{FF2B5EF4-FFF2-40B4-BE49-F238E27FC236}">
                  <a16:creationId xmlns:a16="http://schemas.microsoft.com/office/drawing/2014/main" id="{EDD1C0C2-A307-DFE4-8BD0-205C6CABE384}"/>
                </a:ext>
              </a:extLst>
            </p:cNvPr>
            <p:cNvSpPr/>
            <p:nvPr/>
          </p:nvSpPr>
          <p:spPr bwMode="auto">
            <a:xfrm>
              <a:off x="6303262" y="2398861"/>
              <a:ext cx="526238" cy="126877"/>
            </a:xfrm>
            <a:prstGeom prst="roundRect">
              <a:avLst/>
            </a:prstGeom>
            <a:solidFill>
              <a:srgbClr val="FBD6D3"/>
            </a:solidFill>
            <a:ln w="6350">
              <a:solidFill>
                <a:srgbClr val="FBD6D3"/>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lvl="0" indent="0" algn="ctr" defTabSz="1829325"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Median</a:t>
              </a:r>
            </a:p>
          </p:txBody>
        </p:sp>
      </p:grpSp>
      <p:sp>
        <p:nvSpPr>
          <p:cNvPr id="51" name="AutoShape 59">
            <a:extLst>
              <a:ext uri="{FF2B5EF4-FFF2-40B4-BE49-F238E27FC236}">
                <a16:creationId xmlns:a16="http://schemas.microsoft.com/office/drawing/2014/main" id="{5B2A83D0-A984-F6FC-807E-00A08F8D780C}"/>
              </a:ext>
            </a:extLst>
          </p:cNvPr>
          <p:cNvSpPr>
            <a:spLocks noChangeArrowheads="1"/>
          </p:cNvSpPr>
          <p:nvPr/>
        </p:nvSpPr>
        <p:spPr bwMode="auto">
          <a:xfrm flipV="1">
            <a:off x="22794913" y="3657601"/>
            <a:ext cx="447675" cy="314325"/>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2" name="AutoShape 59">
            <a:extLst>
              <a:ext uri="{FF2B5EF4-FFF2-40B4-BE49-F238E27FC236}">
                <a16:creationId xmlns:a16="http://schemas.microsoft.com/office/drawing/2014/main" id="{75ABA1E8-AC57-33AF-037A-4B5420F583BE}"/>
              </a:ext>
            </a:extLst>
          </p:cNvPr>
          <p:cNvSpPr>
            <a:spLocks noChangeArrowheads="1"/>
          </p:cNvSpPr>
          <p:nvPr/>
        </p:nvSpPr>
        <p:spPr bwMode="auto">
          <a:xfrm flipV="1">
            <a:off x="18349913" y="3733801"/>
            <a:ext cx="447675" cy="314325"/>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3" name="AutoShape 59">
            <a:extLst>
              <a:ext uri="{FF2B5EF4-FFF2-40B4-BE49-F238E27FC236}">
                <a16:creationId xmlns:a16="http://schemas.microsoft.com/office/drawing/2014/main" id="{A2A97D88-6FB0-BB9E-F9A3-8C22D1DFE49C}"/>
              </a:ext>
            </a:extLst>
          </p:cNvPr>
          <p:cNvSpPr>
            <a:spLocks noChangeArrowheads="1"/>
          </p:cNvSpPr>
          <p:nvPr/>
        </p:nvSpPr>
        <p:spPr bwMode="auto">
          <a:xfrm flipV="1">
            <a:off x="18603913" y="3733801"/>
            <a:ext cx="447675" cy="314325"/>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4" name="AutoShape 59">
            <a:extLst>
              <a:ext uri="{FF2B5EF4-FFF2-40B4-BE49-F238E27FC236}">
                <a16:creationId xmlns:a16="http://schemas.microsoft.com/office/drawing/2014/main" id="{1E69A5F2-BEB8-DC2F-1D44-714DD266DC7E}"/>
              </a:ext>
            </a:extLst>
          </p:cNvPr>
          <p:cNvSpPr>
            <a:spLocks noChangeArrowheads="1"/>
          </p:cNvSpPr>
          <p:nvPr/>
        </p:nvSpPr>
        <p:spPr bwMode="auto">
          <a:xfrm flipV="1">
            <a:off x="20127913" y="5207001"/>
            <a:ext cx="447675" cy="314325"/>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5" name="AutoShape 59">
            <a:extLst>
              <a:ext uri="{FF2B5EF4-FFF2-40B4-BE49-F238E27FC236}">
                <a16:creationId xmlns:a16="http://schemas.microsoft.com/office/drawing/2014/main" id="{7F42F6CC-D748-831A-82AC-D51E0AF19200}"/>
              </a:ext>
            </a:extLst>
          </p:cNvPr>
          <p:cNvSpPr>
            <a:spLocks noChangeArrowheads="1"/>
          </p:cNvSpPr>
          <p:nvPr/>
        </p:nvSpPr>
        <p:spPr bwMode="auto">
          <a:xfrm flipV="1">
            <a:off x="22861588" y="5273676"/>
            <a:ext cx="447675" cy="314325"/>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6" name="AutoShape 59">
            <a:extLst>
              <a:ext uri="{FF2B5EF4-FFF2-40B4-BE49-F238E27FC236}">
                <a16:creationId xmlns:a16="http://schemas.microsoft.com/office/drawing/2014/main" id="{9D6A366A-0DDB-BA21-293C-ED1AEE365E03}"/>
              </a:ext>
            </a:extLst>
          </p:cNvPr>
          <p:cNvSpPr>
            <a:spLocks noChangeArrowheads="1"/>
          </p:cNvSpPr>
          <p:nvPr/>
        </p:nvSpPr>
        <p:spPr bwMode="auto">
          <a:xfrm flipV="1">
            <a:off x="19051588" y="5273676"/>
            <a:ext cx="447675" cy="314325"/>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7" name="AutoShape 59">
            <a:extLst>
              <a:ext uri="{FF2B5EF4-FFF2-40B4-BE49-F238E27FC236}">
                <a16:creationId xmlns:a16="http://schemas.microsoft.com/office/drawing/2014/main" id="{59961976-A3C7-4985-ADC5-E0CAA675CE6D}"/>
              </a:ext>
            </a:extLst>
          </p:cNvPr>
          <p:cNvSpPr>
            <a:spLocks noChangeArrowheads="1"/>
          </p:cNvSpPr>
          <p:nvPr/>
        </p:nvSpPr>
        <p:spPr bwMode="auto">
          <a:xfrm flipV="1">
            <a:off x="23048913" y="6924676"/>
            <a:ext cx="447675" cy="314325"/>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8" name="AutoShape 59">
            <a:extLst>
              <a:ext uri="{FF2B5EF4-FFF2-40B4-BE49-F238E27FC236}">
                <a16:creationId xmlns:a16="http://schemas.microsoft.com/office/drawing/2014/main" id="{34F93910-FF23-9749-DDCB-8644E5BA5139}"/>
              </a:ext>
            </a:extLst>
          </p:cNvPr>
          <p:cNvSpPr>
            <a:spLocks noChangeArrowheads="1"/>
          </p:cNvSpPr>
          <p:nvPr/>
        </p:nvSpPr>
        <p:spPr bwMode="auto">
          <a:xfrm flipV="1">
            <a:off x="19686588" y="7178676"/>
            <a:ext cx="447675" cy="314325"/>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59" name="AutoShape 59">
            <a:extLst>
              <a:ext uri="{FF2B5EF4-FFF2-40B4-BE49-F238E27FC236}">
                <a16:creationId xmlns:a16="http://schemas.microsoft.com/office/drawing/2014/main" id="{AFB32521-4FA6-24C2-C7D1-A279A8844908}"/>
              </a:ext>
            </a:extLst>
          </p:cNvPr>
          <p:cNvSpPr>
            <a:spLocks noChangeArrowheads="1"/>
          </p:cNvSpPr>
          <p:nvPr/>
        </p:nvSpPr>
        <p:spPr bwMode="auto">
          <a:xfrm flipV="1">
            <a:off x="20762913" y="7178676"/>
            <a:ext cx="447675" cy="314325"/>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0" name="AutoShape 59">
            <a:extLst>
              <a:ext uri="{FF2B5EF4-FFF2-40B4-BE49-F238E27FC236}">
                <a16:creationId xmlns:a16="http://schemas.microsoft.com/office/drawing/2014/main" id="{8467CE61-70CE-9C21-8DDB-4059BCA68D88}"/>
              </a:ext>
            </a:extLst>
          </p:cNvPr>
          <p:cNvSpPr>
            <a:spLocks noChangeArrowheads="1"/>
          </p:cNvSpPr>
          <p:nvPr/>
        </p:nvSpPr>
        <p:spPr bwMode="auto">
          <a:xfrm flipV="1">
            <a:off x="20127913" y="10099676"/>
            <a:ext cx="447675" cy="314325"/>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1" name="AutoShape 59">
            <a:extLst>
              <a:ext uri="{FF2B5EF4-FFF2-40B4-BE49-F238E27FC236}">
                <a16:creationId xmlns:a16="http://schemas.microsoft.com/office/drawing/2014/main" id="{95FC9736-490A-2716-A9A8-9DCA38FC2E2C}"/>
              </a:ext>
            </a:extLst>
          </p:cNvPr>
          <p:cNvSpPr>
            <a:spLocks noChangeArrowheads="1"/>
          </p:cNvSpPr>
          <p:nvPr/>
        </p:nvSpPr>
        <p:spPr bwMode="auto">
          <a:xfrm flipV="1">
            <a:off x="19365913" y="10099676"/>
            <a:ext cx="447675" cy="314325"/>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2" name="AutoShape 59">
            <a:extLst>
              <a:ext uri="{FF2B5EF4-FFF2-40B4-BE49-F238E27FC236}">
                <a16:creationId xmlns:a16="http://schemas.microsoft.com/office/drawing/2014/main" id="{2E9B22FE-7D41-9B85-8BAD-A89D9AA8DA44}"/>
              </a:ext>
            </a:extLst>
          </p:cNvPr>
          <p:cNvSpPr>
            <a:spLocks noChangeArrowheads="1"/>
          </p:cNvSpPr>
          <p:nvPr/>
        </p:nvSpPr>
        <p:spPr bwMode="auto">
          <a:xfrm flipV="1">
            <a:off x="21464588" y="10099676"/>
            <a:ext cx="447675" cy="314325"/>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3" name="AutoShape 59">
            <a:extLst>
              <a:ext uri="{FF2B5EF4-FFF2-40B4-BE49-F238E27FC236}">
                <a16:creationId xmlns:a16="http://schemas.microsoft.com/office/drawing/2014/main" id="{E959AFFA-7745-6D12-46D5-E1D84E3F4E92}"/>
              </a:ext>
            </a:extLst>
          </p:cNvPr>
          <p:cNvSpPr>
            <a:spLocks noChangeArrowheads="1"/>
          </p:cNvSpPr>
          <p:nvPr/>
        </p:nvSpPr>
        <p:spPr bwMode="auto">
          <a:xfrm flipV="1">
            <a:off x="22949476" y="11194079"/>
            <a:ext cx="447675" cy="314325"/>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4" name="AutoShape 59">
            <a:extLst>
              <a:ext uri="{FF2B5EF4-FFF2-40B4-BE49-F238E27FC236}">
                <a16:creationId xmlns:a16="http://schemas.microsoft.com/office/drawing/2014/main" id="{1786A715-C2C4-0B1B-6D8A-B48B81E26A69}"/>
              </a:ext>
            </a:extLst>
          </p:cNvPr>
          <p:cNvSpPr>
            <a:spLocks noChangeArrowheads="1"/>
          </p:cNvSpPr>
          <p:nvPr/>
        </p:nvSpPr>
        <p:spPr bwMode="auto">
          <a:xfrm flipV="1">
            <a:off x="22401498" y="11198983"/>
            <a:ext cx="447675" cy="314325"/>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5" name="AutoShape 59">
            <a:extLst>
              <a:ext uri="{FF2B5EF4-FFF2-40B4-BE49-F238E27FC236}">
                <a16:creationId xmlns:a16="http://schemas.microsoft.com/office/drawing/2014/main" id="{B60CF6BD-DA6B-B17B-BA7A-99836861405C}"/>
              </a:ext>
            </a:extLst>
          </p:cNvPr>
          <p:cNvSpPr>
            <a:spLocks noChangeArrowheads="1"/>
          </p:cNvSpPr>
          <p:nvPr/>
        </p:nvSpPr>
        <p:spPr bwMode="auto">
          <a:xfrm flipV="1">
            <a:off x="21165101" y="11286543"/>
            <a:ext cx="447675" cy="314325"/>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6" name="AutoShape 59">
            <a:extLst>
              <a:ext uri="{FF2B5EF4-FFF2-40B4-BE49-F238E27FC236}">
                <a16:creationId xmlns:a16="http://schemas.microsoft.com/office/drawing/2014/main" id="{7AE390D4-4BA2-0B41-59E4-9B0E283B5ED0}"/>
              </a:ext>
            </a:extLst>
          </p:cNvPr>
          <p:cNvSpPr>
            <a:spLocks noChangeArrowheads="1"/>
          </p:cNvSpPr>
          <p:nvPr/>
        </p:nvSpPr>
        <p:spPr bwMode="auto">
          <a:xfrm flipV="1">
            <a:off x="17298987" y="1406523"/>
            <a:ext cx="355600" cy="244477"/>
          </a:xfrm>
          <a:prstGeom prst="triangle">
            <a:avLst>
              <a:gd name="adj" fmla="val 50000"/>
            </a:avLst>
          </a:prstGeom>
          <a:solidFill>
            <a:srgbClr val="00206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67" name="Text Box 48">
            <a:extLst>
              <a:ext uri="{FF2B5EF4-FFF2-40B4-BE49-F238E27FC236}">
                <a16:creationId xmlns:a16="http://schemas.microsoft.com/office/drawing/2014/main" id="{8396C796-B120-6D69-D346-F6B7C926B667}"/>
              </a:ext>
            </a:extLst>
          </p:cNvPr>
          <p:cNvSpPr txBox="1">
            <a:spLocks noChangeArrowheads="1"/>
          </p:cNvSpPr>
          <p:nvPr/>
        </p:nvSpPr>
        <p:spPr bwMode="auto">
          <a:xfrm>
            <a:off x="17663689" y="1369087"/>
            <a:ext cx="2712347" cy="361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Nestlé total</a:t>
            </a:r>
          </a:p>
        </p:txBody>
      </p:sp>
      <p:sp>
        <p:nvSpPr>
          <p:cNvPr id="68" name="TextBox 67">
            <a:extLst>
              <a:ext uri="{FF2B5EF4-FFF2-40B4-BE49-F238E27FC236}">
                <a16:creationId xmlns:a16="http://schemas.microsoft.com/office/drawing/2014/main" id="{554CA818-16E9-6BCE-7AE7-BE1EBA36FEF8}"/>
              </a:ext>
            </a:extLst>
          </p:cNvPr>
          <p:cNvSpPr txBox="1"/>
          <p:nvPr/>
        </p:nvSpPr>
        <p:spPr>
          <a:xfrm>
            <a:off x="21388940" y="1474114"/>
            <a:ext cx="1759138" cy="369332"/>
          </a:xfrm>
          <a:prstGeom prst="rect">
            <a:avLst/>
          </a:prstGeom>
          <a:noFill/>
        </p:spPr>
        <p:txBody>
          <a:bodyPr wrap="square">
            <a:spAutoFit/>
          </a:bodyPr>
          <a:lstStyle/>
          <a:p>
            <a:pPr marL="0" marR="0" lvl="0" indent="0" algn="l" defTabSz="1829325"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Benchmark</a:t>
            </a:r>
          </a:p>
        </p:txBody>
      </p:sp>
      <p:sp>
        <p:nvSpPr>
          <p:cNvPr id="69" name="AutoShape 59">
            <a:extLst>
              <a:ext uri="{FF2B5EF4-FFF2-40B4-BE49-F238E27FC236}">
                <a16:creationId xmlns:a16="http://schemas.microsoft.com/office/drawing/2014/main" id="{7379714A-E38E-8434-49A8-B7A92A6CF895}"/>
              </a:ext>
            </a:extLst>
          </p:cNvPr>
          <p:cNvSpPr>
            <a:spLocks noChangeArrowheads="1"/>
          </p:cNvSpPr>
          <p:nvPr/>
        </p:nvSpPr>
        <p:spPr bwMode="auto">
          <a:xfrm flipV="1">
            <a:off x="21115687" y="1511299"/>
            <a:ext cx="333373" cy="266702"/>
          </a:xfrm>
          <a:prstGeom prst="triangle">
            <a:avLst>
              <a:gd name="adj" fmla="val 50000"/>
            </a:avLst>
          </a:prstGeom>
          <a:solidFill>
            <a:srgbClr val="92D050"/>
          </a:solidFill>
          <a:ln>
            <a:noFill/>
          </a:ln>
        </p:spPr>
        <p:txBody>
          <a:bodyPr rot="10800000"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1829325"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GB" altLang="en-US" sz="1600" b="0" i="0" u="none" strike="noStrike" kern="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graphicFrame>
        <p:nvGraphicFramePr>
          <p:cNvPr id="70" name="Table 69">
            <a:extLst>
              <a:ext uri="{FF2B5EF4-FFF2-40B4-BE49-F238E27FC236}">
                <a16:creationId xmlns:a16="http://schemas.microsoft.com/office/drawing/2014/main" id="{BC8E4975-CEE6-06DF-A9EE-204E26D0BCD1}"/>
              </a:ext>
            </a:extLst>
          </p:cNvPr>
          <p:cNvGraphicFramePr>
            <a:graphicFrameLocks noGrp="1"/>
          </p:cNvGraphicFramePr>
          <p:nvPr/>
        </p:nvGraphicFramePr>
        <p:xfrm>
          <a:off x="16654369" y="268087"/>
          <a:ext cx="7041389" cy="791554"/>
        </p:xfrm>
        <a:graphic>
          <a:graphicData uri="http://schemas.openxmlformats.org/drawingml/2006/table">
            <a:tbl>
              <a:tblPr firstRow="1" bandRow="1"/>
              <a:tblGrid>
                <a:gridCol w="1208253">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gridCol w="1427270">
                  <a:extLst>
                    <a:ext uri="{9D8B030D-6E8A-4147-A177-3AD203B41FA5}">
                      <a16:colId xmlns:a16="http://schemas.microsoft.com/office/drawing/2014/main" val="20002"/>
                    </a:ext>
                  </a:extLst>
                </a:gridCol>
                <a:gridCol w="1481483">
                  <a:extLst>
                    <a:ext uri="{9D8B030D-6E8A-4147-A177-3AD203B41FA5}">
                      <a16:colId xmlns:a16="http://schemas.microsoft.com/office/drawing/2014/main" val="20003"/>
                    </a:ext>
                  </a:extLst>
                </a:gridCol>
                <a:gridCol w="1390858">
                  <a:extLst>
                    <a:ext uri="{9D8B030D-6E8A-4147-A177-3AD203B41FA5}">
                      <a16:colId xmlns:a16="http://schemas.microsoft.com/office/drawing/2014/main" val="20004"/>
                    </a:ext>
                  </a:extLst>
                </a:gridCol>
              </a:tblGrid>
              <a:tr h="395777">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Aware</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Developing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Practicing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Optimizing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defPPr>
                        <a:defRPr lang="en-US"/>
                      </a:defPPr>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300" b="0">
                          <a:solidFill>
                            <a:schemeClr val="bg1"/>
                          </a:solidFill>
                          <a:latin typeface="IBM Plex Sans" panose="020B0503050203000203" pitchFamily="34" charset="0"/>
                        </a:rPr>
                        <a:t>Leading</a:t>
                      </a:r>
                    </a:p>
                  </a:txBody>
                  <a:tcPr marL="182880" marR="182880" marT="91208" marB="912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95777">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baseline="0">
                          <a:solidFill>
                            <a:schemeClr val="tx1"/>
                          </a:solidFill>
                          <a:latin typeface="IBM Plex Sans" panose="020B0503050203000203" pitchFamily="34" charset="0"/>
                        </a:rPr>
                        <a:t>0% - 25%</a:t>
                      </a:r>
                      <a:endParaRPr lang="en-US" sz="1300" b="0">
                        <a:solidFill>
                          <a:schemeClr val="tx1"/>
                        </a:solidFill>
                        <a:latin typeface="IBM Plex Sans" panose="020B0503050203000203" pitchFamily="34" charset="0"/>
                      </a:endParaRP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baseline="0">
                          <a:solidFill>
                            <a:schemeClr val="tx1"/>
                          </a:solidFill>
                          <a:latin typeface="IBM Plex Sans" panose="020B0503050203000203" pitchFamily="34" charset="0"/>
                        </a:rPr>
                        <a:t>26% - 50%</a:t>
                      </a:r>
                      <a:endParaRPr lang="en-US" sz="1300" b="0">
                        <a:solidFill>
                          <a:schemeClr val="tx1"/>
                        </a:solidFill>
                        <a:latin typeface="IBM Plex Sans" panose="020B0503050203000203" pitchFamily="34" charset="0"/>
                      </a:endParaRP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baseline="0">
                          <a:solidFill>
                            <a:schemeClr val="tx1"/>
                          </a:solidFill>
                          <a:latin typeface="IBM Plex Sans" panose="020B0503050203000203" pitchFamily="34" charset="0"/>
                        </a:rPr>
                        <a:t>51% - 75%</a:t>
                      </a:r>
                      <a:endParaRPr lang="en-US" sz="1300" b="0">
                        <a:solidFill>
                          <a:schemeClr val="tx1"/>
                        </a:solidFill>
                        <a:latin typeface="IBM Plex Sans" panose="020B0503050203000203" pitchFamily="34" charset="0"/>
                      </a:endParaRP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a:solidFill>
                            <a:schemeClr val="tx1"/>
                          </a:solidFill>
                          <a:latin typeface="IBM Plex Sans" panose="020B0503050203000203" pitchFamily="34" charset="0"/>
                        </a:rPr>
                        <a:t>76% - 90%</a:t>
                      </a: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defPPr>
                        <a:defRPr lang="en-US"/>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300" b="0">
                          <a:solidFill>
                            <a:schemeClr val="tx1"/>
                          </a:solidFill>
                          <a:latin typeface="IBM Plex Sans" panose="020B0503050203000203" pitchFamily="34" charset="0"/>
                        </a:rPr>
                        <a:t>91% - 100%</a:t>
                      </a:r>
                    </a:p>
                  </a:txBody>
                  <a:tcPr marL="182880" marR="182880" marT="91208" marB="912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sp>
        <p:nvSpPr>
          <p:cNvPr id="71" name="AutoShape 59">
            <a:extLst>
              <a:ext uri="{FF2B5EF4-FFF2-40B4-BE49-F238E27FC236}">
                <a16:creationId xmlns:a16="http://schemas.microsoft.com/office/drawing/2014/main" id="{9A1DD25C-F7FB-DA14-62D3-C7DBCB43D01F}"/>
              </a:ext>
            </a:extLst>
          </p:cNvPr>
          <p:cNvSpPr>
            <a:spLocks noChangeArrowheads="1"/>
          </p:cNvSpPr>
          <p:nvPr/>
        </p:nvSpPr>
        <p:spPr bwMode="auto">
          <a:xfrm flipV="1">
            <a:off x="19051587" y="1397000"/>
            <a:ext cx="355600" cy="244477"/>
          </a:xfrm>
          <a:prstGeom prst="triangle">
            <a:avLst>
              <a:gd name="adj" fmla="val 50000"/>
            </a:avLst>
          </a:prstGeom>
          <a:solidFill>
            <a:srgbClr val="FF0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72" name="Text Box 48">
            <a:extLst>
              <a:ext uri="{FF2B5EF4-FFF2-40B4-BE49-F238E27FC236}">
                <a16:creationId xmlns:a16="http://schemas.microsoft.com/office/drawing/2014/main" id="{7B5C768C-A5AF-0A96-C377-84047A4977E9}"/>
              </a:ext>
            </a:extLst>
          </p:cNvPr>
          <p:cNvSpPr txBox="1">
            <a:spLocks noChangeArrowheads="1"/>
          </p:cNvSpPr>
          <p:nvPr/>
        </p:nvSpPr>
        <p:spPr bwMode="auto">
          <a:xfrm>
            <a:off x="19518210" y="1444690"/>
            <a:ext cx="814848" cy="19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AOA</a:t>
            </a:r>
          </a:p>
        </p:txBody>
      </p:sp>
      <p:sp>
        <p:nvSpPr>
          <p:cNvPr id="73" name="AutoShape 59">
            <a:extLst>
              <a:ext uri="{FF2B5EF4-FFF2-40B4-BE49-F238E27FC236}">
                <a16:creationId xmlns:a16="http://schemas.microsoft.com/office/drawing/2014/main" id="{67E7F6AB-837E-A1F8-4C2D-36C6994431F3}"/>
              </a:ext>
            </a:extLst>
          </p:cNvPr>
          <p:cNvSpPr>
            <a:spLocks noChangeArrowheads="1"/>
          </p:cNvSpPr>
          <p:nvPr/>
        </p:nvSpPr>
        <p:spPr bwMode="auto">
          <a:xfrm flipV="1">
            <a:off x="17273587" y="1914523"/>
            <a:ext cx="355600" cy="244477"/>
          </a:xfrm>
          <a:prstGeom prst="triangle">
            <a:avLst>
              <a:gd name="adj" fmla="val 50000"/>
            </a:avLst>
          </a:prstGeom>
          <a:solidFill>
            <a:srgbClr val="FFFF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74" name="Text Box 48">
            <a:extLst>
              <a:ext uri="{FF2B5EF4-FFF2-40B4-BE49-F238E27FC236}">
                <a16:creationId xmlns:a16="http://schemas.microsoft.com/office/drawing/2014/main" id="{97F9E69E-B46A-0BEB-3918-684D6AD3AF72}"/>
              </a:ext>
            </a:extLst>
          </p:cNvPr>
          <p:cNvSpPr txBox="1">
            <a:spLocks noChangeArrowheads="1"/>
          </p:cNvSpPr>
          <p:nvPr/>
        </p:nvSpPr>
        <p:spPr bwMode="auto">
          <a:xfrm>
            <a:off x="17781588" y="1905000"/>
            <a:ext cx="814848" cy="19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Europe</a:t>
            </a:r>
          </a:p>
        </p:txBody>
      </p:sp>
      <p:sp>
        <p:nvSpPr>
          <p:cNvPr id="75" name="AutoShape 59">
            <a:extLst>
              <a:ext uri="{FF2B5EF4-FFF2-40B4-BE49-F238E27FC236}">
                <a16:creationId xmlns:a16="http://schemas.microsoft.com/office/drawing/2014/main" id="{37C0A739-306D-00A8-F573-AD300513DE05}"/>
              </a:ext>
            </a:extLst>
          </p:cNvPr>
          <p:cNvSpPr>
            <a:spLocks noChangeArrowheads="1"/>
          </p:cNvSpPr>
          <p:nvPr/>
        </p:nvSpPr>
        <p:spPr bwMode="auto">
          <a:xfrm flipV="1">
            <a:off x="19051587" y="1914523"/>
            <a:ext cx="355600" cy="244477"/>
          </a:xfrm>
          <a:prstGeom prst="triangle">
            <a:avLst>
              <a:gd name="adj" fmla="val 50000"/>
            </a:avLst>
          </a:prstGeom>
          <a:solidFill>
            <a:srgbClr val="FFC000"/>
          </a:solidFill>
          <a:ln>
            <a:noFill/>
          </a:ln>
        </p:spPr>
        <p:txBody>
          <a:bodyPr rot="10800000" wrap="none" anchor="ctr"/>
          <a:lstStyle/>
          <a:p>
            <a:pPr marL="0" marR="0" lvl="0" indent="0" algn="ctr" defTabSz="1829325" rtl="0" eaLnBrk="1" fontAlgn="auto" latinLnBrk="0" hangingPunct="1">
              <a:lnSpc>
                <a:spcPct val="100000"/>
              </a:lnSpc>
              <a:spcBef>
                <a:spcPct val="0"/>
              </a:spcBef>
              <a:spcAft>
                <a:spcPts val="0"/>
              </a:spcAft>
              <a:buClrTx/>
              <a:buSzTx/>
              <a:buFontTx/>
              <a:buNone/>
              <a:tabLst/>
              <a:defRPr/>
            </a:pPr>
            <a:endParaRPr kumimoji="0" lang="en-GB" altLang="en-US" sz="3200" b="0" i="0" u="none" strike="noStrike" kern="1200" cap="none" spc="0" normalizeH="0" baseline="0" noProof="0">
              <a:ln>
                <a:noFill/>
              </a:ln>
              <a:solidFill>
                <a:srgbClr val="000000"/>
              </a:solidFill>
              <a:effectLst/>
              <a:uLnTx/>
              <a:uFillTx/>
              <a:latin typeface="IBM Plex Sans" panose="020B0503050203000203" pitchFamily="34" charset="0"/>
              <a:ea typeface="+mn-ea"/>
              <a:cs typeface="Arial" panose="020B0604020202020204" pitchFamily="34" charset="0"/>
            </a:endParaRPr>
          </a:p>
        </p:txBody>
      </p:sp>
      <p:sp>
        <p:nvSpPr>
          <p:cNvPr id="76" name="Text Box 48">
            <a:extLst>
              <a:ext uri="{FF2B5EF4-FFF2-40B4-BE49-F238E27FC236}">
                <a16:creationId xmlns:a16="http://schemas.microsoft.com/office/drawing/2014/main" id="{14A92FF2-F554-404C-AA99-72C9744FE595}"/>
              </a:ext>
            </a:extLst>
          </p:cNvPr>
          <p:cNvSpPr txBox="1">
            <a:spLocks noChangeArrowheads="1"/>
          </p:cNvSpPr>
          <p:nvPr/>
        </p:nvSpPr>
        <p:spPr bwMode="auto">
          <a:xfrm>
            <a:off x="19464651" y="1959313"/>
            <a:ext cx="1924288" cy="35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defRPr>
            </a:lvl9pPr>
          </a:lstStyle>
          <a:p>
            <a:pPr marL="0" marR="0" lvl="0" indent="0" algn="l" defTabSz="1829325" rtl="0" eaLnBrk="1" fontAlgn="auto" latinLnBrk="0" hangingPunct="1">
              <a:lnSpc>
                <a:spcPct val="100000"/>
              </a:lnSpc>
              <a:spcBef>
                <a:spcPct val="50000"/>
              </a:spcBef>
              <a:spcAft>
                <a:spcPts val="0"/>
              </a:spcAft>
              <a:buClr>
                <a:srgbClr val="B2B2B2"/>
              </a:buClr>
              <a:buSzTx/>
              <a:buFont typeface="Arial" charset="0"/>
              <a:buNone/>
              <a:tabLst/>
              <a:defRPr/>
            </a:pPr>
            <a:r>
              <a:rPr kumimoji="0" lang="en-GB" altLang="en-US" sz="1800" b="0" i="0" u="none" strike="noStrike" kern="1200" cap="none" spc="0" normalizeH="0" baseline="0" noProof="0">
                <a:ln>
                  <a:noFill/>
                </a:ln>
                <a:solidFill>
                  <a:srgbClr val="000000"/>
                </a:solidFill>
                <a:effectLst/>
                <a:uLnTx/>
                <a:uFillTx/>
                <a:latin typeface="IBM Plex Sans" panose="020B0503050203000203" pitchFamily="34" charset="0"/>
                <a:ea typeface="Arial" charset="0"/>
                <a:cs typeface="Arial" charset="0"/>
              </a:rPr>
              <a:t>Americas</a:t>
            </a:r>
          </a:p>
        </p:txBody>
      </p:sp>
      <p:sp>
        <p:nvSpPr>
          <p:cNvPr id="77" name="Rectangle 76">
            <a:extLst>
              <a:ext uri="{FF2B5EF4-FFF2-40B4-BE49-F238E27FC236}">
                <a16:creationId xmlns:a16="http://schemas.microsoft.com/office/drawing/2014/main" id="{BBFF6376-21E6-550C-EB9E-109ED5F7DE20}"/>
              </a:ext>
            </a:extLst>
          </p:cNvPr>
          <p:cNvSpPr/>
          <p:nvPr/>
        </p:nvSpPr>
        <p:spPr bwMode="auto">
          <a:xfrm>
            <a:off x="7242036" y="-2025909"/>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5400" b="0" i="0" u="none" strike="noStrike" kern="1200" cap="none" spc="0" normalizeH="0" baseline="0" noProof="0">
                <a:ln>
                  <a:noFill/>
                </a:ln>
                <a:solidFill>
                  <a:srgbClr val="FA4D56"/>
                </a:solidFill>
                <a:effectLst/>
                <a:uLnTx/>
                <a:uFillTx/>
                <a:latin typeface="IBM Plex Sans Light"/>
                <a:ea typeface="+mn-ea"/>
                <a:cs typeface="+mn-cs"/>
              </a:rPr>
              <a:t>Victor Format</a:t>
            </a:r>
          </a:p>
        </p:txBody>
      </p:sp>
      <p:sp>
        <p:nvSpPr>
          <p:cNvPr id="78" name="TextBox 77">
            <a:extLst>
              <a:ext uri="{FF2B5EF4-FFF2-40B4-BE49-F238E27FC236}">
                <a16:creationId xmlns:a16="http://schemas.microsoft.com/office/drawing/2014/main" id="{F020F526-0F13-D24A-C9D2-DFF87D63F3ED}"/>
              </a:ext>
            </a:extLst>
          </p:cNvPr>
          <p:cNvSpPr txBox="1"/>
          <p:nvPr/>
        </p:nvSpPr>
        <p:spPr>
          <a:xfrm>
            <a:off x="-1302558" y="4975260"/>
            <a:ext cx="3338623" cy="226296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600" b="0" i="0" u="none" strike="noStrike" kern="0" cap="none" spc="0" normalizeH="0" baseline="0" noProof="0">
                <a:ln>
                  <a:noFill/>
                </a:ln>
                <a:solidFill>
                  <a:srgbClr val="FA4D56"/>
                </a:solidFill>
                <a:effectLst/>
                <a:uLnTx/>
                <a:uFillTx/>
                <a:latin typeface="IBM Plex Sans Light"/>
                <a:ea typeface="+mn-ea"/>
                <a:cs typeface="+mn-cs"/>
                <a:sym typeface="IBM Plex Sans Light"/>
              </a:rPr>
              <a:t>Validate with Bostjan. – Tungsten </a:t>
            </a:r>
          </a:p>
        </p:txBody>
      </p:sp>
    </p:spTree>
    <p:extLst>
      <p:ext uri="{BB962C8B-B14F-4D97-AF65-F5344CB8AC3E}">
        <p14:creationId xmlns:p14="http://schemas.microsoft.com/office/powerpoint/2010/main" val="220243072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7B5A7-0AA9-DA4A-CC2F-5EFFB2211638}"/>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C2D0402F-E7ED-27EE-84A5-2165238D1F47}"/>
              </a:ext>
            </a:extLst>
          </p:cNvPr>
          <p:cNvSpPr txBox="1">
            <a:spLocks/>
          </p:cNvSpPr>
          <p:nvPr/>
        </p:nvSpPr>
        <p:spPr>
          <a:xfrm>
            <a:off x="57599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indent="-742950" defTabSz="2437912">
              <a:lnSpc>
                <a:spcPct val="110000"/>
              </a:lnSpc>
              <a:spcBef>
                <a:spcPts val="0"/>
              </a:spcBef>
              <a:buClr>
                <a:srgbClr val="0F62FE"/>
              </a:buClr>
              <a:buSzTx/>
              <a:buFont typeface="Wingdings" pitchFamily="2" charset="2"/>
              <a:buAutoNum type="arabicPeriod"/>
              <a:defRPr/>
            </a:pPr>
            <a:endParaRPr lang="en-US" sz="1800" kern="0">
              <a:ln>
                <a:noFill/>
              </a:ln>
              <a:solidFill>
                <a:srgbClr val="000000"/>
              </a:solidFill>
              <a:latin typeface="+mn-lt"/>
              <a:ea typeface="+mj-ea"/>
              <a:cs typeface="+mj-cs"/>
            </a:endParaRPr>
          </a:p>
        </p:txBody>
      </p:sp>
      <p:sp>
        <p:nvSpPr>
          <p:cNvPr id="5" name="Footer Placeholder 4">
            <a:extLst>
              <a:ext uri="{FF2B5EF4-FFF2-40B4-BE49-F238E27FC236}">
                <a16:creationId xmlns:a16="http://schemas.microsoft.com/office/drawing/2014/main" id="{9BA15173-17B0-6B73-888B-65603A7FE059}"/>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9AD88F5F-EE15-1D66-68B8-36B5D8C8DE6A}"/>
              </a:ext>
            </a:extLst>
          </p:cNvPr>
          <p:cNvSpPr>
            <a:spLocks noGrp="1"/>
          </p:cNvSpPr>
          <p:nvPr>
            <p:ph type="sldNum" sz="quarter" idx="4"/>
          </p:nvPr>
        </p:nvSpPr>
        <p:spPr/>
        <p:txBody>
          <a:bodyPr/>
          <a:lstStyle/>
          <a:p>
            <a:fld id="{86CB4B4D-7CA3-9044-876B-883B54F8677D}" type="slidenum">
              <a:rPr lang="en-US" smtClean="0"/>
              <a:pPr/>
              <a:t>12</a:t>
            </a:fld>
            <a:endParaRPr lang="en-US"/>
          </a:p>
        </p:txBody>
      </p:sp>
      <p:sp>
        <p:nvSpPr>
          <p:cNvPr id="27" name="TextBox 26">
            <a:extLst>
              <a:ext uri="{FF2B5EF4-FFF2-40B4-BE49-F238E27FC236}">
                <a16:creationId xmlns:a16="http://schemas.microsoft.com/office/drawing/2014/main" id="{F6527F2E-8769-E2E4-D8F9-56869684F0D5}"/>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Automation Landscape &amp; Technology Stack</a:t>
            </a:r>
          </a:p>
        </p:txBody>
      </p:sp>
      <p:sp>
        <p:nvSpPr>
          <p:cNvPr id="28" name="Text Placeholder 6">
            <a:extLst>
              <a:ext uri="{FF2B5EF4-FFF2-40B4-BE49-F238E27FC236}">
                <a16:creationId xmlns:a16="http://schemas.microsoft.com/office/drawing/2014/main" id="{38012727-8D28-B6BF-732D-109DCDA6C000}"/>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1828434">
              <a:spcBef>
                <a:spcPts val="2934"/>
              </a:spcBef>
              <a:defRPr/>
            </a:pPr>
            <a:r>
              <a:rPr lang="en-US" sz="2800" kern="0">
                <a:solidFill>
                  <a:srgbClr val="000000"/>
                </a:solidFill>
                <a:latin typeface="IBM Plex Sans Light"/>
                <a:sym typeface="IBM Plex Sans Light"/>
              </a:rPr>
              <a:t>Existing systems are functional. Limited deployment of OCR and no current E2E AP automation platform (planned). Performance is limited by governance, configuration, and data quality gaps</a:t>
            </a:r>
          </a:p>
        </p:txBody>
      </p:sp>
      <p:sp>
        <p:nvSpPr>
          <p:cNvPr id="2" name="TextBox 1">
            <a:extLst>
              <a:ext uri="{FF2B5EF4-FFF2-40B4-BE49-F238E27FC236}">
                <a16:creationId xmlns:a16="http://schemas.microsoft.com/office/drawing/2014/main" id="{D57705F8-3C19-F824-AB76-E6D14DC7DD23}"/>
              </a:ext>
            </a:extLst>
          </p:cNvPr>
          <p:cNvSpPr txBox="1"/>
          <p:nvPr/>
        </p:nvSpPr>
        <p:spPr>
          <a:xfrm>
            <a:off x="946149" y="3119945"/>
            <a:ext cx="11155680" cy="400110"/>
          </a:xfrm>
          <a:prstGeom prst="rect">
            <a:avLst/>
          </a:prstGeom>
          <a:noFill/>
        </p:spPr>
        <p:txBody>
          <a:bodyPr wrap="square" lIns="0" tIns="0" rIns="0" bIns="0" anchor="ctr">
            <a:spAutoFit/>
          </a:bodyPr>
          <a:lstStyle/>
          <a:p>
            <a:pPr defTabSz="914400"/>
            <a:r>
              <a:rPr sz="2600" b="1">
                <a:solidFill>
                  <a:schemeClr val="accent1"/>
                </a:solidFill>
              </a:rPr>
              <a:t>PO-Based Invoice Channel (~80% of volume by processing route; PO coverage = 97%)</a:t>
            </a:r>
          </a:p>
        </p:txBody>
      </p:sp>
      <p:graphicFrame>
        <p:nvGraphicFramePr>
          <p:cNvPr id="3" name="Table 2">
            <a:extLst>
              <a:ext uri="{FF2B5EF4-FFF2-40B4-BE49-F238E27FC236}">
                <a16:creationId xmlns:a16="http://schemas.microsoft.com/office/drawing/2014/main" id="{88010ABF-B7FD-B267-1C52-0FA53C191E76}"/>
              </a:ext>
            </a:extLst>
          </p:cNvPr>
          <p:cNvGraphicFramePr>
            <a:graphicFrameLocks noGrp="1"/>
          </p:cNvGraphicFramePr>
          <p:nvPr>
            <p:extLst>
              <p:ext uri="{D42A27DB-BD31-4B8C-83A1-F6EECF244321}">
                <p14:modId xmlns:p14="http://schemas.microsoft.com/office/powerpoint/2010/main" val="745804601"/>
              </p:ext>
            </p:extLst>
          </p:nvPr>
        </p:nvGraphicFramePr>
        <p:xfrm>
          <a:off x="946149" y="3673374"/>
          <a:ext cx="11155680" cy="5205984"/>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1792">
                <a:tc>
                  <a:txBody>
                    <a:bodyPr/>
                    <a:lstStyle/>
                    <a:p>
                      <a:pPr algn="l"/>
                      <a:r>
                        <a:rPr sz="2800" b="1">
                          <a:solidFill>
                            <a:srgbClr val="FFFFFF"/>
                          </a:solidFill>
                          <a:latin typeface="+mn-lt"/>
                        </a:rPr>
                        <a:t>System</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pPr algn="l"/>
                      <a:r>
                        <a:rPr sz="2800" b="1">
                          <a:solidFill>
                            <a:srgbClr val="FFFFFF"/>
                          </a:solidFill>
                          <a:latin typeface="+mn-lt"/>
                        </a:rPr>
                        <a:t>Role</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pPr algn="ctr"/>
                      <a:r>
                        <a:rPr sz="2800" b="1">
                          <a:solidFill>
                            <a:srgbClr val="FFFFFF"/>
                          </a:solidFill>
                          <a:latin typeface="+mn-lt"/>
                        </a:rPr>
                        <a:t>Status</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21792">
                <a:tc>
                  <a:txBody>
                    <a:bodyPr/>
                    <a:lstStyle/>
                    <a:p>
                      <a:pPr algn="l"/>
                      <a:r>
                        <a:rPr sz="2800">
                          <a:solidFill>
                            <a:srgbClr val="525252"/>
                          </a:solidFill>
                          <a:latin typeface="+mn-lt"/>
                        </a:rPr>
                        <a:t>Tungsten Network</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l"/>
                      <a:r>
                        <a:rPr lang="en-US" sz="2800">
                          <a:solidFill>
                            <a:srgbClr val="525252"/>
                          </a:solidFill>
                          <a:latin typeface="+mn-lt"/>
                        </a:rPr>
                        <a:t>E-invoicing </a:t>
                      </a:r>
                      <a:r>
                        <a:rPr sz="2800">
                          <a:solidFill>
                            <a:srgbClr val="525252"/>
                          </a:solidFill>
                          <a:latin typeface="+mn-lt"/>
                        </a:rPr>
                        <a:t>receipt &amp; structured data</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lvl="0" algn="ctr">
                        <a:lnSpc>
                          <a:spcPct val="100000"/>
                        </a:lnSpc>
                        <a:spcBef>
                          <a:spcPts val="0"/>
                        </a:spcBef>
                        <a:spcAft>
                          <a:spcPts val="0"/>
                        </a:spcAft>
                        <a:buNone/>
                      </a:pPr>
                      <a:r>
                        <a:rPr lang="en-US" sz="2400" b="0" i="0" u="none" strike="noStrike" noProof="0">
                          <a:solidFill>
                            <a:srgbClr val="525252"/>
                          </a:solidFill>
                          <a:latin typeface="IBM Plex Sans Light"/>
                        </a:rPr>
                        <a:t>Limited adoption; vendor fee barrier; uneven by market (~10–56%)</a:t>
                      </a:r>
                      <a:endParaRPr lang="en-US"/>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F8E1"/>
                    </a:solidFill>
                  </a:tcPr>
                </a:tc>
                <a:extLst>
                  <a:ext uri="{0D108BD9-81ED-4DB2-BD59-A6C34878D82A}">
                    <a16:rowId xmlns:a16="http://schemas.microsoft.com/office/drawing/2014/main" val="10001"/>
                  </a:ext>
                </a:extLst>
              </a:tr>
              <a:tr h="741823">
                <a:tc>
                  <a:txBody>
                    <a:bodyPr/>
                    <a:lstStyle/>
                    <a:p>
                      <a:pPr algn="l"/>
                      <a:r>
                        <a:rPr sz="2800">
                          <a:solidFill>
                            <a:srgbClr val="525252"/>
                          </a:solidFill>
                          <a:latin typeface="+mn-lt"/>
                        </a:rPr>
                        <a:t>OpenText </a:t>
                      </a:r>
                      <a:r>
                        <a:rPr lang="en-US" sz="2800">
                          <a:solidFill>
                            <a:srgbClr val="525252"/>
                          </a:solidFill>
                          <a:latin typeface="+mn-lt"/>
                        </a:rPr>
                        <a:t>IC</a:t>
                      </a:r>
                      <a:endParaRPr sz="2800">
                        <a:solidFill>
                          <a:srgbClr val="525252"/>
                        </a:solidFill>
                        <a:latin typeface="+mn-lt"/>
                      </a:endParaRP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l"/>
                      <a:r>
                        <a:rPr sz="2800">
                          <a:solidFill>
                            <a:srgbClr val="525252"/>
                          </a:solidFill>
                          <a:latin typeface="+mn-lt"/>
                        </a:rPr>
                        <a:t>OCR extraction &amp; validation</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lvl="0" algn="ctr">
                        <a:lnSpc>
                          <a:spcPct val="100000"/>
                        </a:lnSpc>
                        <a:spcBef>
                          <a:spcPts val="0"/>
                        </a:spcBef>
                        <a:spcAft>
                          <a:spcPts val="0"/>
                        </a:spcAft>
                        <a:buNone/>
                      </a:pPr>
                      <a:r>
                        <a:rPr lang="en-US" sz="2400" b="0" i="0" u="none" strike="noStrike" noProof="0">
                          <a:solidFill>
                            <a:srgbClr val="525252"/>
                          </a:solidFill>
                          <a:latin typeface="IBM Plex Sans Light"/>
                        </a:rPr>
                        <a:t>High manual dependency (mandatory indexing; low true automation)</a:t>
                      </a:r>
                      <a:endParaRPr lang="en-US"/>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F8E1"/>
                    </a:solidFill>
                  </a:tcPr>
                </a:tc>
                <a:extLst>
                  <a:ext uri="{0D108BD9-81ED-4DB2-BD59-A6C34878D82A}">
                    <a16:rowId xmlns:a16="http://schemas.microsoft.com/office/drawing/2014/main" val="10002"/>
                  </a:ext>
                </a:extLst>
              </a:tr>
              <a:tr h="621792">
                <a:tc>
                  <a:txBody>
                    <a:bodyPr/>
                    <a:lstStyle/>
                    <a:p>
                      <a:pPr algn="l"/>
                      <a:r>
                        <a:rPr sz="2800">
                          <a:solidFill>
                            <a:srgbClr val="525252"/>
                          </a:solidFill>
                          <a:latin typeface="+mn-lt"/>
                        </a:rPr>
                        <a:t>SAP MM/FI</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l"/>
                      <a:r>
                        <a:rPr lang="en-US" sz="2800">
                          <a:solidFill>
                            <a:srgbClr val="525252"/>
                          </a:solidFill>
                          <a:latin typeface="+mn-lt"/>
                        </a:rPr>
                        <a:t>2 and 3-way</a:t>
                      </a:r>
                      <a:r>
                        <a:rPr sz="2800">
                          <a:solidFill>
                            <a:srgbClr val="525252"/>
                          </a:solidFill>
                          <a:latin typeface="+mn-lt"/>
                        </a:rPr>
                        <a:t> match &amp; posting</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ctr"/>
                      <a:r>
                        <a:rPr lang="en-US" sz="2400">
                          <a:solidFill>
                            <a:srgbClr val="525252"/>
                          </a:solidFill>
                          <a:latin typeface="+mn-lt"/>
                        </a:rPr>
                        <a:t>Functional but largely manual for pdf and paper invoices.</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EFBE6"/>
                    </a:solidFill>
                  </a:tcPr>
                </a:tc>
                <a:extLst>
                  <a:ext uri="{0D108BD9-81ED-4DB2-BD59-A6C34878D82A}">
                    <a16:rowId xmlns:a16="http://schemas.microsoft.com/office/drawing/2014/main" val="10003"/>
                  </a:ext>
                </a:extLst>
              </a:tr>
              <a:tr h="621792">
                <a:tc>
                  <a:txBody>
                    <a:bodyPr/>
                    <a:lstStyle/>
                    <a:p>
                      <a:pPr lvl="0" algn="l">
                        <a:buNone/>
                      </a:pPr>
                      <a:r>
                        <a:rPr lang="en-US" sz="2800">
                          <a:solidFill>
                            <a:srgbClr val="525252"/>
                          </a:solidFill>
                          <a:latin typeface="+mn-lt"/>
                        </a:rPr>
                        <a:t>NBS Cockpit</a:t>
                      </a:r>
                    </a:p>
                  </a:txBody>
                  <a:tcPr marL="109728" marR="109728" marT="54864" marB="54864" anchor="ctr">
                    <a:lnL w="28575">
                      <a:solidFill>
                        <a:schemeClr val="bg1"/>
                      </a:solidFill>
                    </a:lnL>
                    <a:lnR w="28575">
                      <a:solidFill>
                        <a:schemeClr val="bg1"/>
                      </a:solidFill>
                    </a:lnR>
                    <a:lnT w="28575">
                      <a:solidFill>
                        <a:schemeClr val="bg1"/>
                      </a:solidFill>
                    </a:lnT>
                    <a:lnB w="28575">
                      <a:solidFill>
                        <a:schemeClr val="bg1"/>
                      </a:solidFill>
                    </a:lnB>
                    <a:solidFill>
                      <a:schemeClr val="bg2">
                        <a:lumMod val="95000"/>
                      </a:schemeClr>
                    </a:solidFill>
                  </a:tcPr>
                </a:tc>
                <a:tc>
                  <a:txBody>
                    <a:bodyPr/>
                    <a:lstStyle/>
                    <a:p>
                      <a:pPr lvl="0" algn="l">
                        <a:buNone/>
                      </a:pPr>
                      <a:r>
                        <a:rPr lang="en-US" sz="2800">
                          <a:solidFill>
                            <a:srgbClr val="525252"/>
                          </a:solidFill>
                          <a:latin typeface="+mn-lt"/>
                        </a:rPr>
                        <a:t>Invoice exception communication</a:t>
                      </a:r>
                      <a:endParaRPr sz="2800">
                        <a:solidFill>
                          <a:srgbClr val="525252"/>
                        </a:solidFill>
                        <a:latin typeface="+mn-lt"/>
                      </a:endParaRPr>
                    </a:p>
                  </a:txBody>
                  <a:tcPr marL="109728" marR="109728" marT="54864" marB="54864" anchor="ctr">
                    <a:lnL w="28575">
                      <a:solidFill>
                        <a:schemeClr val="bg1"/>
                      </a:solidFill>
                    </a:lnL>
                    <a:lnR w="28575">
                      <a:solidFill>
                        <a:schemeClr val="bg1"/>
                      </a:solidFill>
                    </a:lnR>
                    <a:lnT w="28575">
                      <a:solidFill>
                        <a:schemeClr val="bg1"/>
                      </a:solidFill>
                    </a:lnT>
                    <a:lnB w="28575">
                      <a:solidFill>
                        <a:schemeClr val="bg1"/>
                      </a:solidFill>
                    </a:lnB>
                    <a:solidFill>
                      <a:schemeClr val="bg2">
                        <a:lumMod val="95000"/>
                      </a:schemeClr>
                    </a:solidFill>
                  </a:tcPr>
                </a:tc>
                <a:tc>
                  <a:txBody>
                    <a:bodyPr/>
                    <a:lstStyle/>
                    <a:p>
                      <a:pPr lvl="0" algn="ctr">
                        <a:buNone/>
                      </a:pPr>
                      <a:r>
                        <a:rPr lang="en-US" sz="2400">
                          <a:solidFill>
                            <a:srgbClr val="525252"/>
                          </a:solidFill>
                          <a:latin typeface="+mn-lt"/>
                        </a:rPr>
                        <a:t>Lack of SAP integration</a:t>
                      </a:r>
                    </a:p>
                  </a:txBody>
                  <a:tcPr marL="109728" marR="109728" marT="54864" marB="54864" anchor="ctr">
                    <a:lnL w="28575">
                      <a:solidFill>
                        <a:schemeClr val="bg1"/>
                      </a:solidFill>
                    </a:lnL>
                    <a:lnR w="28575">
                      <a:solidFill>
                        <a:schemeClr val="bg1"/>
                      </a:solidFill>
                    </a:lnR>
                    <a:lnT w="28575">
                      <a:solidFill>
                        <a:schemeClr val="bg1"/>
                      </a:solidFill>
                    </a:lnT>
                    <a:lnB w="28575">
                      <a:solidFill>
                        <a:schemeClr val="bg1"/>
                      </a:solidFill>
                    </a:lnB>
                    <a:solidFill>
                      <a:srgbClr val="FCEDEE"/>
                    </a:solidFill>
                  </a:tcPr>
                </a:tc>
                <a:extLst>
                  <a:ext uri="{0D108BD9-81ED-4DB2-BD59-A6C34878D82A}">
                    <a16:rowId xmlns:a16="http://schemas.microsoft.com/office/drawing/2014/main" val="1610068007"/>
                  </a:ext>
                </a:extLst>
              </a:tr>
            </a:tbl>
          </a:graphicData>
        </a:graphic>
      </p:graphicFrame>
      <p:sp>
        <p:nvSpPr>
          <p:cNvPr id="7" name="Rectangle 6">
            <a:extLst>
              <a:ext uri="{FF2B5EF4-FFF2-40B4-BE49-F238E27FC236}">
                <a16:creationId xmlns:a16="http://schemas.microsoft.com/office/drawing/2014/main" id="{8F22A363-4DA7-D5ED-D1AD-E34C8217F022}"/>
              </a:ext>
            </a:extLst>
          </p:cNvPr>
          <p:cNvSpPr/>
          <p:nvPr/>
        </p:nvSpPr>
        <p:spPr>
          <a:xfrm>
            <a:off x="1092453" y="8755745"/>
            <a:ext cx="11009376" cy="2377440"/>
          </a:xfrm>
          <a:prstGeom prst="rect">
            <a:avLst/>
          </a:prstGeom>
          <a:solidFill>
            <a:srgbClr val="E5F7FF"/>
          </a:solidFill>
          <a:ln>
            <a:solidFill>
              <a:srgbClr val="EDF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a:solidFill>
                <a:srgbClr val="525252"/>
              </a:solidFill>
            </a:endParaRPr>
          </a:p>
        </p:txBody>
      </p:sp>
      <p:sp>
        <p:nvSpPr>
          <p:cNvPr id="8" name="TextBox 7">
            <a:extLst>
              <a:ext uri="{FF2B5EF4-FFF2-40B4-BE49-F238E27FC236}">
                <a16:creationId xmlns:a16="http://schemas.microsoft.com/office/drawing/2014/main" id="{EF14E2CF-3DB4-95C6-7717-0A225F9EF15F}"/>
              </a:ext>
            </a:extLst>
          </p:cNvPr>
          <p:cNvSpPr txBox="1"/>
          <p:nvPr/>
        </p:nvSpPr>
        <p:spPr>
          <a:xfrm>
            <a:off x="1529653" y="8861258"/>
            <a:ext cx="10570462" cy="2154436"/>
          </a:xfrm>
          <a:prstGeom prst="rect">
            <a:avLst/>
          </a:prstGeom>
          <a:noFill/>
        </p:spPr>
        <p:txBody>
          <a:bodyPr wrap="square" lIns="0" tIns="0" rIns="0" bIns="0" anchor="ctr">
            <a:spAutoFit/>
          </a:bodyPr>
          <a:lstStyle/>
          <a:p>
            <a:pPr defTabSz="914400"/>
            <a:r>
              <a:rPr sz="2800">
                <a:solidFill>
                  <a:srgbClr val="525252"/>
                </a:solidFill>
              </a:rPr>
              <a:t>The technology stack is </a:t>
            </a:r>
            <a:r>
              <a:rPr lang="en-US" sz="2800">
                <a:solidFill>
                  <a:srgbClr val="525252"/>
                </a:solidFill>
              </a:rPr>
              <a:t>available, but it consists of point solutions (e.g., OpenText OCR  deployed in few countries) and not E2E automation platform deployed globally</a:t>
            </a:r>
            <a:r>
              <a:rPr sz="2800">
                <a:solidFill>
                  <a:srgbClr val="525252"/>
                </a:solidFill>
              </a:rPr>
              <a:t>. The ceiling </a:t>
            </a:r>
            <a:r>
              <a:rPr lang="en-US" sz="2800">
                <a:solidFill>
                  <a:srgbClr val="525252"/>
                </a:solidFill>
              </a:rPr>
              <a:t>of the current technology is </a:t>
            </a:r>
            <a:r>
              <a:rPr sz="2800">
                <a:solidFill>
                  <a:srgbClr val="525252"/>
                </a:solidFill>
              </a:rPr>
              <a:t>created by data quality, configuration, and behavioral issues</a:t>
            </a:r>
          </a:p>
        </p:txBody>
      </p:sp>
      <p:sp>
        <p:nvSpPr>
          <p:cNvPr id="9" name="TextBox 8">
            <a:extLst>
              <a:ext uri="{FF2B5EF4-FFF2-40B4-BE49-F238E27FC236}">
                <a16:creationId xmlns:a16="http://schemas.microsoft.com/office/drawing/2014/main" id="{9743A890-C236-1896-7641-B6D04A29D087}"/>
              </a:ext>
            </a:extLst>
          </p:cNvPr>
          <p:cNvSpPr txBox="1"/>
          <p:nvPr/>
        </p:nvSpPr>
        <p:spPr>
          <a:xfrm>
            <a:off x="12559029" y="2720802"/>
            <a:ext cx="11155680" cy="400110"/>
          </a:xfrm>
          <a:prstGeom prst="rect">
            <a:avLst/>
          </a:prstGeom>
          <a:noFill/>
        </p:spPr>
        <p:txBody>
          <a:bodyPr wrap="square" lIns="0" tIns="0" rIns="0" bIns="0" anchor="ctr">
            <a:spAutoFit/>
          </a:bodyPr>
          <a:lstStyle/>
          <a:p>
            <a:pPr defTabSz="914400"/>
            <a:r>
              <a:rPr sz="2600" b="1">
                <a:solidFill>
                  <a:schemeClr val="accent1"/>
                </a:solidFill>
              </a:rPr>
              <a:t>Non-PO Invoices </a:t>
            </a:r>
            <a:r>
              <a:rPr lang="en-US" sz="2600" b="1">
                <a:solidFill>
                  <a:schemeClr val="accent1"/>
                </a:solidFill>
              </a:rPr>
              <a:t>(3</a:t>
            </a:r>
            <a:r>
              <a:rPr sz="2600" b="1">
                <a:solidFill>
                  <a:schemeClr val="accent1"/>
                </a:solidFill>
              </a:rPr>
              <a:t>% of </a:t>
            </a:r>
            <a:r>
              <a:rPr lang="en-US" sz="2600" b="1">
                <a:solidFill>
                  <a:schemeClr val="accent1"/>
                </a:solidFill>
              </a:rPr>
              <a:t>overall volume, 9.5% of manual invoices</a:t>
            </a:r>
            <a:r>
              <a:rPr sz="2600" b="1">
                <a:solidFill>
                  <a:schemeClr val="accent1"/>
                </a:solidFill>
              </a:rPr>
              <a:t>)</a:t>
            </a:r>
          </a:p>
        </p:txBody>
      </p:sp>
      <p:graphicFrame>
        <p:nvGraphicFramePr>
          <p:cNvPr id="10" name="Table 9">
            <a:extLst>
              <a:ext uri="{FF2B5EF4-FFF2-40B4-BE49-F238E27FC236}">
                <a16:creationId xmlns:a16="http://schemas.microsoft.com/office/drawing/2014/main" id="{E9C2E1C8-BFD5-01C5-8004-E296446CF9F6}"/>
              </a:ext>
            </a:extLst>
          </p:cNvPr>
          <p:cNvGraphicFramePr>
            <a:graphicFrameLocks noGrp="1"/>
          </p:cNvGraphicFramePr>
          <p:nvPr/>
        </p:nvGraphicFramePr>
        <p:xfrm>
          <a:off x="12559029" y="3674971"/>
          <a:ext cx="11155680" cy="4507839"/>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735974">
                <a:tc>
                  <a:txBody>
                    <a:bodyPr/>
                    <a:lstStyle/>
                    <a:p>
                      <a:pPr algn="l"/>
                      <a:r>
                        <a:rPr sz="2800" b="1">
                          <a:solidFill>
                            <a:srgbClr val="FFFFFF"/>
                          </a:solidFill>
                          <a:latin typeface="+mn-lt"/>
                        </a:rPr>
                        <a:t>System</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pPr algn="l"/>
                      <a:r>
                        <a:rPr sz="2800" b="1">
                          <a:solidFill>
                            <a:srgbClr val="FFFFFF"/>
                          </a:solidFill>
                          <a:latin typeface="+mn-lt"/>
                        </a:rPr>
                        <a:t>Role</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pPr algn="ctr"/>
                      <a:r>
                        <a:rPr sz="2800" b="1">
                          <a:solidFill>
                            <a:srgbClr val="FFFFFF"/>
                          </a:solidFill>
                          <a:latin typeface="+mn-lt"/>
                        </a:rPr>
                        <a:t>Status</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134626">
                <a:tc>
                  <a:txBody>
                    <a:bodyPr/>
                    <a:lstStyle/>
                    <a:p>
                      <a:pPr algn="l"/>
                      <a:r>
                        <a:rPr sz="2800">
                          <a:solidFill>
                            <a:srgbClr val="525252"/>
                          </a:solidFill>
                          <a:latin typeface="+mn-lt"/>
                        </a:rPr>
                        <a:t>ServiceNow</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l"/>
                      <a:r>
                        <a:rPr sz="2800">
                          <a:solidFill>
                            <a:srgbClr val="525252"/>
                          </a:solidFill>
                          <a:latin typeface="+mn-lt"/>
                        </a:rPr>
                        <a:t>Ticket creation</a:t>
                      </a:r>
                      <a:r>
                        <a:rPr lang="en-US" sz="2800">
                          <a:solidFill>
                            <a:srgbClr val="525252"/>
                          </a:solidFill>
                          <a:latin typeface="+mn-lt"/>
                        </a:rPr>
                        <a:t>, manual coding</a:t>
                      </a:r>
                      <a:r>
                        <a:rPr sz="2800">
                          <a:solidFill>
                            <a:srgbClr val="525252"/>
                          </a:solidFill>
                          <a:latin typeface="+mn-lt"/>
                        </a:rPr>
                        <a:t> &amp; routing</a:t>
                      </a:r>
                      <a:r>
                        <a:rPr lang="en-US" sz="2800">
                          <a:solidFill>
                            <a:srgbClr val="525252"/>
                          </a:solidFill>
                          <a:latin typeface="+mn-lt"/>
                        </a:rPr>
                        <a:t> for approval</a:t>
                      </a:r>
                      <a:endParaRPr sz="2800">
                        <a:solidFill>
                          <a:srgbClr val="525252"/>
                        </a:solidFill>
                        <a:latin typeface="+mn-lt"/>
                      </a:endParaRP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ctr"/>
                      <a:r>
                        <a:rPr sz="2800">
                          <a:solidFill>
                            <a:srgbClr val="525252"/>
                          </a:solidFill>
                          <a:latin typeface="+mn-lt"/>
                        </a:rPr>
                        <a:t>No SAP integration</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F1F1"/>
                    </a:solidFill>
                  </a:tcPr>
                </a:tc>
                <a:extLst>
                  <a:ext uri="{0D108BD9-81ED-4DB2-BD59-A6C34878D82A}">
                    <a16:rowId xmlns:a16="http://schemas.microsoft.com/office/drawing/2014/main" val="10001"/>
                  </a:ext>
                </a:extLst>
              </a:tr>
              <a:tr h="1134626">
                <a:tc>
                  <a:txBody>
                    <a:bodyPr/>
                    <a:lstStyle/>
                    <a:p>
                      <a:pPr algn="l"/>
                      <a:r>
                        <a:rPr sz="2800">
                          <a:solidFill>
                            <a:srgbClr val="525252"/>
                          </a:solidFill>
                          <a:latin typeface="+mn-lt"/>
                        </a:rPr>
                        <a:t>Email</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l"/>
                      <a:r>
                        <a:rPr sz="2800">
                          <a:solidFill>
                            <a:srgbClr val="525252"/>
                          </a:solidFill>
                          <a:latin typeface="+mn-lt"/>
                        </a:rPr>
                        <a:t>Ad-hoc submission</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ctr"/>
                      <a:r>
                        <a:rPr sz="2800">
                          <a:solidFill>
                            <a:srgbClr val="525252"/>
                          </a:solidFill>
                          <a:latin typeface="+mn-lt"/>
                        </a:rPr>
                        <a:t>100% manual</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F1F1"/>
                    </a:solidFill>
                  </a:tcPr>
                </a:tc>
                <a:extLst>
                  <a:ext uri="{0D108BD9-81ED-4DB2-BD59-A6C34878D82A}">
                    <a16:rowId xmlns:a16="http://schemas.microsoft.com/office/drawing/2014/main" val="10002"/>
                  </a:ext>
                </a:extLst>
              </a:tr>
              <a:tr h="1502613">
                <a:tc>
                  <a:txBody>
                    <a:bodyPr/>
                    <a:lstStyle/>
                    <a:p>
                      <a:pPr algn="l"/>
                      <a:r>
                        <a:rPr sz="2800">
                          <a:solidFill>
                            <a:srgbClr val="525252"/>
                          </a:solidFill>
                          <a:latin typeface="+mn-lt"/>
                        </a:rPr>
                        <a:t>SAP FI</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l"/>
                      <a:r>
                        <a:rPr sz="2800">
                          <a:solidFill>
                            <a:srgbClr val="525252"/>
                          </a:solidFill>
                          <a:latin typeface="+mn-lt"/>
                        </a:rPr>
                        <a:t>Manual posting by DXC</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5000"/>
                      </a:schemeClr>
                    </a:solidFill>
                  </a:tcPr>
                </a:tc>
                <a:tc>
                  <a:txBody>
                    <a:bodyPr/>
                    <a:lstStyle/>
                    <a:p>
                      <a:pPr algn="ctr"/>
                      <a:r>
                        <a:rPr sz="2800">
                          <a:solidFill>
                            <a:srgbClr val="525252"/>
                          </a:solidFill>
                          <a:latin typeface="+mn-lt"/>
                        </a:rPr>
                        <a:t>No automation path</a:t>
                      </a:r>
                    </a:p>
                  </a:txBody>
                  <a:tcPr marL="109728" marR="109728" marT="54864" marB="54864"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F1F1"/>
                    </a:solidFill>
                  </a:tcPr>
                </a:tc>
                <a:extLst>
                  <a:ext uri="{0D108BD9-81ED-4DB2-BD59-A6C34878D82A}">
                    <a16:rowId xmlns:a16="http://schemas.microsoft.com/office/drawing/2014/main" val="10003"/>
                  </a:ext>
                </a:extLst>
              </a:tr>
            </a:tbl>
          </a:graphicData>
        </a:graphic>
      </p:graphicFrame>
      <p:sp>
        <p:nvSpPr>
          <p:cNvPr id="12" name="Rectangle 11">
            <a:extLst>
              <a:ext uri="{FF2B5EF4-FFF2-40B4-BE49-F238E27FC236}">
                <a16:creationId xmlns:a16="http://schemas.microsoft.com/office/drawing/2014/main" id="{7D1E1EC0-14A7-8143-2272-9898AB116A00}"/>
              </a:ext>
            </a:extLst>
          </p:cNvPr>
          <p:cNvSpPr/>
          <p:nvPr/>
        </p:nvSpPr>
        <p:spPr>
          <a:xfrm>
            <a:off x="12705333" y="8755745"/>
            <a:ext cx="11009376" cy="2377440"/>
          </a:xfrm>
          <a:prstGeom prst="rect">
            <a:avLst/>
          </a:prstGeom>
          <a:solidFill>
            <a:srgbClr val="E5F7FF"/>
          </a:solidFill>
          <a:ln>
            <a:solidFill>
              <a:srgbClr val="FFF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a:solidFill>
                <a:srgbClr val="525252"/>
              </a:solidFill>
            </a:endParaRPr>
          </a:p>
        </p:txBody>
      </p:sp>
      <p:sp>
        <p:nvSpPr>
          <p:cNvPr id="13" name="TextBox 12">
            <a:extLst>
              <a:ext uri="{FF2B5EF4-FFF2-40B4-BE49-F238E27FC236}">
                <a16:creationId xmlns:a16="http://schemas.microsoft.com/office/drawing/2014/main" id="{021BA74A-8471-FA9B-75D6-F33F8E64A9EB}"/>
              </a:ext>
            </a:extLst>
          </p:cNvPr>
          <p:cNvSpPr txBox="1"/>
          <p:nvPr/>
        </p:nvSpPr>
        <p:spPr>
          <a:xfrm>
            <a:off x="12961364" y="9082693"/>
            <a:ext cx="10570462" cy="1723549"/>
          </a:xfrm>
          <a:prstGeom prst="rect">
            <a:avLst/>
          </a:prstGeom>
          <a:noFill/>
        </p:spPr>
        <p:txBody>
          <a:bodyPr wrap="square" lIns="0" tIns="0" rIns="0" bIns="0" anchor="ctr">
            <a:spAutoFit/>
          </a:bodyPr>
          <a:lstStyle/>
          <a:p>
            <a:pPr defTabSz="914400"/>
            <a:r>
              <a:rPr sz="2800">
                <a:solidFill>
                  <a:srgbClr val="525252"/>
                </a:solidFill>
              </a:rPr>
              <a:t>Non-PO invoices have zero automation. Every invoice requires human determination of GL code, cost center, tax code, and approval chain. This is </a:t>
            </a:r>
            <a:r>
              <a:rPr lang="en-US" sz="2800">
                <a:solidFill>
                  <a:srgbClr val="525252"/>
                </a:solidFill>
              </a:rPr>
              <a:t>9.5%</a:t>
            </a:r>
            <a:r>
              <a:rPr sz="2800">
                <a:solidFill>
                  <a:srgbClr val="525252"/>
                </a:solidFill>
              </a:rPr>
              <a:t> of </a:t>
            </a:r>
            <a:r>
              <a:rPr lang="en-US" sz="2800">
                <a:solidFill>
                  <a:srgbClr val="525252"/>
                </a:solidFill>
              </a:rPr>
              <a:t>manual invoice </a:t>
            </a:r>
            <a:r>
              <a:rPr sz="2800">
                <a:solidFill>
                  <a:srgbClr val="525252"/>
                </a:solidFill>
              </a:rPr>
              <a:t>volume consuming disproportionate effort.</a:t>
            </a:r>
          </a:p>
        </p:txBody>
      </p:sp>
      <p:sp>
        <p:nvSpPr>
          <p:cNvPr id="4" name="Rectangle 3">
            <a:extLst>
              <a:ext uri="{FF2B5EF4-FFF2-40B4-BE49-F238E27FC236}">
                <a16:creationId xmlns:a16="http://schemas.microsoft.com/office/drawing/2014/main" id="{3C8E0E0E-4E17-4DD5-5A52-EE60E2B613BD}"/>
              </a:ext>
            </a:extLst>
          </p:cNvPr>
          <p:cNvSpPr/>
          <p:nvPr/>
        </p:nvSpPr>
        <p:spPr bwMode="auto">
          <a:xfrm>
            <a:off x="21037391" y="-514073"/>
            <a:ext cx="5550213" cy="1688192"/>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kumimoji="0" lang="en-US" sz="5400" b="0" i="0" u="none" strike="noStrike" cap="none" normalizeH="0" baseline="0">
                <a:ln>
                  <a:noFill/>
                </a:ln>
                <a:solidFill>
                  <a:schemeClr val="accent6"/>
                </a:solidFill>
                <a:effectLst/>
                <a:latin typeface="+mn-lt"/>
              </a:rPr>
              <a:t>Ola – Add NBS </a:t>
            </a:r>
            <a:r>
              <a:rPr lang="en-US" sz="5400">
                <a:solidFill>
                  <a:schemeClr val="accent6"/>
                </a:solidFill>
              </a:rPr>
              <a:t>Cockpit- done</a:t>
            </a:r>
            <a:endParaRPr kumimoji="0" lang="en-US" sz="5400" b="0" i="0" u="none" strike="noStrike" cap="none" normalizeH="0" baseline="0">
              <a:ln>
                <a:noFill/>
              </a:ln>
              <a:solidFill>
                <a:schemeClr val="accent6"/>
              </a:solidFill>
              <a:effectLst/>
              <a:latin typeface="+mn-lt"/>
            </a:endParaRPr>
          </a:p>
        </p:txBody>
      </p:sp>
    </p:spTree>
    <p:extLst>
      <p:ext uri="{BB962C8B-B14F-4D97-AF65-F5344CB8AC3E}">
        <p14:creationId xmlns:p14="http://schemas.microsoft.com/office/powerpoint/2010/main" val="188907200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CAF06-A157-FAE3-1B4C-9D5456BFEFB7}"/>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458C0F90-F452-ECF9-18A3-45CF523C905F}"/>
              </a:ext>
            </a:extLst>
          </p:cNvPr>
          <p:cNvSpPr txBox="1">
            <a:spLocks/>
          </p:cNvSpPr>
          <p:nvPr/>
        </p:nvSpPr>
        <p:spPr>
          <a:xfrm>
            <a:off x="576001" y="2274513"/>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marR="0" lvl="0" indent="-742950" algn="l" defTabSz="2437912" rtl="0" eaLnBrk="1" fontAlgn="auto" latinLnBrk="0" hangingPunct="1">
              <a:lnSpc>
                <a:spcPct val="110000"/>
              </a:lnSpc>
              <a:spcBef>
                <a:spcPts val="0"/>
              </a:spcBef>
              <a:spcAft>
                <a:spcPts val="0"/>
              </a:spcAft>
              <a:buClr>
                <a:srgbClr val="0F62FE"/>
              </a:buClr>
              <a:buSzTx/>
              <a:buFont typeface="Wingdings" pitchFamily="2" charset="2"/>
              <a:buAutoNum type="arabicPeriod"/>
              <a:tabLst/>
              <a:defRPr/>
            </a:pPr>
            <a:endParaRPr kumimoji="0" lang="en-US" sz="1800" b="0" i="0" u="none" strike="noStrike" kern="0" cap="none" spc="0" normalizeH="0" baseline="0" noProof="0">
              <a:ln>
                <a:noFill/>
              </a:ln>
              <a:solidFill>
                <a:srgbClr val="000000"/>
              </a:solidFill>
              <a:effectLst/>
              <a:uLnTx/>
              <a:uFillTx/>
              <a:latin typeface="IBM Plex Sans Light"/>
              <a:ea typeface="+mj-ea"/>
              <a:cs typeface="+mj-cs"/>
              <a:sym typeface="IBM Plex Sans"/>
            </a:endParaRPr>
          </a:p>
        </p:txBody>
      </p:sp>
      <p:sp>
        <p:nvSpPr>
          <p:cNvPr id="5" name="Footer Placeholder 4">
            <a:extLst>
              <a:ext uri="{FF2B5EF4-FFF2-40B4-BE49-F238E27FC236}">
                <a16:creationId xmlns:a16="http://schemas.microsoft.com/office/drawing/2014/main" id="{6FA2F7AE-5552-5EE0-16CC-BDFFDDDBE2AC}"/>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6" name="Slide Number Placeholder 5">
            <a:extLst>
              <a:ext uri="{FF2B5EF4-FFF2-40B4-BE49-F238E27FC236}">
                <a16:creationId xmlns:a16="http://schemas.microsoft.com/office/drawing/2014/main" id="{BCA6833B-0C85-CDD3-44AE-CAC6B1BE448F}"/>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7" name="TextBox 26">
            <a:extLst>
              <a:ext uri="{FF2B5EF4-FFF2-40B4-BE49-F238E27FC236}">
                <a16:creationId xmlns:a16="http://schemas.microsoft.com/office/drawing/2014/main" id="{6B686673-A331-B560-288A-A52246AAED7E}"/>
              </a:ext>
            </a:extLst>
          </p:cNvPr>
          <p:cNvSpPr txBox="1"/>
          <p:nvPr/>
        </p:nvSpPr>
        <p:spPr>
          <a:xfrm>
            <a:off x="370663" y="485903"/>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Root Cause Analysis: What Is Driving Manual Effort in AP</a:t>
            </a:r>
          </a:p>
        </p:txBody>
      </p:sp>
      <p:sp>
        <p:nvSpPr>
          <p:cNvPr id="28" name="Text Placeholder 6">
            <a:extLst>
              <a:ext uri="{FF2B5EF4-FFF2-40B4-BE49-F238E27FC236}">
                <a16:creationId xmlns:a16="http://schemas.microsoft.com/office/drawing/2014/main" id="{98D3F2E5-B34A-2F85-5547-2D3158C8F5D5}"/>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A consolidated view of the underlying process, policy, data, and technology causes across all pain‑point clusters</a:t>
            </a:r>
          </a:p>
        </p:txBody>
      </p:sp>
      <p:sp>
        <p:nvSpPr>
          <p:cNvPr id="4" name="TextBox 3">
            <a:extLst>
              <a:ext uri="{FF2B5EF4-FFF2-40B4-BE49-F238E27FC236}">
                <a16:creationId xmlns:a16="http://schemas.microsoft.com/office/drawing/2014/main" id="{84983387-EA28-8FCD-637E-CB3BBD68B1D3}"/>
              </a:ext>
            </a:extLst>
          </p:cNvPr>
          <p:cNvSpPr txBox="1"/>
          <p:nvPr/>
        </p:nvSpPr>
        <p:spPr>
          <a:xfrm>
            <a:off x="7352795" y="2123954"/>
            <a:ext cx="4594237" cy="1454486"/>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9600">
                <a:solidFill>
                  <a:srgbClr val="0F61FE"/>
                </a:solidFill>
              </a:rPr>
              <a:t>28</a:t>
            </a:r>
            <a:r>
              <a:rPr lang="en-US" sz="8000">
                <a:solidFill>
                  <a:srgbClr val="0F61FE"/>
                </a:solidFill>
              </a:rPr>
              <a:t> </a:t>
            </a:r>
            <a:r>
              <a:rPr lang="en-US" sz="2800" b="0">
                <a:solidFill>
                  <a:srgbClr val="0F61FE"/>
                </a:solidFill>
                <a:sym typeface="IBM Plex Sans Light"/>
              </a:rPr>
              <a:t>Pain Points </a:t>
            </a:r>
          </a:p>
        </p:txBody>
      </p:sp>
      <p:sp>
        <p:nvSpPr>
          <p:cNvPr id="7" name="TextBox 6">
            <a:extLst>
              <a:ext uri="{FF2B5EF4-FFF2-40B4-BE49-F238E27FC236}">
                <a16:creationId xmlns:a16="http://schemas.microsoft.com/office/drawing/2014/main" id="{B1BDA04A-76F4-8FEC-DCAB-FC9407AC6CA5}"/>
              </a:ext>
            </a:extLst>
          </p:cNvPr>
          <p:cNvSpPr txBox="1"/>
          <p:nvPr/>
        </p:nvSpPr>
        <p:spPr>
          <a:xfrm>
            <a:off x="12871897" y="2444796"/>
            <a:ext cx="2848839" cy="1225358"/>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2800" b="0">
                <a:solidFill>
                  <a:schemeClr val="accent1"/>
                </a:solidFill>
                <a:latin typeface="IBM Plex Sans"/>
              </a:rPr>
              <a:t>Policy: </a:t>
            </a:r>
            <a:r>
              <a:rPr lang="en-US" sz="2800">
                <a:solidFill>
                  <a:schemeClr val="accent1"/>
                </a:solidFill>
                <a:latin typeface="IBM Plex Sans"/>
              </a:rPr>
              <a:t>02</a:t>
            </a:r>
          </a:p>
          <a:p>
            <a:pPr defTabSz="1824994">
              <a:spcBef>
                <a:spcPts val="800"/>
              </a:spcBef>
              <a:defRPr/>
            </a:pPr>
            <a:r>
              <a:rPr lang="en-US" sz="2800" b="0">
                <a:solidFill>
                  <a:schemeClr val="accent1"/>
                </a:solidFill>
                <a:latin typeface="IBM Plex Sans"/>
              </a:rPr>
              <a:t>Process: </a:t>
            </a:r>
            <a:r>
              <a:rPr lang="en-US" sz="2800">
                <a:solidFill>
                  <a:schemeClr val="accent1"/>
                </a:solidFill>
                <a:latin typeface="IBM Plex Sans"/>
              </a:rPr>
              <a:t>15</a:t>
            </a:r>
          </a:p>
        </p:txBody>
      </p:sp>
      <p:sp>
        <p:nvSpPr>
          <p:cNvPr id="8" name="TextBox 7">
            <a:extLst>
              <a:ext uri="{FF2B5EF4-FFF2-40B4-BE49-F238E27FC236}">
                <a16:creationId xmlns:a16="http://schemas.microsoft.com/office/drawing/2014/main" id="{4A5764D1-404A-F7A5-91AC-34AE6E948163}"/>
              </a:ext>
            </a:extLst>
          </p:cNvPr>
          <p:cNvSpPr txBox="1"/>
          <p:nvPr/>
        </p:nvSpPr>
        <p:spPr>
          <a:xfrm>
            <a:off x="863860" y="3807826"/>
            <a:ext cx="22674890" cy="8387460"/>
          </a:xfrm>
          <a:prstGeom prst="rect">
            <a:avLst/>
          </a:prstGeom>
          <a:solidFill>
            <a:schemeClr val="bg1">
              <a:alpha val="90006"/>
            </a:schemeClr>
          </a:solidFill>
          <a:ln w="38100">
            <a:solidFill>
              <a:schemeClr val="bg1"/>
            </a:solidFill>
            <a:miter lim="400000"/>
          </a:ln>
          <a:effectLst>
            <a:outerShdw blurRad="368300" dist="25400" dir="5400000" rotWithShape="0">
              <a:schemeClr val="accent1">
                <a:lumMod val="50000"/>
                <a:alpha val="10000"/>
              </a:schemeClr>
            </a:outerShdw>
          </a:effectLst>
        </p:spPr>
        <p:txBody>
          <a:bodyPr lIns="365570" tIns="365570" rIns="486974" bIns="365570" anchor="t"/>
          <a:lstStyle>
            <a:defPPr>
              <a:defRPr lang="en-US"/>
            </a:defPPr>
            <a:lvl2pPr marL="365577" marR="0" lvl="1" indent="-137091" defTabSz="912497" fontAlgn="base" hangingPunct="0">
              <a:lnSpc>
                <a:spcPct val="100000"/>
              </a:lnSpc>
              <a:spcBef>
                <a:spcPts val="400"/>
              </a:spcBef>
              <a:spcAft>
                <a:spcPct val="0"/>
              </a:spcAft>
              <a:buClr>
                <a:srgbClr val="FE3900"/>
              </a:buClr>
              <a:buSzTx/>
              <a:buFont typeface="Courier New" panose="02070309020205020404" pitchFamily="49" charset="0"/>
              <a:buChar char="o"/>
              <a:tabLst/>
              <a:defRPr kumimoji="0" sz="1199" b="0" i="0" u="none" strike="noStrike" kern="0" cap="none" spc="0" normalizeH="0" baseline="0">
                <a:ln>
                  <a:noFill/>
                </a:ln>
                <a:solidFill>
                  <a:srgbClr val="021630"/>
                </a:solidFill>
                <a:effectLst/>
                <a:uLnTx/>
                <a:uFillTx/>
                <a:latin typeface="IBM Plex Sans" panose="020B0503050203000203" pitchFamily="34" charset="0"/>
              </a:defRPr>
            </a:lvl2pPr>
          </a:lstStyle>
          <a:p>
            <a:pPr defTabSz="1828800">
              <a:defRPr/>
            </a:pPr>
            <a:endParaRPr lang="en-US">
              <a:solidFill>
                <a:srgbClr val="000000"/>
              </a:solidFill>
              <a:latin typeface="Helvetica"/>
            </a:endParaRPr>
          </a:p>
        </p:txBody>
      </p:sp>
      <p:sp>
        <p:nvSpPr>
          <p:cNvPr id="10" name="TextBox 9">
            <a:extLst>
              <a:ext uri="{FF2B5EF4-FFF2-40B4-BE49-F238E27FC236}">
                <a16:creationId xmlns:a16="http://schemas.microsoft.com/office/drawing/2014/main" id="{072E128A-FD65-4BCF-E856-3998D751C533}"/>
              </a:ext>
            </a:extLst>
          </p:cNvPr>
          <p:cNvSpPr txBox="1"/>
          <p:nvPr/>
        </p:nvSpPr>
        <p:spPr>
          <a:xfrm>
            <a:off x="5283200" y="3881889"/>
            <a:ext cx="18018640" cy="8515152"/>
          </a:xfrm>
          <a:prstGeom prst="rect">
            <a:avLst/>
          </a:prstGeom>
          <a:noFill/>
        </p:spPr>
        <p:txBody>
          <a:bodyPr wrap="square" rtlCol="0" anchor="ctr">
            <a:spAutoFit/>
          </a:bodyPr>
          <a:lstStyle/>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Invoice receipt is fragmented and inconsistently governed, with suppliers and business users bypassing standard channels. As a result, AP inherits uncontrolled variability at the start of the process, driving downstream hand‑offs and manual effort</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Invoice matching is designed for maximum control rather than throughput, driven by inconsistent tolerances, poor PO quality, missing GRs, and weak enforcement of No‑PO‑No‑Pay. These choices structurally generate a high volume of avoidable exceptions</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Workflow design relies on manual triggering, restart‑based handling, and market‑specific variants, resulting in repeated hand‑offs and reprocessing of the same invoice. Even where automation exists, the process design multiplies effort instead of reducing it</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Non‑PO invoices are processed entirely manually through disconnected tools, requiring full re‑keying into SAP after approval. Manual effort is embedded by design, with no straight‑through processing concept in place</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OCR is constrained by low trust, universal manual verification, limited supplier coverage, and complex configurations. As implemented, OCR shifts effort rather than removing it, capping automation benefits regardless of tool capability</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Tax determination depends on manual intervention and market‑specific practices, including reliance on “Tax Champions.” System logic is not trusted, creating additional hand‑offs, risk, and a fundamental scalability bottleneck</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Reconciliation activities are performed manually for all vendors regardless of value or risk, driven by unreliable system data and lack of segmentation. Significant AP capacity is consumed on low‑value control work</a:t>
            </a:r>
          </a:p>
          <a:p>
            <a:pPr defTabSz="1824994" fontAlgn="base" hangingPunct="0">
              <a:spcBef>
                <a:spcPts val="400"/>
              </a:spcBef>
              <a:spcAft>
                <a:spcPct val="0"/>
              </a:spcAft>
              <a:buClr>
                <a:srgbClr val="FE3900"/>
              </a:buClr>
              <a:defRPr/>
            </a:pPr>
            <a:endParaRPr lang="en-US" sz="2400" kern="0">
              <a:solidFill>
                <a:srgbClr val="021630"/>
              </a:solidFill>
              <a:latin typeface="IBM Plex Sans"/>
            </a:endParaRPr>
          </a:p>
        </p:txBody>
      </p:sp>
      <p:sp>
        <p:nvSpPr>
          <p:cNvPr id="12" name="TextBox 11">
            <a:extLst>
              <a:ext uri="{FF2B5EF4-FFF2-40B4-BE49-F238E27FC236}">
                <a16:creationId xmlns:a16="http://schemas.microsoft.com/office/drawing/2014/main" id="{736B0FB2-960A-7935-01C2-BF874E1CC8C5}"/>
              </a:ext>
            </a:extLst>
          </p:cNvPr>
          <p:cNvSpPr txBox="1"/>
          <p:nvPr/>
        </p:nvSpPr>
        <p:spPr>
          <a:xfrm>
            <a:off x="15720736" y="2444796"/>
            <a:ext cx="4087090" cy="1082431"/>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2800" b="0">
                <a:solidFill>
                  <a:schemeClr val="accent1"/>
                </a:solidFill>
                <a:latin typeface="IBM Plex Sans"/>
              </a:rPr>
              <a:t>Data: </a:t>
            </a:r>
            <a:r>
              <a:rPr lang="en-US" sz="2800">
                <a:solidFill>
                  <a:schemeClr val="accent1"/>
                </a:solidFill>
                <a:latin typeface="IBM Plex Sans"/>
              </a:rPr>
              <a:t>01</a:t>
            </a:r>
          </a:p>
          <a:p>
            <a:pPr defTabSz="1824994">
              <a:spcBef>
                <a:spcPts val="800"/>
              </a:spcBef>
              <a:defRPr/>
            </a:pPr>
            <a:r>
              <a:rPr lang="en-US" sz="2800" b="0">
                <a:solidFill>
                  <a:schemeClr val="accent1"/>
                </a:solidFill>
                <a:latin typeface="IBM Plex Sans"/>
              </a:rPr>
              <a:t>Technology:</a:t>
            </a:r>
            <a:r>
              <a:rPr lang="en-US" sz="2800">
                <a:solidFill>
                  <a:schemeClr val="accent1"/>
                </a:solidFill>
                <a:latin typeface="IBM Plex Sans"/>
              </a:rPr>
              <a:t> 10</a:t>
            </a:r>
          </a:p>
        </p:txBody>
      </p:sp>
      <p:sp>
        <p:nvSpPr>
          <p:cNvPr id="13" name="Chevron 12">
            <a:extLst>
              <a:ext uri="{FF2B5EF4-FFF2-40B4-BE49-F238E27FC236}">
                <a16:creationId xmlns:a16="http://schemas.microsoft.com/office/drawing/2014/main" id="{AACF4BC3-8AC9-AE32-2D10-F474A2C01B50}"/>
              </a:ext>
            </a:extLst>
          </p:cNvPr>
          <p:cNvSpPr/>
          <p:nvPr/>
        </p:nvSpPr>
        <p:spPr>
          <a:xfrm>
            <a:off x="11591432" y="2447965"/>
            <a:ext cx="695828" cy="1095236"/>
          </a:xfrm>
          <a:prstGeom prst="chevron">
            <a:avLst/>
          </a:prstGeom>
          <a:solidFill>
            <a:schemeClr val="accent1"/>
          </a:solidFill>
          <a:ln w="635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1363368" hangingPunct="0">
              <a:defRPr/>
            </a:pPr>
            <a:endParaRPr lang="en-US" sz="1600">
              <a:solidFill>
                <a:srgbClr val="000000"/>
              </a:solidFill>
              <a:latin typeface="IBM Plex Sans" panose="020B0503050000000000" pitchFamily="34" charset="77"/>
              <a:sym typeface="Helvetica"/>
            </a:endParaRPr>
          </a:p>
        </p:txBody>
      </p:sp>
      <p:sp>
        <p:nvSpPr>
          <p:cNvPr id="20" name="TextBox 19">
            <a:extLst>
              <a:ext uri="{FF2B5EF4-FFF2-40B4-BE49-F238E27FC236}">
                <a16:creationId xmlns:a16="http://schemas.microsoft.com/office/drawing/2014/main" id="{FECC3C8E-621C-5EB6-F721-359EF99D80C6}"/>
              </a:ext>
            </a:extLst>
          </p:cNvPr>
          <p:cNvSpPr txBox="1"/>
          <p:nvPr/>
        </p:nvSpPr>
        <p:spPr>
          <a:xfrm>
            <a:off x="2476208" y="2144488"/>
            <a:ext cx="5729032" cy="948850"/>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9600">
                <a:solidFill>
                  <a:srgbClr val="0F61FE"/>
                </a:solidFill>
              </a:rPr>
              <a:t>7</a:t>
            </a:r>
            <a:r>
              <a:rPr lang="en-US" sz="8000">
                <a:solidFill>
                  <a:srgbClr val="0F61FE"/>
                </a:solidFill>
              </a:rPr>
              <a:t> </a:t>
            </a:r>
            <a:r>
              <a:rPr lang="en-US" sz="2800" b="0">
                <a:solidFill>
                  <a:srgbClr val="0F61FE"/>
                </a:solidFill>
                <a:sym typeface="IBM Plex Sans Light"/>
              </a:rPr>
              <a:t>Clusters </a:t>
            </a:r>
          </a:p>
        </p:txBody>
      </p:sp>
      <p:sp>
        <p:nvSpPr>
          <p:cNvPr id="21" name="Rounded Rectangle 20">
            <a:extLst>
              <a:ext uri="{FF2B5EF4-FFF2-40B4-BE49-F238E27FC236}">
                <a16:creationId xmlns:a16="http://schemas.microsoft.com/office/drawing/2014/main" id="{52CB5918-6847-59B7-4E8D-9F3481A2248E}"/>
              </a:ext>
            </a:extLst>
          </p:cNvPr>
          <p:cNvSpPr/>
          <p:nvPr/>
        </p:nvSpPr>
        <p:spPr bwMode="auto">
          <a:xfrm>
            <a:off x="1257008" y="3958089"/>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a:ln>
                  <a:noFill/>
                </a:ln>
                <a:solidFill>
                  <a:schemeClr val="accent1"/>
                </a:solidFill>
                <a:effectLst/>
                <a:latin typeface="+mn-lt"/>
              </a:rPr>
              <a:t>Invoice Intake</a:t>
            </a:r>
          </a:p>
        </p:txBody>
      </p:sp>
      <p:sp>
        <p:nvSpPr>
          <p:cNvPr id="22" name="Rounded Rectangle 21">
            <a:extLst>
              <a:ext uri="{FF2B5EF4-FFF2-40B4-BE49-F238E27FC236}">
                <a16:creationId xmlns:a16="http://schemas.microsoft.com/office/drawing/2014/main" id="{91572C98-09B7-C8AC-09F7-A231816DC468}"/>
              </a:ext>
            </a:extLst>
          </p:cNvPr>
          <p:cNvSpPr/>
          <p:nvPr/>
        </p:nvSpPr>
        <p:spPr bwMode="auto">
          <a:xfrm>
            <a:off x="1257008" y="5117941"/>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Invoice Matching</a:t>
            </a:r>
          </a:p>
        </p:txBody>
      </p:sp>
      <p:sp>
        <p:nvSpPr>
          <p:cNvPr id="23" name="Rounded Rectangle 22">
            <a:extLst>
              <a:ext uri="{FF2B5EF4-FFF2-40B4-BE49-F238E27FC236}">
                <a16:creationId xmlns:a16="http://schemas.microsoft.com/office/drawing/2014/main" id="{471B8F76-D34F-44E4-EC61-636D6FF58F8D}"/>
              </a:ext>
            </a:extLst>
          </p:cNvPr>
          <p:cNvSpPr/>
          <p:nvPr/>
        </p:nvSpPr>
        <p:spPr bwMode="auto">
          <a:xfrm>
            <a:off x="1257008" y="6291438"/>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Multiple Touch</a:t>
            </a:r>
          </a:p>
        </p:txBody>
      </p:sp>
      <p:sp>
        <p:nvSpPr>
          <p:cNvPr id="24" name="Rounded Rectangle 23">
            <a:extLst>
              <a:ext uri="{FF2B5EF4-FFF2-40B4-BE49-F238E27FC236}">
                <a16:creationId xmlns:a16="http://schemas.microsoft.com/office/drawing/2014/main" id="{0B69A559-B36C-FFED-051F-8FF8CA3D0C56}"/>
              </a:ext>
            </a:extLst>
          </p:cNvPr>
          <p:cNvSpPr/>
          <p:nvPr/>
        </p:nvSpPr>
        <p:spPr bwMode="auto">
          <a:xfrm>
            <a:off x="1257008" y="7451290"/>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Non-PO</a:t>
            </a:r>
          </a:p>
        </p:txBody>
      </p:sp>
      <p:sp>
        <p:nvSpPr>
          <p:cNvPr id="25" name="Rounded Rectangle 24">
            <a:extLst>
              <a:ext uri="{FF2B5EF4-FFF2-40B4-BE49-F238E27FC236}">
                <a16:creationId xmlns:a16="http://schemas.microsoft.com/office/drawing/2014/main" id="{45FDE70D-63EF-E0A6-81DD-71A785419AAC}"/>
              </a:ext>
            </a:extLst>
          </p:cNvPr>
          <p:cNvSpPr/>
          <p:nvPr/>
        </p:nvSpPr>
        <p:spPr bwMode="auto">
          <a:xfrm>
            <a:off x="1257008" y="8611142"/>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OCR</a:t>
            </a:r>
          </a:p>
        </p:txBody>
      </p:sp>
      <p:sp>
        <p:nvSpPr>
          <p:cNvPr id="29" name="Rounded Rectangle 28">
            <a:extLst>
              <a:ext uri="{FF2B5EF4-FFF2-40B4-BE49-F238E27FC236}">
                <a16:creationId xmlns:a16="http://schemas.microsoft.com/office/drawing/2014/main" id="{C3487D77-3866-B732-6422-AC0700DF999B}"/>
              </a:ext>
            </a:extLst>
          </p:cNvPr>
          <p:cNvSpPr/>
          <p:nvPr/>
        </p:nvSpPr>
        <p:spPr bwMode="auto">
          <a:xfrm>
            <a:off x="1257008" y="9770994"/>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Tax Coding</a:t>
            </a:r>
          </a:p>
        </p:txBody>
      </p:sp>
      <p:sp>
        <p:nvSpPr>
          <p:cNvPr id="30" name="Rounded Rectangle 29">
            <a:extLst>
              <a:ext uri="{FF2B5EF4-FFF2-40B4-BE49-F238E27FC236}">
                <a16:creationId xmlns:a16="http://schemas.microsoft.com/office/drawing/2014/main" id="{B959DC2F-6495-C4D4-692B-CE8C9507A446}"/>
              </a:ext>
            </a:extLst>
          </p:cNvPr>
          <p:cNvSpPr/>
          <p:nvPr/>
        </p:nvSpPr>
        <p:spPr bwMode="auto">
          <a:xfrm>
            <a:off x="1257008" y="10930966"/>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Vendor Reconciliation</a:t>
            </a:r>
          </a:p>
        </p:txBody>
      </p:sp>
      <p:cxnSp>
        <p:nvCxnSpPr>
          <p:cNvPr id="32" name="Straight Connector 31">
            <a:extLst>
              <a:ext uri="{FF2B5EF4-FFF2-40B4-BE49-F238E27FC236}">
                <a16:creationId xmlns:a16="http://schemas.microsoft.com/office/drawing/2014/main" id="{11DAED27-2FAD-1612-47EA-22381D70AD3A}"/>
              </a:ext>
            </a:extLst>
          </p:cNvPr>
          <p:cNvCxnSpPr/>
          <p:nvPr/>
        </p:nvCxnSpPr>
        <p:spPr bwMode="auto">
          <a:xfrm>
            <a:off x="5308600" y="4902200"/>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901C173F-FF66-EA14-53C1-8F17B3345A81}"/>
              </a:ext>
            </a:extLst>
          </p:cNvPr>
          <p:cNvCxnSpPr/>
          <p:nvPr/>
        </p:nvCxnSpPr>
        <p:spPr bwMode="auto">
          <a:xfrm>
            <a:off x="5308599" y="6062052"/>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A9DF61C4-DCF5-8615-B807-B25B85562F09}"/>
              </a:ext>
            </a:extLst>
          </p:cNvPr>
          <p:cNvCxnSpPr/>
          <p:nvPr/>
        </p:nvCxnSpPr>
        <p:spPr bwMode="auto">
          <a:xfrm>
            <a:off x="5308599" y="7345276"/>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738BA39A-9DE5-73CF-64F2-A3AB391D0329}"/>
              </a:ext>
            </a:extLst>
          </p:cNvPr>
          <p:cNvCxnSpPr/>
          <p:nvPr/>
        </p:nvCxnSpPr>
        <p:spPr bwMode="auto">
          <a:xfrm>
            <a:off x="5308598" y="8395401"/>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B866DFD-B226-1F92-03F9-08A93ABEEBAC}"/>
              </a:ext>
            </a:extLst>
          </p:cNvPr>
          <p:cNvCxnSpPr/>
          <p:nvPr/>
        </p:nvCxnSpPr>
        <p:spPr bwMode="auto">
          <a:xfrm>
            <a:off x="5308597" y="9631453"/>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9539CD6A-37A5-ECED-B2E2-1907A60C7B87}"/>
              </a:ext>
            </a:extLst>
          </p:cNvPr>
          <p:cNvCxnSpPr/>
          <p:nvPr/>
        </p:nvCxnSpPr>
        <p:spPr bwMode="auto">
          <a:xfrm>
            <a:off x="5308597" y="10859619"/>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8" name="Chevron 37">
            <a:extLst>
              <a:ext uri="{FF2B5EF4-FFF2-40B4-BE49-F238E27FC236}">
                <a16:creationId xmlns:a16="http://schemas.microsoft.com/office/drawing/2014/main" id="{0E64FE58-131F-6A60-942B-94079900AE0A}"/>
              </a:ext>
            </a:extLst>
          </p:cNvPr>
          <p:cNvSpPr/>
          <p:nvPr/>
        </p:nvSpPr>
        <p:spPr>
          <a:xfrm>
            <a:off x="5212624" y="2447965"/>
            <a:ext cx="695828" cy="1095236"/>
          </a:xfrm>
          <a:prstGeom prst="chevron">
            <a:avLst/>
          </a:prstGeom>
          <a:solidFill>
            <a:schemeClr val="accent1"/>
          </a:solidFill>
          <a:ln w="635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1363368" hangingPunct="0">
              <a:defRPr/>
            </a:pPr>
            <a:endParaRPr lang="en-US" sz="1600">
              <a:solidFill>
                <a:srgbClr val="000000"/>
              </a:solidFill>
              <a:latin typeface="IBM Plex Sans" panose="020B0503050000000000" pitchFamily="34" charset="77"/>
              <a:sym typeface="Helvetica"/>
            </a:endParaRPr>
          </a:p>
        </p:txBody>
      </p:sp>
      <p:pic>
        <p:nvPicPr>
          <p:cNvPr id="42" name="Graphic 41" descr="Bad Inventory outline">
            <a:extLst>
              <a:ext uri="{FF2B5EF4-FFF2-40B4-BE49-F238E27FC236}">
                <a16:creationId xmlns:a16="http://schemas.microsoft.com/office/drawing/2014/main" id="{2861D5BA-39F7-ED3F-D874-06C8813D6E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1808" y="2616024"/>
            <a:ext cx="914400" cy="914400"/>
          </a:xfrm>
          <a:prstGeom prst="rect">
            <a:avLst/>
          </a:prstGeom>
        </p:spPr>
      </p:pic>
      <p:pic>
        <p:nvPicPr>
          <p:cNvPr id="44" name="Graphic 43" descr="High temperature outline">
            <a:extLst>
              <a:ext uri="{FF2B5EF4-FFF2-40B4-BE49-F238E27FC236}">
                <a16:creationId xmlns:a16="http://schemas.microsoft.com/office/drawing/2014/main" id="{D117BC40-8D0B-212F-E729-03D2A668A8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7736" y="2616024"/>
            <a:ext cx="914400" cy="914400"/>
          </a:xfrm>
          <a:prstGeom prst="rect">
            <a:avLst/>
          </a:prstGeom>
        </p:spPr>
      </p:pic>
      <p:sp>
        <p:nvSpPr>
          <p:cNvPr id="2" name="Rectangle 1">
            <a:extLst>
              <a:ext uri="{FF2B5EF4-FFF2-40B4-BE49-F238E27FC236}">
                <a16:creationId xmlns:a16="http://schemas.microsoft.com/office/drawing/2014/main" id="{846F937D-AF34-2648-0225-CCF5A53ED133}"/>
              </a:ext>
            </a:extLst>
          </p:cNvPr>
          <p:cNvSpPr/>
          <p:nvPr/>
        </p:nvSpPr>
        <p:spPr bwMode="auto">
          <a:xfrm>
            <a:off x="20082948" y="-2938669"/>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5400" b="0" i="0" u="none" strike="noStrike" cap="none" normalizeH="0" baseline="0">
                <a:ln>
                  <a:noFill/>
                </a:ln>
                <a:solidFill>
                  <a:schemeClr val="accent6"/>
                </a:solidFill>
                <a:effectLst/>
                <a:latin typeface="+mn-lt"/>
              </a:rPr>
              <a:t>Table, adding </a:t>
            </a:r>
          </a:p>
        </p:txBody>
      </p:sp>
    </p:spTree>
    <p:extLst>
      <p:ext uri="{BB962C8B-B14F-4D97-AF65-F5344CB8AC3E}">
        <p14:creationId xmlns:p14="http://schemas.microsoft.com/office/powerpoint/2010/main" val="86293515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70A0-7BC0-4636-F5E4-DA36364DAB30}"/>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255D86E5-EF09-DFA1-B98E-1227A2CD40A7}"/>
              </a:ext>
            </a:extLst>
          </p:cNvPr>
          <p:cNvSpPr txBox="1">
            <a:spLocks/>
          </p:cNvSpPr>
          <p:nvPr/>
        </p:nvSpPr>
        <p:spPr>
          <a:xfrm>
            <a:off x="576001" y="2274513"/>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marR="0" lvl="0" indent="-742950" algn="l" defTabSz="2437912" rtl="0" eaLnBrk="1" fontAlgn="auto" latinLnBrk="0" hangingPunct="1">
              <a:lnSpc>
                <a:spcPct val="110000"/>
              </a:lnSpc>
              <a:spcBef>
                <a:spcPts val="0"/>
              </a:spcBef>
              <a:spcAft>
                <a:spcPts val="0"/>
              </a:spcAft>
              <a:buClr>
                <a:srgbClr val="0F62FE"/>
              </a:buClr>
              <a:buSzTx/>
              <a:buFont typeface="Wingdings" pitchFamily="2" charset="2"/>
              <a:buAutoNum type="arabicPeriod"/>
              <a:tabLst/>
              <a:defRPr/>
            </a:pPr>
            <a:endParaRPr kumimoji="0" lang="en-US" sz="1800" b="0" i="0" u="none" strike="noStrike" kern="0" cap="none" spc="0" normalizeH="0" baseline="0" noProof="0">
              <a:ln>
                <a:noFill/>
              </a:ln>
              <a:solidFill>
                <a:srgbClr val="000000"/>
              </a:solidFill>
              <a:effectLst/>
              <a:uLnTx/>
              <a:uFillTx/>
              <a:latin typeface="IBM Plex Sans Light"/>
              <a:ea typeface="+mj-ea"/>
              <a:cs typeface="+mj-cs"/>
              <a:sym typeface="IBM Plex Sans"/>
            </a:endParaRPr>
          </a:p>
        </p:txBody>
      </p:sp>
      <p:sp>
        <p:nvSpPr>
          <p:cNvPr id="5" name="Footer Placeholder 4">
            <a:extLst>
              <a:ext uri="{FF2B5EF4-FFF2-40B4-BE49-F238E27FC236}">
                <a16:creationId xmlns:a16="http://schemas.microsoft.com/office/drawing/2014/main" id="{FB6CB63D-C86B-7C38-23DC-B3570873C45B}"/>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6" name="Slide Number Placeholder 5">
            <a:extLst>
              <a:ext uri="{FF2B5EF4-FFF2-40B4-BE49-F238E27FC236}">
                <a16:creationId xmlns:a16="http://schemas.microsoft.com/office/drawing/2014/main" id="{7A5EF5E8-02A7-BE96-2E1E-A6D36058CE6C}"/>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14</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7" name="TextBox 26">
            <a:extLst>
              <a:ext uri="{FF2B5EF4-FFF2-40B4-BE49-F238E27FC236}">
                <a16:creationId xmlns:a16="http://schemas.microsoft.com/office/drawing/2014/main" id="{B41F7613-6769-D4DE-E1D5-BD994214C8BB}"/>
              </a:ext>
            </a:extLst>
          </p:cNvPr>
          <p:cNvSpPr txBox="1"/>
          <p:nvPr/>
        </p:nvSpPr>
        <p:spPr>
          <a:xfrm>
            <a:off x="370663" y="485903"/>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Root Cause Analysis: What Is Driving Manual Effort in AP</a:t>
            </a:r>
          </a:p>
        </p:txBody>
      </p:sp>
      <p:sp>
        <p:nvSpPr>
          <p:cNvPr id="28" name="Text Placeholder 6">
            <a:extLst>
              <a:ext uri="{FF2B5EF4-FFF2-40B4-BE49-F238E27FC236}">
                <a16:creationId xmlns:a16="http://schemas.microsoft.com/office/drawing/2014/main" id="{9B21B8C8-887A-CF4F-EA2D-16EB2EE73030}"/>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A consolidated view of the underlying process, policy, data, and technology causes across all pain‑point clusters</a:t>
            </a:r>
          </a:p>
        </p:txBody>
      </p:sp>
      <p:sp>
        <p:nvSpPr>
          <p:cNvPr id="4" name="TextBox 3">
            <a:extLst>
              <a:ext uri="{FF2B5EF4-FFF2-40B4-BE49-F238E27FC236}">
                <a16:creationId xmlns:a16="http://schemas.microsoft.com/office/drawing/2014/main" id="{DC25C5B9-CB6D-1459-4DC5-A86C8C38C3AB}"/>
              </a:ext>
            </a:extLst>
          </p:cNvPr>
          <p:cNvSpPr txBox="1"/>
          <p:nvPr/>
        </p:nvSpPr>
        <p:spPr>
          <a:xfrm>
            <a:off x="7352795" y="2123954"/>
            <a:ext cx="4594237" cy="1454486"/>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9600">
                <a:solidFill>
                  <a:srgbClr val="0F61FE"/>
                </a:solidFill>
              </a:rPr>
              <a:t>28</a:t>
            </a:r>
            <a:r>
              <a:rPr lang="en-US" sz="8000">
                <a:solidFill>
                  <a:srgbClr val="0F61FE"/>
                </a:solidFill>
              </a:rPr>
              <a:t> </a:t>
            </a:r>
            <a:r>
              <a:rPr lang="en-US" sz="2800" b="0">
                <a:solidFill>
                  <a:srgbClr val="0F61FE"/>
                </a:solidFill>
                <a:sym typeface="IBM Plex Sans Light"/>
              </a:rPr>
              <a:t>Pain Points </a:t>
            </a:r>
          </a:p>
        </p:txBody>
      </p:sp>
      <p:sp>
        <p:nvSpPr>
          <p:cNvPr id="7" name="TextBox 6">
            <a:extLst>
              <a:ext uri="{FF2B5EF4-FFF2-40B4-BE49-F238E27FC236}">
                <a16:creationId xmlns:a16="http://schemas.microsoft.com/office/drawing/2014/main" id="{8952CCFF-0621-3708-A681-206FA865249C}"/>
              </a:ext>
            </a:extLst>
          </p:cNvPr>
          <p:cNvSpPr txBox="1"/>
          <p:nvPr/>
        </p:nvSpPr>
        <p:spPr>
          <a:xfrm>
            <a:off x="12871897" y="2444796"/>
            <a:ext cx="2848839" cy="1225358"/>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2800" b="0">
                <a:solidFill>
                  <a:schemeClr val="accent1"/>
                </a:solidFill>
                <a:latin typeface="IBM Plex Sans"/>
              </a:rPr>
              <a:t>Policy: </a:t>
            </a:r>
            <a:r>
              <a:rPr lang="en-US" sz="2800">
                <a:solidFill>
                  <a:schemeClr val="accent1"/>
                </a:solidFill>
                <a:latin typeface="IBM Plex Sans"/>
              </a:rPr>
              <a:t>02</a:t>
            </a:r>
          </a:p>
          <a:p>
            <a:pPr defTabSz="1824994">
              <a:spcBef>
                <a:spcPts val="800"/>
              </a:spcBef>
              <a:defRPr/>
            </a:pPr>
            <a:r>
              <a:rPr lang="en-US" sz="2800" b="0">
                <a:solidFill>
                  <a:schemeClr val="accent1"/>
                </a:solidFill>
                <a:latin typeface="IBM Plex Sans"/>
              </a:rPr>
              <a:t>Process: </a:t>
            </a:r>
            <a:r>
              <a:rPr lang="en-US" sz="2800">
                <a:solidFill>
                  <a:schemeClr val="accent1"/>
                </a:solidFill>
                <a:latin typeface="IBM Plex Sans"/>
              </a:rPr>
              <a:t>15</a:t>
            </a:r>
          </a:p>
        </p:txBody>
      </p:sp>
      <p:sp>
        <p:nvSpPr>
          <p:cNvPr id="8" name="TextBox 7">
            <a:extLst>
              <a:ext uri="{FF2B5EF4-FFF2-40B4-BE49-F238E27FC236}">
                <a16:creationId xmlns:a16="http://schemas.microsoft.com/office/drawing/2014/main" id="{35791E06-2ED6-382E-1A54-3178469E368F}"/>
              </a:ext>
            </a:extLst>
          </p:cNvPr>
          <p:cNvSpPr txBox="1"/>
          <p:nvPr/>
        </p:nvSpPr>
        <p:spPr>
          <a:xfrm>
            <a:off x="863860" y="3807826"/>
            <a:ext cx="22674890" cy="8387460"/>
          </a:xfrm>
          <a:prstGeom prst="rect">
            <a:avLst/>
          </a:prstGeom>
          <a:solidFill>
            <a:schemeClr val="bg1">
              <a:alpha val="90006"/>
            </a:schemeClr>
          </a:solidFill>
          <a:ln w="38100">
            <a:solidFill>
              <a:schemeClr val="bg1"/>
            </a:solidFill>
            <a:miter lim="400000"/>
          </a:ln>
          <a:effectLst>
            <a:outerShdw blurRad="368300" dist="25400" dir="5400000" rotWithShape="0">
              <a:schemeClr val="accent1">
                <a:lumMod val="50000"/>
                <a:alpha val="10000"/>
              </a:schemeClr>
            </a:outerShdw>
          </a:effectLst>
        </p:spPr>
        <p:txBody>
          <a:bodyPr lIns="365570" tIns="365570" rIns="486974" bIns="365570" anchor="t"/>
          <a:lstStyle>
            <a:defPPr>
              <a:defRPr lang="en-US"/>
            </a:defPPr>
            <a:lvl2pPr marL="365577" marR="0" lvl="1" indent="-137091" defTabSz="912497" fontAlgn="base" hangingPunct="0">
              <a:lnSpc>
                <a:spcPct val="100000"/>
              </a:lnSpc>
              <a:spcBef>
                <a:spcPts val="400"/>
              </a:spcBef>
              <a:spcAft>
                <a:spcPct val="0"/>
              </a:spcAft>
              <a:buClr>
                <a:srgbClr val="FE3900"/>
              </a:buClr>
              <a:buSzTx/>
              <a:buFont typeface="Courier New" panose="02070309020205020404" pitchFamily="49" charset="0"/>
              <a:buChar char="o"/>
              <a:tabLst/>
              <a:defRPr kumimoji="0" sz="1199" b="0" i="0" u="none" strike="noStrike" kern="0" cap="none" spc="0" normalizeH="0" baseline="0">
                <a:ln>
                  <a:noFill/>
                </a:ln>
                <a:solidFill>
                  <a:srgbClr val="021630"/>
                </a:solidFill>
                <a:effectLst/>
                <a:uLnTx/>
                <a:uFillTx/>
                <a:latin typeface="IBM Plex Sans" panose="020B0503050203000203" pitchFamily="34" charset="0"/>
              </a:defRPr>
            </a:lvl2pPr>
          </a:lstStyle>
          <a:p>
            <a:pPr defTabSz="1828800">
              <a:defRPr/>
            </a:pPr>
            <a:endParaRPr lang="en-US">
              <a:solidFill>
                <a:srgbClr val="000000"/>
              </a:solidFill>
              <a:latin typeface="Helvetica"/>
            </a:endParaRPr>
          </a:p>
        </p:txBody>
      </p:sp>
      <p:sp>
        <p:nvSpPr>
          <p:cNvPr id="10" name="TextBox 9">
            <a:extLst>
              <a:ext uri="{FF2B5EF4-FFF2-40B4-BE49-F238E27FC236}">
                <a16:creationId xmlns:a16="http://schemas.microsoft.com/office/drawing/2014/main" id="{65C39E5A-4D47-BED7-7135-C98C7B8BEC5F}"/>
              </a:ext>
            </a:extLst>
          </p:cNvPr>
          <p:cNvSpPr txBox="1"/>
          <p:nvPr/>
        </p:nvSpPr>
        <p:spPr>
          <a:xfrm>
            <a:off x="11995144" y="3807826"/>
            <a:ext cx="11641992" cy="12208470"/>
          </a:xfrm>
          <a:prstGeom prst="rect">
            <a:avLst/>
          </a:prstGeom>
          <a:noFill/>
        </p:spPr>
        <p:txBody>
          <a:bodyPr wrap="square" rtlCol="0" anchor="ctr">
            <a:spAutoFit/>
          </a:bodyPr>
          <a:lstStyle/>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Invoice receipt is fragmented and inconsistently governed, with suppliers and business users bypassing standard channels. As a result, AP inherits uncontrolled variability at the start of the process, driving downstream hand‑offs and manual effort</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Invoice matching is designed for maximum control rather than throughput, driven by inconsistent tolerances, poor PO quality, missing GRs, and weak enforcement of No‑PO‑No‑Pay. These choices structurally generate a high volume of avoidable exceptions</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Workflow design relies on manual triggering, restart‑based handling, and market‑specific variants, resulting in repeated hand‑offs and reprocessing of the same invoice. Even where automation exists, the process design multiplies effort instead of reducing it</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Non‑PO invoices are processed entirely manually through disconnected tools, requiring full re‑keying into SAP after approval. Manual effort is embedded by design, with no straight‑through processing concept in place</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OCR is constrained by low trust, universal manual verification, limited supplier coverage, and complex configurations. As implemented, OCR shifts effort rather than removing it, capping automation benefits regardless of tool capability</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Tax determination depends on manual intervention and market‑specific practices, including reliance on “Tax Champions.” System logic is not trusted, creating additional hand‑offs, risk, and a fundamental scalability bottleneck</a:t>
            </a:r>
          </a:p>
          <a:p>
            <a:pPr defTabSz="1824994" fontAlgn="base" hangingPunct="0">
              <a:spcBef>
                <a:spcPts val="400"/>
              </a:spcBef>
              <a:spcAft>
                <a:spcPct val="0"/>
              </a:spcAft>
              <a:buClr>
                <a:schemeClr val="accent1"/>
              </a:buClr>
              <a:defRPr/>
            </a:pPr>
            <a:endParaRPr lang="en-US" sz="2400" kern="0">
              <a:solidFill>
                <a:srgbClr val="021630"/>
              </a:solidFill>
              <a:latin typeface="IBM Plex Sans"/>
              <a:sym typeface="Calibri"/>
            </a:endParaRPr>
          </a:p>
          <a:p>
            <a:pPr defTabSz="1824994" fontAlgn="base" hangingPunct="0">
              <a:spcBef>
                <a:spcPts val="400"/>
              </a:spcBef>
              <a:spcAft>
                <a:spcPct val="0"/>
              </a:spcAft>
              <a:buClr>
                <a:schemeClr val="accent1"/>
              </a:buClr>
              <a:defRPr/>
            </a:pPr>
            <a:r>
              <a:rPr lang="en-US" sz="2400" kern="0">
                <a:solidFill>
                  <a:srgbClr val="021630"/>
                </a:solidFill>
                <a:latin typeface="IBM Plex Sans"/>
                <a:sym typeface="Calibri"/>
              </a:rPr>
              <a:t>Reconciliation activities are performed manually for all vendors regardless of value or risk, driven by unreliable system data and lack of segmentation. Significant AP capacity is consumed on low‑value control work</a:t>
            </a:r>
          </a:p>
          <a:p>
            <a:pPr defTabSz="1824994" fontAlgn="base" hangingPunct="0">
              <a:spcBef>
                <a:spcPts val="400"/>
              </a:spcBef>
              <a:spcAft>
                <a:spcPct val="0"/>
              </a:spcAft>
              <a:buClr>
                <a:srgbClr val="FE3900"/>
              </a:buClr>
              <a:defRPr/>
            </a:pPr>
            <a:endParaRPr lang="en-US" sz="2400" kern="0">
              <a:solidFill>
                <a:srgbClr val="021630"/>
              </a:solidFill>
              <a:latin typeface="IBM Plex Sans"/>
            </a:endParaRPr>
          </a:p>
        </p:txBody>
      </p:sp>
      <p:sp>
        <p:nvSpPr>
          <p:cNvPr id="12" name="TextBox 11">
            <a:extLst>
              <a:ext uri="{FF2B5EF4-FFF2-40B4-BE49-F238E27FC236}">
                <a16:creationId xmlns:a16="http://schemas.microsoft.com/office/drawing/2014/main" id="{A3950A48-7AC0-D0BD-210A-85FA4584588A}"/>
              </a:ext>
            </a:extLst>
          </p:cNvPr>
          <p:cNvSpPr txBox="1"/>
          <p:nvPr/>
        </p:nvSpPr>
        <p:spPr>
          <a:xfrm>
            <a:off x="15720736" y="2444796"/>
            <a:ext cx="4087090" cy="1082431"/>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2800" b="0">
                <a:solidFill>
                  <a:schemeClr val="accent1"/>
                </a:solidFill>
                <a:latin typeface="IBM Plex Sans"/>
              </a:rPr>
              <a:t>Data: </a:t>
            </a:r>
            <a:r>
              <a:rPr lang="en-US" sz="2800">
                <a:solidFill>
                  <a:schemeClr val="accent1"/>
                </a:solidFill>
                <a:latin typeface="IBM Plex Sans"/>
              </a:rPr>
              <a:t>01</a:t>
            </a:r>
          </a:p>
          <a:p>
            <a:pPr defTabSz="1824994">
              <a:spcBef>
                <a:spcPts val="800"/>
              </a:spcBef>
              <a:defRPr/>
            </a:pPr>
            <a:r>
              <a:rPr lang="en-US" sz="2800" b="0">
                <a:solidFill>
                  <a:schemeClr val="accent1"/>
                </a:solidFill>
                <a:latin typeface="IBM Plex Sans"/>
              </a:rPr>
              <a:t>Technology:</a:t>
            </a:r>
            <a:r>
              <a:rPr lang="en-US" sz="2800">
                <a:solidFill>
                  <a:schemeClr val="accent1"/>
                </a:solidFill>
                <a:latin typeface="IBM Plex Sans"/>
              </a:rPr>
              <a:t> 10</a:t>
            </a:r>
          </a:p>
        </p:txBody>
      </p:sp>
      <p:sp>
        <p:nvSpPr>
          <p:cNvPr id="13" name="Chevron 12">
            <a:extLst>
              <a:ext uri="{FF2B5EF4-FFF2-40B4-BE49-F238E27FC236}">
                <a16:creationId xmlns:a16="http://schemas.microsoft.com/office/drawing/2014/main" id="{8F608DD6-0372-6A20-0507-509D5D5D2691}"/>
              </a:ext>
            </a:extLst>
          </p:cNvPr>
          <p:cNvSpPr/>
          <p:nvPr/>
        </p:nvSpPr>
        <p:spPr>
          <a:xfrm>
            <a:off x="11591432" y="2447965"/>
            <a:ext cx="695828" cy="1095236"/>
          </a:xfrm>
          <a:prstGeom prst="chevron">
            <a:avLst/>
          </a:prstGeom>
          <a:solidFill>
            <a:schemeClr val="accent1"/>
          </a:solidFill>
          <a:ln w="635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1363368" hangingPunct="0">
              <a:defRPr/>
            </a:pPr>
            <a:endParaRPr lang="en-US" sz="1600">
              <a:solidFill>
                <a:srgbClr val="000000"/>
              </a:solidFill>
              <a:latin typeface="IBM Plex Sans" panose="020B0503050000000000" pitchFamily="34" charset="77"/>
              <a:sym typeface="Helvetica"/>
            </a:endParaRPr>
          </a:p>
        </p:txBody>
      </p:sp>
      <p:sp>
        <p:nvSpPr>
          <p:cNvPr id="20" name="TextBox 19">
            <a:extLst>
              <a:ext uri="{FF2B5EF4-FFF2-40B4-BE49-F238E27FC236}">
                <a16:creationId xmlns:a16="http://schemas.microsoft.com/office/drawing/2014/main" id="{E2C780FC-07AD-FEA9-FDCA-AC7552A2D075}"/>
              </a:ext>
            </a:extLst>
          </p:cNvPr>
          <p:cNvSpPr txBox="1"/>
          <p:nvPr/>
        </p:nvSpPr>
        <p:spPr>
          <a:xfrm>
            <a:off x="2476208" y="2144488"/>
            <a:ext cx="5729032" cy="948850"/>
          </a:xfrm>
          <a:prstGeom prst="rect">
            <a:avLst/>
          </a:prstGeom>
        </p:spPr>
        <p:txBody>
          <a:bodyPr lIns="182880" tIns="91440" rIns="182880" bIns="91440" anchor="t"/>
          <a:lstStyle>
            <a:defPPr>
              <a:defRPr lang="en-US"/>
            </a:defPPr>
            <a:lvl1pPr marR="0" indent="0" defTabSz="912497" fontAlgn="base" hangingPunct="0">
              <a:lnSpc>
                <a:spcPct val="110000"/>
              </a:lnSpc>
              <a:spcBef>
                <a:spcPts val="400"/>
              </a:spcBef>
              <a:spcAft>
                <a:spcPct val="0"/>
              </a:spcAft>
              <a:buClr>
                <a:srgbClr val="FE3900"/>
              </a:buClr>
              <a:buSzTx/>
              <a:buFontTx/>
              <a:buNone/>
              <a:tabLst/>
              <a:defRPr sz="1100" b="1" i="0" u="none" strike="noStrike" kern="0" cap="none" spc="0" baseline="0">
                <a:solidFill>
                  <a:srgbClr val="021630"/>
                </a:solidFill>
                <a:uFillTx/>
                <a:latin typeface="IBM Plex Sans" panose="020B0503050203000203" pitchFamily="34" charset="0"/>
              </a:defRPr>
            </a:lvl1pPr>
            <a:lvl2pPr marL="329184"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sz="3600"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defRPr>
            </a:lvl9pPr>
          </a:lstStyle>
          <a:p>
            <a:pPr defTabSz="1824994">
              <a:spcBef>
                <a:spcPts val="800"/>
              </a:spcBef>
              <a:defRPr/>
            </a:pPr>
            <a:r>
              <a:rPr lang="en-US" sz="9600">
                <a:solidFill>
                  <a:srgbClr val="0F61FE"/>
                </a:solidFill>
              </a:rPr>
              <a:t>7</a:t>
            </a:r>
            <a:r>
              <a:rPr lang="en-US" sz="8000">
                <a:solidFill>
                  <a:srgbClr val="0F61FE"/>
                </a:solidFill>
              </a:rPr>
              <a:t> </a:t>
            </a:r>
            <a:r>
              <a:rPr lang="en-US" sz="2800" b="0">
                <a:solidFill>
                  <a:srgbClr val="0F61FE"/>
                </a:solidFill>
                <a:sym typeface="IBM Plex Sans Light"/>
              </a:rPr>
              <a:t>Clusters </a:t>
            </a:r>
          </a:p>
        </p:txBody>
      </p:sp>
      <p:sp>
        <p:nvSpPr>
          <p:cNvPr id="21" name="Rounded Rectangle 20">
            <a:extLst>
              <a:ext uri="{FF2B5EF4-FFF2-40B4-BE49-F238E27FC236}">
                <a16:creationId xmlns:a16="http://schemas.microsoft.com/office/drawing/2014/main" id="{04DBC4BB-8616-2CEE-AD68-8B428CF49DDA}"/>
              </a:ext>
            </a:extLst>
          </p:cNvPr>
          <p:cNvSpPr/>
          <p:nvPr/>
        </p:nvSpPr>
        <p:spPr bwMode="auto">
          <a:xfrm>
            <a:off x="1257008" y="3958089"/>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a:ln>
                  <a:noFill/>
                </a:ln>
                <a:solidFill>
                  <a:schemeClr val="accent1"/>
                </a:solidFill>
                <a:effectLst/>
                <a:latin typeface="+mn-lt"/>
              </a:rPr>
              <a:t>Invoice Intake</a:t>
            </a:r>
          </a:p>
        </p:txBody>
      </p:sp>
      <p:sp>
        <p:nvSpPr>
          <p:cNvPr id="22" name="Rounded Rectangle 21">
            <a:extLst>
              <a:ext uri="{FF2B5EF4-FFF2-40B4-BE49-F238E27FC236}">
                <a16:creationId xmlns:a16="http://schemas.microsoft.com/office/drawing/2014/main" id="{5B73304A-9CCF-7B99-8D08-C4BC756B2C78}"/>
              </a:ext>
            </a:extLst>
          </p:cNvPr>
          <p:cNvSpPr/>
          <p:nvPr/>
        </p:nvSpPr>
        <p:spPr bwMode="auto">
          <a:xfrm>
            <a:off x="1257008" y="5117941"/>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Invoice Matching</a:t>
            </a:r>
          </a:p>
        </p:txBody>
      </p:sp>
      <p:sp>
        <p:nvSpPr>
          <p:cNvPr id="23" name="Rounded Rectangle 22">
            <a:extLst>
              <a:ext uri="{FF2B5EF4-FFF2-40B4-BE49-F238E27FC236}">
                <a16:creationId xmlns:a16="http://schemas.microsoft.com/office/drawing/2014/main" id="{9915407C-34EF-FA8A-E39E-836875218309}"/>
              </a:ext>
            </a:extLst>
          </p:cNvPr>
          <p:cNvSpPr/>
          <p:nvPr/>
        </p:nvSpPr>
        <p:spPr bwMode="auto">
          <a:xfrm>
            <a:off x="1257008" y="6291438"/>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Multiple Touch</a:t>
            </a:r>
          </a:p>
        </p:txBody>
      </p:sp>
      <p:sp>
        <p:nvSpPr>
          <p:cNvPr id="24" name="Rounded Rectangle 23">
            <a:extLst>
              <a:ext uri="{FF2B5EF4-FFF2-40B4-BE49-F238E27FC236}">
                <a16:creationId xmlns:a16="http://schemas.microsoft.com/office/drawing/2014/main" id="{881B81EE-ABF0-CEBC-F5B9-0CC838EDA9E1}"/>
              </a:ext>
            </a:extLst>
          </p:cNvPr>
          <p:cNvSpPr/>
          <p:nvPr/>
        </p:nvSpPr>
        <p:spPr bwMode="auto">
          <a:xfrm>
            <a:off x="1257008" y="7451290"/>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Non-PO</a:t>
            </a:r>
          </a:p>
        </p:txBody>
      </p:sp>
      <p:sp>
        <p:nvSpPr>
          <p:cNvPr id="25" name="Rounded Rectangle 24">
            <a:extLst>
              <a:ext uri="{FF2B5EF4-FFF2-40B4-BE49-F238E27FC236}">
                <a16:creationId xmlns:a16="http://schemas.microsoft.com/office/drawing/2014/main" id="{33FD56F8-71D0-BA37-8B17-E3FA2A855FB3}"/>
              </a:ext>
            </a:extLst>
          </p:cNvPr>
          <p:cNvSpPr/>
          <p:nvPr/>
        </p:nvSpPr>
        <p:spPr bwMode="auto">
          <a:xfrm>
            <a:off x="1257008" y="8611142"/>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OCR</a:t>
            </a:r>
          </a:p>
        </p:txBody>
      </p:sp>
      <p:sp>
        <p:nvSpPr>
          <p:cNvPr id="29" name="Rounded Rectangle 28">
            <a:extLst>
              <a:ext uri="{FF2B5EF4-FFF2-40B4-BE49-F238E27FC236}">
                <a16:creationId xmlns:a16="http://schemas.microsoft.com/office/drawing/2014/main" id="{FD27ACD0-2E59-63AE-DD7F-06CEB82BE310}"/>
              </a:ext>
            </a:extLst>
          </p:cNvPr>
          <p:cNvSpPr/>
          <p:nvPr/>
        </p:nvSpPr>
        <p:spPr bwMode="auto">
          <a:xfrm>
            <a:off x="1257008" y="9770994"/>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Tax Coding</a:t>
            </a:r>
          </a:p>
        </p:txBody>
      </p:sp>
      <p:sp>
        <p:nvSpPr>
          <p:cNvPr id="30" name="Rounded Rectangle 29">
            <a:extLst>
              <a:ext uri="{FF2B5EF4-FFF2-40B4-BE49-F238E27FC236}">
                <a16:creationId xmlns:a16="http://schemas.microsoft.com/office/drawing/2014/main" id="{C86D3050-BA1B-6438-0E5A-27D4EB90A784}"/>
              </a:ext>
            </a:extLst>
          </p:cNvPr>
          <p:cNvSpPr/>
          <p:nvPr/>
        </p:nvSpPr>
        <p:spPr bwMode="auto">
          <a:xfrm>
            <a:off x="1257008" y="10930966"/>
            <a:ext cx="3860540" cy="944111"/>
          </a:xfrm>
          <a:prstGeom prst="round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algn="ctr" defTabSz="914400" fontAlgn="base">
              <a:spcBef>
                <a:spcPct val="0"/>
              </a:spcBef>
              <a:spcAft>
                <a:spcPct val="0"/>
              </a:spcAft>
            </a:pPr>
            <a:r>
              <a:rPr lang="en-US" sz="2800">
                <a:solidFill>
                  <a:schemeClr val="accent1"/>
                </a:solidFill>
              </a:rPr>
              <a:t>Vendor Reconciliation</a:t>
            </a:r>
          </a:p>
        </p:txBody>
      </p:sp>
      <p:cxnSp>
        <p:nvCxnSpPr>
          <p:cNvPr id="32" name="Straight Connector 31">
            <a:extLst>
              <a:ext uri="{FF2B5EF4-FFF2-40B4-BE49-F238E27FC236}">
                <a16:creationId xmlns:a16="http://schemas.microsoft.com/office/drawing/2014/main" id="{3FE3B6AF-4BAC-9045-CA9D-D9C2500C4B90}"/>
              </a:ext>
            </a:extLst>
          </p:cNvPr>
          <p:cNvCxnSpPr/>
          <p:nvPr/>
        </p:nvCxnSpPr>
        <p:spPr bwMode="auto">
          <a:xfrm>
            <a:off x="5308600" y="4902200"/>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910394B2-E66C-D4AE-82F4-66F49BCA3834}"/>
              </a:ext>
            </a:extLst>
          </p:cNvPr>
          <p:cNvCxnSpPr/>
          <p:nvPr/>
        </p:nvCxnSpPr>
        <p:spPr bwMode="auto">
          <a:xfrm>
            <a:off x="5308599" y="6062052"/>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5090CA02-3A81-831F-705C-DC36C5E1AB38}"/>
              </a:ext>
            </a:extLst>
          </p:cNvPr>
          <p:cNvCxnSpPr/>
          <p:nvPr/>
        </p:nvCxnSpPr>
        <p:spPr bwMode="auto">
          <a:xfrm>
            <a:off x="5308599" y="7345276"/>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B24B9F8B-2372-74FC-E98E-AECC21C475DE}"/>
              </a:ext>
            </a:extLst>
          </p:cNvPr>
          <p:cNvCxnSpPr/>
          <p:nvPr/>
        </p:nvCxnSpPr>
        <p:spPr bwMode="auto">
          <a:xfrm>
            <a:off x="5308598" y="8395401"/>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9220D407-F9F4-58D8-166B-CB5CA757C047}"/>
              </a:ext>
            </a:extLst>
          </p:cNvPr>
          <p:cNvCxnSpPr/>
          <p:nvPr/>
        </p:nvCxnSpPr>
        <p:spPr bwMode="auto">
          <a:xfrm>
            <a:off x="5308597" y="9631453"/>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E9928ED2-A7C9-88D1-F791-3D5663873868}"/>
              </a:ext>
            </a:extLst>
          </p:cNvPr>
          <p:cNvCxnSpPr/>
          <p:nvPr/>
        </p:nvCxnSpPr>
        <p:spPr bwMode="auto">
          <a:xfrm>
            <a:off x="5308597" y="10859619"/>
            <a:ext cx="1784084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8" name="Chevron 37">
            <a:extLst>
              <a:ext uri="{FF2B5EF4-FFF2-40B4-BE49-F238E27FC236}">
                <a16:creationId xmlns:a16="http://schemas.microsoft.com/office/drawing/2014/main" id="{117AC8DE-F185-3DF3-114B-D8F8D9FAA99E}"/>
              </a:ext>
            </a:extLst>
          </p:cNvPr>
          <p:cNvSpPr/>
          <p:nvPr/>
        </p:nvSpPr>
        <p:spPr>
          <a:xfrm>
            <a:off x="5212624" y="2447965"/>
            <a:ext cx="695828" cy="1095236"/>
          </a:xfrm>
          <a:prstGeom prst="chevron">
            <a:avLst/>
          </a:prstGeom>
          <a:solidFill>
            <a:schemeClr val="accent1"/>
          </a:solidFill>
          <a:ln w="635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1363368" hangingPunct="0">
              <a:defRPr/>
            </a:pPr>
            <a:endParaRPr lang="en-US" sz="1600">
              <a:solidFill>
                <a:srgbClr val="000000"/>
              </a:solidFill>
              <a:latin typeface="IBM Plex Sans" panose="020B0503050000000000" pitchFamily="34" charset="77"/>
              <a:sym typeface="Helvetica"/>
            </a:endParaRPr>
          </a:p>
        </p:txBody>
      </p:sp>
      <p:pic>
        <p:nvPicPr>
          <p:cNvPr id="42" name="Graphic 41" descr="Bad Inventory outline">
            <a:extLst>
              <a:ext uri="{FF2B5EF4-FFF2-40B4-BE49-F238E27FC236}">
                <a16:creationId xmlns:a16="http://schemas.microsoft.com/office/drawing/2014/main" id="{340C3C8D-7C39-D8A6-1B1E-43BC7C5702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1808" y="2616024"/>
            <a:ext cx="914400" cy="914400"/>
          </a:xfrm>
          <a:prstGeom prst="rect">
            <a:avLst/>
          </a:prstGeom>
        </p:spPr>
      </p:pic>
      <p:pic>
        <p:nvPicPr>
          <p:cNvPr id="44" name="Graphic 43" descr="High temperature outline">
            <a:extLst>
              <a:ext uri="{FF2B5EF4-FFF2-40B4-BE49-F238E27FC236}">
                <a16:creationId xmlns:a16="http://schemas.microsoft.com/office/drawing/2014/main" id="{CA6D80F7-5A46-5D7F-311D-8E100E1E44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7736" y="2616024"/>
            <a:ext cx="914400" cy="914400"/>
          </a:xfrm>
          <a:prstGeom prst="rect">
            <a:avLst/>
          </a:prstGeom>
        </p:spPr>
      </p:pic>
      <p:sp>
        <p:nvSpPr>
          <p:cNvPr id="2" name="Rectangle 1">
            <a:extLst>
              <a:ext uri="{FF2B5EF4-FFF2-40B4-BE49-F238E27FC236}">
                <a16:creationId xmlns:a16="http://schemas.microsoft.com/office/drawing/2014/main" id="{2F6AF133-F7EB-C2B6-D772-EB5E3E5CBE8A}"/>
              </a:ext>
            </a:extLst>
          </p:cNvPr>
          <p:cNvSpPr/>
          <p:nvPr/>
        </p:nvSpPr>
        <p:spPr bwMode="auto">
          <a:xfrm>
            <a:off x="20082948" y="-2938669"/>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5400" b="0" i="0" u="none" strike="noStrike" cap="none" normalizeH="0" baseline="0">
                <a:ln>
                  <a:noFill/>
                </a:ln>
                <a:solidFill>
                  <a:schemeClr val="accent6"/>
                </a:solidFill>
                <a:effectLst/>
                <a:latin typeface="+mn-lt"/>
              </a:rPr>
              <a:t>Table, adding </a:t>
            </a:r>
          </a:p>
        </p:txBody>
      </p:sp>
      <p:sp>
        <p:nvSpPr>
          <p:cNvPr id="3" name="Shape 27">
            <a:extLst>
              <a:ext uri="{FF2B5EF4-FFF2-40B4-BE49-F238E27FC236}">
                <a16:creationId xmlns:a16="http://schemas.microsoft.com/office/drawing/2014/main" id="{A1A6750D-0FF5-498B-CC58-5977411DA663}"/>
              </a:ext>
            </a:extLst>
          </p:cNvPr>
          <p:cNvSpPr/>
          <p:nvPr/>
        </p:nvSpPr>
        <p:spPr>
          <a:xfrm>
            <a:off x="5524500" y="3972552"/>
            <a:ext cx="512064" cy="304800"/>
          </a:xfrm>
          <a:prstGeom prst="roundRect">
            <a:avLst>
              <a:gd name="adj" fmla="val 16000"/>
            </a:avLst>
          </a:prstGeom>
          <a:solidFill>
            <a:srgbClr val="FFE0DC"/>
          </a:solidFill>
          <a:ln w="12700">
            <a:solidFill>
              <a:srgbClr val="333333"/>
            </a:solidFill>
            <a:prstDash val="solid"/>
          </a:ln>
        </p:spPr>
        <p:txBody>
          <a:bodyPr/>
          <a:lstStyle/>
          <a:p>
            <a:endParaRPr lang="en-US" sz="4400"/>
          </a:p>
        </p:txBody>
      </p:sp>
      <p:sp>
        <p:nvSpPr>
          <p:cNvPr id="9" name="Text 28">
            <a:extLst>
              <a:ext uri="{FF2B5EF4-FFF2-40B4-BE49-F238E27FC236}">
                <a16:creationId xmlns:a16="http://schemas.microsoft.com/office/drawing/2014/main" id="{6C4B460D-ED6D-BE68-4C6E-3C663C7E762E}"/>
              </a:ext>
            </a:extLst>
          </p:cNvPr>
          <p:cNvSpPr/>
          <p:nvPr/>
        </p:nvSpPr>
        <p:spPr>
          <a:xfrm>
            <a:off x="5524500" y="3972552"/>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B42318"/>
                </a:solidFill>
                <a:ea typeface="Calibri" pitchFamily="34" charset="-122"/>
                <a:cs typeface="Calibri" pitchFamily="34" charset="-120"/>
              </a:rPr>
              <a:t>P1</a:t>
            </a:r>
            <a:endParaRPr lang="en-US" sz="1600"/>
          </a:p>
        </p:txBody>
      </p:sp>
      <p:sp>
        <p:nvSpPr>
          <p:cNvPr id="11" name="Shape 29">
            <a:extLst>
              <a:ext uri="{FF2B5EF4-FFF2-40B4-BE49-F238E27FC236}">
                <a16:creationId xmlns:a16="http://schemas.microsoft.com/office/drawing/2014/main" id="{A008D959-6A8C-E12D-66F2-6B6205CB3E6D}"/>
              </a:ext>
            </a:extLst>
          </p:cNvPr>
          <p:cNvSpPr/>
          <p:nvPr/>
        </p:nvSpPr>
        <p:spPr>
          <a:xfrm>
            <a:off x="5546814" y="4415024"/>
            <a:ext cx="977554" cy="304795"/>
          </a:xfrm>
          <a:prstGeom prst="roundRect">
            <a:avLst>
              <a:gd name="adj" fmla="val 16000"/>
            </a:avLst>
          </a:prstGeom>
          <a:solidFill>
            <a:srgbClr val="FFE9C7"/>
          </a:solidFill>
          <a:ln w="12700">
            <a:solidFill>
              <a:srgbClr val="333333"/>
            </a:solidFill>
            <a:prstDash val="solid"/>
          </a:ln>
        </p:spPr>
        <p:txBody>
          <a:bodyPr/>
          <a:lstStyle/>
          <a:p>
            <a:endParaRPr lang="en-US" sz="4400"/>
          </a:p>
        </p:txBody>
      </p:sp>
      <p:sp>
        <p:nvSpPr>
          <p:cNvPr id="14" name="Text 30">
            <a:extLst>
              <a:ext uri="{FF2B5EF4-FFF2-40B4-BE49-F238E27FC236}">
                <a16:creationId xmlns:a16="http://schemas.microsoft.com/office/drawing/2014/main" id="{FF4F3F9F-5918-A046-7618-390AFB1A9BC8}"/>
              </a:ext>
            </a:extLst>
          </p:cNvPr>
          <p:cNvSpPr/>
          <p:nvPr/>
        </p:nvSpPr>
        <p:spPr>
          <a:xfrm>
            <a:off x="5418560" y="4465088"/>
            <a:ext cx="1325140" cy="200453"/>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9A6700"/>
                </a:solidFill>
                <a:ea typeface="Calibri" pitchFamily="34" charset="-122"/>
                <a:cs typeface="Calibri" pitchFamily="34" charset="-120"/>
              </a:rPr>
              <a:t>Process</a:t>
            </a:r>
            <a:endParaRPr lang="en-US" sz="1600"/>
          </a:p>
        </p:txBody>
      </p:sp>
      <p:sp>
        <p:nvSpPr>
          <p:cNvPr id="15" name="Shape 31">
            <a:extLst>
              <a:ext uri="{FF2B5EF4-FFF2-40B4-BE49-F238E27FC236}">
                <a16:creationId xmlns:a16="http://schemas.microsoft.com/office/drawing/2014/main" id="{696FBEBB-6492-D814-4C02-E2B83290386C}"/>
              </a:ext>
            </a:extLst>
          </p:cNvPr>
          <p:cNvSpPr/>
          <p:nvPr/>
        </p:nvSpPr>
        <p:spPr>
          <a:xfrm>
            <a:off x="6743700" y="3972552"/>
            <a:ext cx="512064" cy="304800"/>
          </a:xfrm>
          <a:prstGeom prst="roundRect">
            <a:avLst>
              <a:gd name="adj" fmla="val 16000"/>
            </a:avLst>
          </a:prstGeom>
          <a:solidFill>
            <a:srgbClr val="FFF4C4"/>
          </a:solidFill>
          <a:ln w="12700">
            <a:solidFill>
              <a:srgbClr val="333333"/>
            </a:solidFill>
            <a:prstDash val="solid"/>
          </a:ln>
        </p:spPr>
        <p:txBody>
          <a:bodyPr/>
          <a:lstStyle/>
          <a:p>
            <a:endParaRPr lang="en-US" sz="4400"/>
          </a:p>
        </p:txBody>
      </p:sp>
      <p:sp>
        <p:nvSpPr>
          <p:cNvPr id="16" name="Text 32">
            <a:extLst>
              <a:ext uri="{FF2B5EF4-FFF2-40B4-BE49-F238E27FC236}">
                <a16:creationId xmlns:a16="http://schemas.microsoft.com/office/drawing/2014/main" id="{A4B758F7-CFB3-BE69-F656-8E3633BB5302}"/>
              </a:ext>
            </a:extLst>
          </p:cNvPr>
          <p:cNvSpPr/>
          <p:nvPr/>
        </p:nvSpPr>
        <p:spPr>
          <a:xfrm>
            <a:off x="6743700" y="3972552"/>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8C7700"/>
                </a:solidFill>
                <a:ea typeface="Calibri" pitchFamily="34" charset="-122"/>
                <a:cs typeface="Calibri" pitchFamily="34" charset="-120"/>
              </a:rPr>
              <a:t>P3</a:t>
            </a:r>
            <a:endParaRPr lang="en-US" sz="1600"/>
          </a:p>
        </p:txBody>
      </p:sp>
      <p:sp>
        <p:nvSpPr>
          <p:cNvPr id="17" name="Shape 33">
            <a:extLst>
              <a:ext uri="{FF2B5EF4-FFF2-40B4-BE49-F238E27FC236}">
                <a16:creationId xmlns:a16="http://schemas.microsoft.com/office/drawing/2014/main" id="{F506E8FE-F581-2C32-86C1-1BE324FEA7FA}"/>
              </a:ext>
            </a:extLst>
          </p:cNvPr>
          <p:cNvSpPr/>
          <p:nvPr/>
        </p:nvSpPr>
        <p:spPr>
          <a:xfrm>
            <a:off x="7353300" y="3972552"/>
            <a:ext cx="512064" cy="304800"/>
          </a:xfrm>
          <a:prstGeom prst="roundRect">
            <a:avLst>
              <a:gd name="adj" fmla="val 16000"/>
            </a:avLst>
          </a:prstGeom>
          <a:solidFill>
            <a:srgbClr val="DCFCE7"/>
          </a:solidFill>
          <a:ln w="12700">
            <a:solidFill>
              <a:srgbClr val="333333"/>
            </a:solidFill>
            <a:prstDash val="solid"/>
          </a:ln>
        </p:spPr>
        <p:txBody>
          <a:bodyPr/>
          <a:lstStyle/>
          <a:p>
            <a:endParaRPr lang="en-US" sz="4400"/>
          </a:p>
        </p:txBody>
      </p:sp>
      <p:sp>
        <p:nvSpPr>
          <p:cNvPr id="18" name="Text 34">
            <a:extLst>
              <a:ext uri="{FF2B5EF4-FFF2-40B4-BE49-F238E27FC236}">
                <a16:creationId xmlns:a16="http://schemas.microsoft.com/office/drawing/2014/main" id="{92304554-0915-A10D-2D26-9CCD6FE59833}"/>
              </a:ext>
            </a:extLst>
          </p:cNvPr>
          <p:cNvSpPr/>
          <p:nvPr/>
        </p:nvSpPr>
        <p:spPr>
          <a:xfrm>
            <a:off x="7353300" y="3972552"/>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166534"/>
                </a:solidFill>
                <a:ea typeface="Calibri" pitchFamily="34" charset="-122"/>
                <a:cs typeface="Calibri" pitchFamily="34" charset="-120"/>
              </a:rPr>
              <a:t>P4</a:t>
            </a:r>
            <a:endParaRPr lang="en-US" sz="1600"/>
          </a:p>
        </p:txBody>
      </p:sp>
    </p:spTree>
    <p:extLst>
      <p:ext uri="{BB962C8B-B14F-4D97-AF65-F5344CB8AC3E}">
        <p14:creationId xmlns:p14="http://schemas.microsoft.com/office/powerpoint/2010/main" val="73953811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182CF-3BF6-B1EC-181B-3944444FE4C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4E130BC-D478-A621-9098-83B992AA2F26}"/>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79088F1A-4525-A00E-AB26-97452D0E4AA0}"/>
              </a:ext>
            </a:extLst>
          </p:cNvPr>
          <p:cNvSpPr>
            <a:spLocks noGrp="1"/>
          </p:cNvSpPr>
          <p:nvPr>
            <p:ph type="body" sz="quarter" idx="12"/>
          </p:nvPr>
        </p:nvSpPr>
        <p:spPr/>
        <p:txBody>
          <a:bodyPr/>
          <a:lstStyle/>
          <a:p>
            <a:endParaRPr lang="en-US"/>
          </a:p>
        </p:txBody>
      </p:sp>
      <p:sp>
        <p:nvSpPr>
          <p:cNvPr id="5" name="Footer Placeholder 4">
            <a:extLst>
              <a:ext uri="{FF2B5EF4-FFF2-40B4-BE49-F238E27FC236}">
                <a16:creationId xmlns:a16="http://schemas.microsoft.com/office/drawing/2014/main" id="{B8E308D3-64F4-61C1-BC5F-F99C5E162251}"/>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6704EA13-4CE7-5029-6634-555B0F8FF036}"/>
              </a:ext>
            </a:extLst>
          </p:cNvPr>
          <p:cNvSpPr>
            <a:spLocks noGrp="1"/>
          </p:cNvSpPr>
          <p:nvPr>
            <p:ph type="sldNum" sz="quarter" idx="4"/>
          </p:nvPr>
        </p:nvSpPr>
        <p:spPr/>
        <p:txBody>
          <a:bodyPr/>
          <a:lstStyle/>
          <a:p>
            <a:fld id="{86CB4B4D-7CA3-9044-876B-883B54F8677D}" type="slidenum">
              <a:rPr lang="en-US" smtClean="0"/>
              <a:pPr/>
              <a:t>15</a:t>
            </a:fld>
            <a:endParaRPr lang="en-US"/>
          </a:p>
        </p:txBody>
      </p:sp>
    </p:spTree>
    <p:extLst>
      <p:ext uri="{BB962C8B-B14F-4D97-AF65-F5344CB8AC3E}">
        <p14:creationId xmlns:p14="http://schemas.microsoft.com/office/powerpoint/2010/main" val="236802143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4BE7B-7BCB-6036-4E69-B6E111D5964A}"/>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3B3B97E4-ACE9-1BFF-183C-24050AD8C9B0}"/>
              </a:ext>
            </a:extLst>
          </p:cNvPr>
          <p:cNvSpPr txBox="1">
            <a:spLocks/>
          </p:cNvSpPr>
          <p:nvPr/>
        </p:nvSpPr>
        <p:spPr>
          <a:xfrm>
            <a:off x="57599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marR="0" lvl="0" indent="-742950" algn="l" defTabSz="2437912" rtl="0" eaLnBrk="1" fontAlgn="auto" latinLnBrk="0" hangingPunct="1">
              <a:lnSpc>
                <a:spcPct val="110000"/>
              </a:lnSpc>
              <a:spcBef>
                <a:spcPts val="0"/>
              </a:spcBef>
              <a:spcAft>
                <a:spcPts val="0"/>
              </a:spcAft>
              <a:buClr>
                <a:srgbClr val="0F62FE"/>
              </a:buClr>
              <a:buSzTx/>
              <a:buFont typeface="Wingdings" pitchFamily="2" charset="2"/>
              <a:buAutoNum type="arabicPeriod"/>
              <a:tabLst/>
              <a:defRPr/>
            </a:pPr>
            <a:endParaRPr kumimoji="0" lang="en-US" sz="1800" b="0" i="0" u="none" strike="noStrike" kern="0" cap="none" spc="0" normalizeH="0" baseline="0" noProof="0">
              <a:ln>
                <a:noFill/>
              </a:ln>
              <a:solidFill>
                <a:srgbClr val="000000"/>
              </a:solidFill>
              <a:effectLst/>
              <a:uLnTx/>
              <a:uFillTx/>
              <a:latin typeface="IBM Plex Sans Light"/>
              <a:ea typeface="+mj-ea"/>
              <a:cs typeface="+mj-cs"/>
              <a:sym typeface="IBM Plex Sans"/>
            </a:endParaRPr>
          </a:p>
        </p:txBody>
      </p:sp>
      <p:sp>
        <p:nvSpPr>
          <p:cNvPr id="5" name="Footer Placeholder 4">
            <a:extLst>
              <a:ext uri="{FF2B5EF4-FFF2-40B4-BE49-F238E27FC236}">
                <a16:creationId xmlns:a16="http://schemas.microsoft.com/office/drawing/2014/main" id="{B5F22C88-ABEB-207C-BCE1-E0385DFF25C6}"/>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Consulting for Nestlé | IBM confidential</a:t>
            </a:r>
          </a:p>
        </p:txBody>
      </p:sp>
      <p:sp>
        <p:nvSpPr>
          <p:cNvPr id="6" name="Slide Number Placeholder 5">
            <a:extLst>
              <a:ext uri="{FF2B5EF4-FFF2-40B4-BE49-F238E27FC236}">
                <a16:creationId xmlns:a16="http://schemas.microsoft.com/office/drawing/2014/main" id="{B386AAFA-B902-B75A-B30A-4B49212B2CEA}"/>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16</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7" name="TextBox 26">
            <a:extLst>
              <a:ext uri="{FF2B5EF4-FFF2-40B4-BE49-F238E27FC236}">
                <a16:creationId xmlns:a16="http://schemas.microsoft.com/office/drawing/2014/main" id="{6A5A54AF-2D20-A0C1-F81F-85DDE1A58D50}"/>
              </a:ext>
            </a:extLst>
          </p:cNvPr>
          <p:cNvSpPr txBox="1"/>
          <p:nvPr/>
        </p:nvSpPr>
        <p:spPr>
          <a:xfrm>
            <a:off x="370663" y="510473"/>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F62FE"/>
                </a:solidFill>
                <a:effectLst/>
                <a:uLnTx/>
                <a:uFillTx/>
                <a:latin typeface="IBM Plex Sans Light"/>
                <a:ea typeface="+mn-ea"/>
                <a:cs typeface="+mn-cs"/>
              </a:rPr>
              <a:t>AP Transformation Initiatives Overview</a:t>
            </a:r>
          </a:p>
        </p:txBody>
      </p:sp>
      <p:sp>
        <p:nvSpPr>
          <p:cNvPr id="28" name="Text Placeholder 6">
            <a:extLst>
              <a:ext uri="{FF2B5EF4-FFF2-40B4-BE49-F238E27FC236}">
                <a16:creationId xmlns:a16="http://schemas.microsoft.com/office/drawing/2014/main" id="{9B8D7EE0-80FE-4FA5-FE49-32459DC3B16C}"/>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434"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a:ln>
                  <a:noFill/>
                </a:ln>
                <a:solidFill>
                  <a:srgbClr val="000000"/>
                </a:solidFill>
                <a:effectLst/>
                <a:uLnTx/>
                <a:uFillTx/>
                <a:latin typeface="IBM Plex Sans Light"/>
                <a:sym typeface="IBM Plex Sans Light"/>
              </a:rPr>
              <a:t>Nineteen initiatives directly addressing validated root causes</a:t>
            </a:r>
          </a:p>
        </p:txBody>
      </p:sp>
      <p:sp>
        <p:nvSpPr>
          <p:cNvPr id="2" name="Shape 3">
            <a:extLst>
              <a:ext uri="{FF2B5EF4-FFF2-40B4-BE49-F238E27FC236}">
                <a16:creationId xmlns:a16="http://schemas.microsoft.com/office/drawing/2014/main" id="{13A64D13-8A82-77D5-6977-3FADB4FBBBCC}"/>
              </a:ext>
            </a:extLst>
          </p:cNvPr>
          <p:cNvSpPr/>
          <p:nvPr/>
        </p:nvSpPr>
        <p:spPr>
          <a:xfrm>
            <a:off x="890216" y="2662439"/>
            <a:ext cx="4876800" cy="9532846"/>
          </a:xfrm>
          <a:prstGeom prst="rect">
            <a:avLst/>
          </a:prstGeom>
          <a:solidFill>
            <a:srgbClr val="0F62FE"/>
          </a:solidFill>
          <a:ln w="12700">
            <a:solidFill>
              <a:srgbClr val="333333"/>
            </a:solidFill>
            <a:prstDash val="solid"/>
          </a:ln>
        </p:spPr>
        <p:txBody>
          <a:bodyPr/>
          <a:lstStyle/>
          <a:p>
            <a:endParaRPr lang="en-US">
              <a:latin typeface="IBM Plex Sans" panose="020B0503050203000203" pitchFamily="34" charset="0"/>
            </a:endParaRPr>
          </a:p>
        </p:txBody>
      </p:sp>
      <p:sp>
        <p:nvSpPr>
          <p:cNvPr id="3" name="Text 4">
            <a:extLst>
              <a:ext uri="{FF2B5EF4-FFF2-40B4-BE49-F238E27FC236}">
                <a16:creationId xmlns:a16="http://schemas.microsoft.com/office/drawing/2014/main" id="{595FA158-6961-62AD-1E51-0970151D7B81}"/>
              </a:ext>
            </a:extLst>
          </p:cNvPr>
          <p:cNvSpPr/>
          <p:nvPr/>
        </p:nvSpPr>
        <p:spPr>
          <a:xfrm>
            <a:off x="1255976" y="3028199"/>
            <a:ext cx="4145280" cy="2682240"/>
          </a:xfrm>
          <a:prstGeom prst="rect">
            <a:avLst/>
          </a:prstGeom>
          <a:noFill/>
          <a:ln/>
        </p:spPr>
        <p:txBody>
          <a:bodyPr wrap="square" lIns="0" tIns="0" rIns="0" bIns="0"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800" b="1">
                <a:solidFill>
                  <a:srgbClr val="FFFFFF"/>
                </a:solidFill>
                <a:latin typeface="IBM Plex Sans Thin" panose="020B0203050203000203" pitchFamily="34" charset="0"/>
                <a:ea typeface="Calibri" pitchFamily="34" charset="-122"/>
                <a:cs typeface="Calibri" pitchFamily="34" charset="-120"/>
              </a:rPr>
              <a:t>19</a:t>
            </a:r>
            <a:endParaRPr lang="en-US" sz="20800" b="1">
              <a:latin typeface="IBM Plex Sans Thin" panose="020B0203050203000203" pitchFamily="34" charset="0"/>
            </a:endParaRPr>
          </a:p>
        </p:txBody>
      </p:sp>
      <p:sp>
        <p:nvSpPr>
          <p:cNvPr id="4" name="Text 5">
            <a:extLst>
              <a:ext uri="{FF2B5EF4-FFF2-40B4-BE49-F238E27FC236}">
                <a16:creationId xmlns:a16="http://schemas.microsoft.com/office/drawing/2014/main" id="{2578A2DC-FB2A-28E9-5EEB-708F804F3C0B}"/>
              </a:ext>
            </a:extLst>
          </p:cNvPr>
          <p:cNvSpPr/>
          <p:nvPr/>
        </p:nvSpPr>
        <p:spPr>
          <a:xfrm>
            <a:off x="1255976" y="5954279"/>
            <a:ext cx="4145280" cy="60960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800">
                <a:solidFill>
                  <a:srgbClr val="FFFFFF"/>
                </a:solidFill>
                <a:ea typeface="Calibri" pitchFamily="34" charset="-122"/>
                <a:cs typeface="Calibri" pitchFamily="34" charset="-120"/>
              </a:rPr>
              <a:t>Roadmap Opportunities</a:t>
            </a:r>
            <a:endParaRPr lang="en-US" sz="2800"/>
          </a:p>
        </p:txBody>
      </p:sp>
      <p:sp>
        <p:nvSpPr>
          <p:cNvPr id="8" name="Text 7">
            <a:extLst>
              <a:ext uri="{FF2B5EF4-FFF2-40B4-BE49-F238E27FC236}">
                <a16:creationId xmlns:a16="http://schemas.microsoft.com/office/drawing/2014/main" id="{D783D5B9-1A28-7CF5-42DD-17AE8B3FC76D}"/>
              </a:ext>
            </a:extLst>
          </p:cNvPr>
          <p:cNvSpPr/>
          <p:nvPr/>
        </p:nvSpPr>
        <p:spPr>
          <a:xfrm>
            <a:off x="1255976" y="9002279"/>
            <a:ext cx="170688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00">
                <a:solidFill>
                  <a:srgbClr val="DCE8FB"/>
                </a:solidFill>
                <a:ea typeface="Calibri" pitchFamily="34" charset="-122"/>
                <a:cs typeface="Calibri" pitchFamily="34" charset="-120"/>
              </a:rPr>
              <a:t>Process</a:t>
            </a:r>
            <a:endParaRPr lang="en-US" sz="2000"/>
          </a:p>
        </p:txBody>
      </p:sp>
      <p:sp>
        <p:nvSpPr>
          <p:cNvPr id="9" name="Text 8">
            <a:extLst>
              <a:ext uri="{FF2B5EF4-FFF2-40B4-BE49-F238E27FC236}">
                <a16:creationId xmlns:a16="http://schemas.microsoft.com/office/drawing/2014/main" id="{2D9B6FED-4E07-BCD3-0B4E-F01B6D25EDBF}"/>
              </a:ext>
            </a:extLst>
          </p:cNvPr>
          <p:cNvSpPr/>
          <p:nvPr/>
        </p:nvSpPr>
        <p:spPr>
          <a:xfrm>
            <a:off x="2292296" y="9002279"/>
            <a:ext cx="73152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ea typeface="Calibri" pitchFamily="34" charset="-122"/>
                <a:cs typeface="Calibri" pitchFamily="34" charset="-120"/>
              </a:rPr>
              <a:t>15</a:t>
            </a:r>
            <a:endParaRPr lang="en-US" sz="2000"/>
          </a:p>
        </p:txBody>
      </p:sp>
      <p:sp>
        <p:nvSpPr>
          <p:cNvPr id="10" name="Text 9">
            <a:extLst>
              <a:ext uri="{FF2B5EF4-FFF2-40B4-BE49-F238E27FC236}">
                <a16:creationId xmlns:a16="http://schemas.microsoft.com/office/drawing/2014/main" id="{CBD28229-280F-A44B-6C93-CE622F34036C}"/>
              </a:ext>
            </a:extLst>
          </p:cNvPr>
          <p:cNvSpPr/>
          <p:nvPr/>
        </p:nvSpPr>
        <p:spPr>
          <a:xfrm>
            <a:off x="3206696" y="9002279"/>
            <a:ext cx="170688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00">
                <a:solidFill>
                  <a:srgbClr val="DCE8FB"/>
                </a:solidFill>
                <a:ea typeface="Calibri" pitchFamily="34" charset="-122"/>
                <a:cs typeface="Calibri" pitchFamily="34" charset="-120"/>
              </a:rPr>
              <a:t>Technology</a:t>
            </a:r>
            <a:endParaRPr lang="en-US" sz="2000"/>
          </a:p>
        </p:txBody>
      </p:sp>
      <p:sp>
        <p:nvSpPr>
          <p:cNvPr id="11" name="Text 10">
            <a:extLst>
              <a:ext uri="{FF2B5EF4-FFF2-40B4-BE49-F238E27FC236}">
                <a16:creationId xmlns:a16="http://schemas.microsoft.com/office/drawing/2014/main" id="{78E66D8A-7654-02CC-D2BB-F7641CCF1579}"/>
              </a:ext>
            </a:extLst>
          </p:cNvPr>
          <p:cNvSpPr/>
          <p:nvPr/>
        </p:nvSpPr>
        <p:spPr>
          <a:xfrm>
            <a:off x="4243016" y="9002279"/>
            <a:ext cx="73152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ea typeface="Calibri" pitchFamily="34" charset="-122"/>
                <a:cs typeface="Calibri" pitchFamily="34" charset="-120"/>
              </a:rPr>
              <a:t>10</a:t>
            </a:r>
            <a:endParaRPr lang="en-US" sz="2000"/>
          </a:p>
        </p:txBody>
      </p:sp>
      <p:sp>
        <p:nvSpPr>
          <p:cNvPr id="12" name="Text 11">
            <a:extLst>
              <a:ext uri="{FF2B5EF4-FFF2-40B4-BE49-F238E27FC236}">
                <a16:creationId xmlns:a16="http://schemas.microsoft.com/office/drawing/2014/main" id="{1BF5AF10-3E5A-78ED-5B62-EA15EEE49122}"/>
              </a:ext>
            </a:extLst>
          </p:cNvPr>
          <p:cNvSpPr/>
          <p:nvPr/>
        </p:nvSpPr>
        <p:spPr>
          <a:xfrm>
            <a:off x="1255976" y="9733799"/>
            <a:ext cx="170688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00">
                <a:solidFill>
                  <a:srgbClr val="DCE8FB"/>
                </a:solidFill>
                <a:ea typeface="Calibri" pitchFamily="34" charset="-122"/>
                <a:cs typeface="Calibri" pitchFamily="34" charset="-120"/>
              </a:rPr>
              <a:t>Policy</a:t>
            </a:r>
            <a:endParaRPr lang="en-US" sz="2000"/>
          </a:p>
        </p:txBody>
      </p:sp>
      <p:sp>
        <p:nvSpPr>
          <p:cNvPr id="13" name="Text 12">
            <a:extLst>
              <a:ext uri="{FF2B5EF4-FFF2-40B4-BE49-F238E27FC236}">
                <a16:creationId xmlns:a16="http://schemas.microsoft.com/office/drawing/2014/main" id="{B95627A0-FE8C-B38C-4D2F-04C98A286F04}"/>
              </a:ext>
            </a:extLst>
          </p:cNvPr>
          <p:cNvSpPr/>
          <p:nvPr/>
        </p:nvSpPr>
        <p:spPr>
          <a:xfrm>
            <a:off x="2292296" y="9733799"/>
            <a:ext cx="73152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ea typeface="Calibri" pitchFamily="34" charset="-122"/>
                <a:cs typeface="Calibri" pitchFamily="34" charset="-120"/>
              </a:rPr>
              <a:t>2</a:t>
            </a:r>
            <a:endParaRPr lang="en-US" sz="2000"/>
          </a:p>
        </p:txBody>
      </p:sp>
      <p:sp>
        <p:nvSpPr>
          <p:cNvPr id="14" name="Text 13">
            <a:extLst>
              <a:ext uri="{FF2B5EF4-FFF2-40B4-BE49-F238E27FC236}">
                <a16:creationId xmlns:a16="http://schemas.microsoft.com/office/drawing/2014/main" id="{1B11EB23-A897-0860-258C-FF4586C4C45B}"/>
              </a:ext>
            </a:extLst>
          </p:cNvPr>
          <p:cNvSpPr/>
          <p:nvPr/>
        </p:nvSpPr>
        <p:spPr>
          <a:xfrm>
            <a:off x="3206696" y="9733799"/>
            <a:ext cx="170688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00">
                <a:solidFill>
                  <a:srgbClr val="DCE8FB"/>
                </a:solidFill>
                <a:ea typeface="Calibri" pitchFamily="34" charset="-122"/>
                <a:cs typeface="Calibri" pitchFamily="34" charset="-120"/>
              </a:rPr>
              <a:t>Data</a:t>
            </a:r>
            <a:endParaRPr lang="en-US" sz="2000"/>
          </a:p>
        </p:txBody>
      </p:sp>
      <p:sp>
        <p:nvSpPr>
          <p:cNvPr id="15" name="Text 14">
            <a:extLst>
              <a:ext uri="{FF2B5EF4-FFF2-40B4-BE49-F238E27FC236}">
                <a16:creationId xmlns:a16="http://schemas.microsoft.com/office/drawing/2014/main" id="{B65FF0E6-A904-913E-5E1C-A52F5583BCBF}"/>
              </a:ext>
            </a:extLst>
          </p:cNvPr>
          <p:cNvSpPr/>
          <p:nvPr/>
        </p:nvSpPr>
        <p:spPr>
          <a:xfrm>
            <a:off x="4243016" y="9733799"/>
            <a:ext cx="731520" cy="48768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ea typeface="Calibri" pitchFamily="34" charset="-122"/>
                <a:cs typeface="Calibri" pitchFamily="34" charset="-120"/>
              </a:rPr>
              <a:t>1</a:t>
            </a:r>
            <a:endParaRPr lang="en-US" sz="2000"/>
          </a:p>
        </p:txBody>
      </p:sp>
      <p:sp>
        <p:nvSpPr>
          <p:cNvPr id="20" name="Shape 19">
            <a:extLst>
              <a:ext uri="{FF2B5EF4-FFF2-40B4-BE49-F238E27FC236}">
                <a16:creationId xmlns:a16="http://schemas.microsoft.com/office/drawing/2014/main" id="{E54BE0AB-2E9E-B994-29E2-9F59F5E8E016}"/>
              </a:ext>
            </a:extLst>
          </p:cNvPr>
          <p:cNvSpPr/>
          <p:nvPr/>
        </p:nvSpPr>
        <p:spPr>
          <a:xfrm>
            <a:off x="6010856" y="2662439"/>
            <a:ext cx="8778240" cy="9532846"/>
          </a:xfrm>
          <a:prstGeom prst="rect">
            <a:avLst/>
          </a:prstGeom>
          <a:solidFill>
            <a:srgbClr val="FFFFFF"/>
          </a:solidFill>
          <a:ln w="12700">
            <a:solidFill>
              <a:schemeClr val="accent1"/>
            </a:solidFill>
            <a:prstDash val="solid"/>
          </a:ln>
        </p:spPr>
        <p:txBody>
          <a:bodyPr/>
          <a:lstStyle/>
          <a:p>
            <a:endParaRPr lang="en-US" sz="4400">
              <a:latin typeface="IBM Plex Sans" panose="020B0503050203000203" pitchFamily="34" charset="0"/>
            </a:endParaRPr>
          </a:p>
        </p:txBody>
      </p:sp>
      <p:sp>
        <p:nvSpPr>
          <p:cNvPr id="21" name="Text 20">
            <a:extLst>
              <a:ext uri="{FF2B5EF4-FFF2-40B4-BE49-F238E27FC236}">
                <a16:creationId xmlns:a16="http://schemas.microsoft.com/office/drawing/2014/main" id="{D2B16789-AFDB-FFC8-A956-688E41711FE7}"/>
              </a:ext>
            </a:extLst>
          </p:cNvPr>
          <p:cNvSpPr/>
          <p:nvPr/>
        </p:nvSpPr>
        <p:spPr>
          <a:xfrm>
            <a:off x="6498536" y="3028199"/>
            <a:ext cx="7802880" cy="48768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kern="0" spc="267">
                <a:solidFill>
                  <a:srgbClr val="0F62FE"/>
                </a:solidFill>
                <a:ea typeface="Calibri" pitchFamily="34" charset="-122"/>
                <a:cs typeface="Calibri" pitchFamily="34" charset="-120"/>
              </a:rPr>
              <a:t>PURPOSE</a:t>
            </a:r>
            <a:endParaRPr lang="en-US"/>
          </a:p>
        </p:txBody>
      </p:sp>
      <p:sp>
        <p:nvSpPr>
          <p:cNvPr id="22" name="Text 21">
            <a:extLst>
              <a:ext uri="{FF2B5EF4-FFF2-40B4-BE49-F238E27FC236}">
                <a16:creationId xmlns:a16="http://schemas.microsoft.com/office/drawing/2014/main" id="{4B743E60-C07E-4D25-AA5F-7BA5676B7476}"/>
              </a:ext>
            </a:extLst>
          </p:cNvPr>
          <p:cNvSpPr/>
          <p:nvPr/>
        </p:nvSpPr>
        <p:spPr>
          <a:xfrm>
            <a:off x="6498536" y="3515879"/>
            <a:ext cx="8045398" cy="158496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a:solidFill>
                  <a:srgbClr val="1F2937"/>
                </a:solidFill>
                <a:ea typeface="Calibri" pitchFamily="34" charset="-122"/>
                <a:cs typeface="Calibri" pitchFamily="34" charset="-120"/>
              </a:rPr>
              <a:t>Move Nestlé Accounts Payable to a touchless, tech-supported operating model — eliminating fragmented intake, manual matching loops and template‑based OCR friction.</a:t>
            </a:r>
            <a:endParaRPr lang="en-US"/>
          </a:p>
        </p:txBody>
      </p:sp>
      <p:sp>
        <p:nvSpPr>
          <p:cNvPr id="47" name="Shape 43">
            <a:extLst>
              <a:ext uri="{FF2B5EF4-FFF2-40B4-BE49-F238E27FC236}">
                <a16:creationId xmlns:a16="http://schemas.microsoft.com/office/drawing/2014/main" id="{EADEE627-13BB-C1A3-3710-57136101A68A}"/>
              </a:ext>
            </a:extLst>
          </p:cNvPr>
          <p:cNvSpPr/>
          <p:nvPr/>
        </p:nvSpPr>
        <p:spPr>
          <a:xfrm>
            <a:off x="15032936" y="2662439"/>
            <a:ext cx="8290560" cy="9532846"/>
          </a:xfrm>
          <a:prstGeom prst="rect">
            <a:avLst/>
          </a:prstGeom>
          <a:solidFill>
            <a:srgbClr val="FFFFFF"/>
          </a:solidFill>
          <a:ln w="12700">
            <a:solidFill>
              <a:schemeClr val="accent1"/>
            </a:solidFill>
            <a:prstDash val="solid"/>
          </a:ln>
        </p:spPr>
        <p:txBody>
          <a:bodyPr/>
          <a:lstStyle/>
          <a:p>
            <a:endParaRPr lang="en-US" sz="4400">
              <a:latin typeface="IBM Plex Sans" panose="020B0503050203000203" pitchFamily="34" charset="0"/>
            </a:endParaRPr>
          </a:p>
        </p:txBody>
      </p:sp>
      <p:sp>
        <p:nvSpPr>
          <p:cNvPr id="48" name="Text 44">
            <a:extLst>
              <a:ext uri="{FF2B5EF4-FFF2-40B4-BE49-F238E27FC236}">
                <a16:creationId xmlns:a16="http://schemas.microsoft.com/office/drawing/2014/main" id="{1D0E1F7A-6F24-325B-81A9-AC0804263A6C}"/>
              </a:ext>
            </a:extLst>
          </p:cNvPr>
          <p:cNvSpPr/>
          <p:nvPr/>
        </p:nvSpPr>
        <p:spPr>
          <a:xfrm>
            <a:off x="15520616" y="3028199"/>
            <a:ext cx="7802880" cy="48768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kern="0" spc="267">
                <a:solidFill>
                  <a:srgbClr val="0F62FE"/>
                </a:solidFill>
                <a:ea typeface="Calibri" pitchFamily="34" charset="-122"/>
                <a:cs typeface="Calibri" pitchFamily="34" charset="-120"/>
              </a:rPr>
              <a:t>EXPECTED OUTCOMES</a:t>
            </a:r>
            <a:endParaRPr lang="en-US"/>
          </a:p>
        </p:txBody>
      </p:sp>
      <p:sp>
        <p:nvSpPr>
          <p:cNvPr id="49" name="Shape 45">
            <a:extLst>
              <a:ext uri="{FF2B5EF4-FFF2-40B4-BE49-F238E27FC236}">
                <a16:creationId xmlns:a16="http://schemas.microsoft.com/office/drawing/2014/main" id="{14CB5497-81A9-74E1-8FFD-9918516D1302}"/>
              </a:ext>
            </a:extLst>
          </p:cNvPr>
          <p:cNvSpPr/>
          <p:nvPr/>
        </p:nvSpPr>
        <p:spPr>
          <a:xfrm>
            <a:off x="15520616" y="3698759"/>
            <a:ext cx="73152" cy="1158240"/>
          </a:xfrm>
          <a:prstGeom prst="rect">
            <a:avLst/>
          </a:prstGeom>
          <a:solidFill>
            <a:srgbClr val="0F62FE"/>
          </a:solidFill>
          <a:ln w="12700">
            <a:solidFill>
              <a:srgbClr val="333333"/>
            </a:solidFill>
            <a:prstDash val="solid"/>
          </a:ln>
        </p:spPr>
        <p:txBody>
          <a:bodyPr/>
          <a:lstStyle/>
          <a:p>
            <a:endParaRPr lang="en-US" sz="5400"/>
          </a:p>
        </p:txBody>
      </p:sp>
      <p:sp>
        <p:nvSpPr>
          <p:cNvPr id="50" name="Text 46">
            <a:extLst>
              <a:ext uri="{FF2B5EF4-FFF2-40B4-BE49-F238E27FC236}">
                <a16:creationId xmlns:a16="http://schemas.microsoft.com/office/drawing/2014/main" id="{61D6129F-9314-AE18-E90C-BA54021602B2}"/>
              </a:ext>
            </a:extLst>
          </p:cNvPr>
          <p:cNvSpPr/>
          <p:nvPr/>
        </p:nvSpPr>
        <p:spPr>
          <a:xfrm>
            <a:off x="15764456" y="3698759"/>
            <a:ext cx="7559040" cy="4876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3200" b="1">
                <a:solidFill>
                  <a:srgbClr val="0F1A33"/>
                </a:solidFill>
                <a:ea typeface="Calibri" pitchFamily="34" charset="-122"/>
                <a:cs typeface="Calibri" pitchFamily="34" charset="-120"/>
              </a:rPr>
              <a:t>Operational efficiency</a:t>
            </a:r>
            <a:endParaRPr lang="en-US" sz="3200"/>
          </a:p>
        </p:txBody>
      </p:sp>
      <p:sp>
        <p:nvSpPr>
          <p:cNvPr id="51" name="Text 47">
            <a:extLst>
              <a:ext uri="{FF2B5EF4-FFF2-40B4-BE49-F238E27FC236}">
                <a16:creationId xmlns:a16="http://schemas.microsoft.com/office/drawing/2014/main" id="{F85CDD05-2E17-FDFB-24CE-F60817275B38}"/>
              </a:ext>
            </a:extLst>
          </p:cNvPr>
          <p:cNvSpPr/>
          <p:nvPr/>
        </p:nvSpPr>
        <p:spPr>
          <a:xfrm>
            <a:off x="15764456" y="4125479"/>
            <a:ext cx="7559040" cy="7924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a:solidFill>
                  <a:srgbClr val="6B7280"/>
                </a:solidFill>
                <a:ea typeface="Calibri" pitchFamily="34" charset="-122"/>
                <a:cs typeface="Calibri" pitchFamily="34" charset="-120"/>
              </a:rPr>
              <a:t>Eliminate manual relay; reduce touches per invoice.</a:t>
            </a:r>
            <a:endParaRPr lang="en-US"/>
          </a:p>
        </p:txBody>
      </p:sp>
      <p:sp>
        <p:nvSpPr>
          <p:cNvPr id="52" name="Shape 48">
            <a:extLst>
              <a:ext uri="{FF2B5EF4-FFF2-40B4-BE49-F238E27FC236}">
                <a16:creationId xmlns:a16="http://schemas.microsoft.com/office/drawing/2014/main" id="{3077A832-726D-DE35-4A16-7E42A27B7B3A}"/>
              </a:ext>
            </a:extLst>
          </p:cNvPr>
          <p:cNvSpPr/>
          <p:nvPr/>
        </p:nvSpPr>
        <p:spPr>
          <a:xfrm>
            <a:off x="15520616" y="5100839"/>
            <a:ext cx="73152" cy="1158240"/>
          </a:xfrm>
          <a:prstGeom prst="rect">
            <a:avLst/>
          </a:prstGeom>
          <a:solidFill>
            <a:srgbClr val="0F62FE"/>
          </a:solidFill>
          <a:ln w="12700">
            <a:solidFill>
              <a:srgbClr val="333333"/>
            </a:solidFill>
            <a:prstDash val="solid"/>
          </a:ln>
        </p:spPr>
        <p:txBody>
          <a:bodyPr/>
          <a:lstStyle/>
          <a:p>
            <a:endParaRPr lang="en-US" sz="5400"/>
          </a:p>
        </p:txBody>
      </p:sp>
      <p:sp>
        <p:nvSpPr>
          <p:cNvPr id="53" name="Text 49">
            <a:extLst>
              <a:ext uri="{FF2B5EF4-FFF2-40B4-BE49-F238E27FC236}">
                <a16:creationId xmlns:a16="http://schemas.microsoft.com/office/drawing/2014/main" id="{857DAA00-3115-8A66-A7C5-3540700FCC41}"/>
              </a:ext>
            </a:extLst>
          </p:cNvPr>
          <p:cNvSpPr/>
          <p:nvPr/>
        </p:nvSpPr>
        <p:spPr>
          <a:xfrm>
            <a:off x="15764456" y="5100839"/>
            <a:ext cx="7559040" cy="4876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3200" b="1">
                <a:solidFill>
                  <a:srgbClr val="0F1A33"/>
                </a:solidFill>
                <a:ea typeface="Calibri" pitchFamily="34" charset="-122"/>
                <a:cs typeface="Calibri" pitchFamily="34" charset="-120"/>
              </a:rPr>
              <a:t>Supplier relationships</a:t>
            </a:r>
            <a:endParaRPr lang="en-US" sz="3200"/>
          </a:p>
        </p:txBody>
      </p:sp>
      <p:sp>
        <p:nvSpPr>
          <p:cNvPr id="54" name="Text 50">
            <a:extLst>
              <a:ext uri="{FF2B5EF4-FFF2-40B4-BE49-F238E27FC236}">
                <a16:creationId xmlns:a16="http://schemas.microsoft.com/office/drawing/2014/main" id="{F5AD84D0-9ED3-DCE5-96A1-084F5B0FE0B0}"/>
              </a:ext>
            </a:extLst>
          </p:cNvPr>
          <p:cNvSpPr/>
          <p:nvPr/>
        </p:nvSpPr>
        <p:spPr>
          <a:xfrm>
            <a:off x="15764456" y="5527559"/>
            <a:ext cx="7559040" cy="7924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a:solidFill>
                  <a:srgbClr val="6B7280"/>
                </a:solidFill>
                <a:ea typeface="Calibri" pitchFamily="34" charset="-122"/>
                <a:cs typeface="Calibri" pitchFamily="34" charset="-120"/>
              </a:rPr>
              <a:t>Single intake, governed payment terms, faster cycle.</a:t>
            </a:r>
            <a:endParaRPr lang="en-US"/>
          </a:p>
        </p:txBody>
      </p:sp>
      <p:sp>
        <p:nvSpPr>
          <p:cNvPr id="55" name="Shape 51">
            <a:extLst>
              <a:ext uri="{FF2B5EF4-FFF2-40B4-BE49-F238E27FC236}">
                <a16:creationId xmlns:a16="http://schemas.microsoft.com/office/drawing/2014/main" id="{74AE78F1-36D7-A653-7D02-76595C68ACE2}"/>
              </a:ext>
            </a:extLst>
          </p:cNvPr>
          <p:cNvSpPr/>
          <p:nvPr/>
        </p:nvSpPr>
        <p:spPr>
          <a:xfrm>
            <a:off x="15520616" y="6502919"/>
            <a:ext cx="73152" cy="1158240"/>
          </a:xfrm>
          <a:prstGeom prst="rect">
            <a:avLst/>
          </a:prstGeom>
          <a:solidFill>
            <a:srgbClr val="0F62FE"/>
          </a:solidFill>
          <a:ln w="12700">
            <a:solidFill>
              <a:srgbClr val="333333"/>
            </a:solidFill>
            <a:prstDash val="solid"/>
          </a:ln>
        </p:spPr>
        <p:txBody>
          <a:bodyPr/>
          <a:lstStyle/>
          <a:p>
            <a:endParaRPr lang="en-US" sz="5400"/>
          </a:p>
        </p:txBody>
      </p:sp>
      <p:sp>
        <p:nvSpPr>
          <p:cNvPr id="56" name="Text 52">
            <a:extLst>
              <a:ext uri="{FF2B5EF4-FFF2-40B4-BE49-F238E27FC236}">
                <a16:creationId xmlns:a16="http://schemas.microsoft.com/office/drawing/2014/main" id="{60564C89-5FBE-EB90-67C6-19637F8C1B58}"/>
              </a:ext>
            </a:extLst>
          </p:cNvPr>
          <p:cNvSpPr/>
          <p:nvPr/>
        </p:nvSpPr>
        <p:spPr>
          <a:xfrm>
            <a:off x="15764456" y="6502919"/>
            <a:ext cx="7559040" cy="4876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3200" b="1">
                <a:solidFill>
                  <a:srgbClr val="0F1A33"/>
                </a:solidFill>
                <a:ea typeface="Calibri" pitchFamily="34" charset="-122"/>
                <a:cs typeface="Calibri" pitchFamily="34" charset="-120"/>
              </a:rPr>
              <a:t>Compliance &amp; risk</a:t>
            </a:r>
            <a:endParaRPr lang="en-US" sz="3200"/>
          </a:p>
        </p:txBody>
      </p:sp>
      <p:sp>
        <p:nvSpPr>
          <p:cNvPr id="57" name="Text 53">
            <a:extLst>
              <a:ext uri="{FF2B5EF4-FFF2-40B4-BE49-F238E27FC236}">
                <a16:creationId xmlns:a16="http://schemas.microsoft.com/office/drawing/2014/main" id="{09DAEE01-65AA-BBD4-59A5-AB70F2E37049}"/>
              </a:ext>
            </a:extLst>
          </p:cNvPr>
          <p:cNvSpPr/>
          <p:nvPr/>
        </p:nvSpPr>
        <p:spPr>
          <a:xfrm>
            <a:off x="15764456" y="6929639"/>
            <a:ext cx="7559040" cy="7924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a:solidFill>
                  <a:srgbClr val="6B7280"/>
                </a:solidFill>
                <a:ea typeface="Calibri" pitchFamily="34" charset="-122"/>
                <a:cs typeface="Calibri" pitchFamily="34" charset="-120"/>
              </a:rPr>
              <a:t>No‑PO‑No‑Pay enforced; central tax governance and audit trail.</a:t>
            </a:r>
            <a:endParaRPr lang="en-US"/>
          </a:p>
        </p:txBody>
      </p:sp>
      <p:sp>
        <p:nvSpPr>
          <p:cNvPr id="58" name="Shape 54">
            <a:extLst>
              <a:ext uri="{FF2B5EF4-FFF2-40B4-BE49-F238E27FC236}">
                <a16:creationId xmlns:a16="http://schemas.microsoft.com/office/drawing/2014/main" id="{4FE3C296-9F24-67B7-7A8E-D40E99CB48D3}"/>
              </a:ext>
            </a:extLst>
          </p:cNvPr>
          <p:cNvSpPr/>
          <p:nvPr/>
        </p:nvSpPr>
        <p:spPr>
          <a:xfrm>
            <a:off x="15520616" y="7904999"/>
            <a:ext cx="73152" cy="1158240"/>
          </a:xfrm>
          <a:prstGeom prst="rect">
            <a:avLst/>
          </a:prstGeom>
          <a:solidFill>
            <a:srgbClr val="0F62FE"/>
          </a:solidFill>
          <a:ln w="12700">
            <a:solidFill>
              <a:srgbClr val="333333"/>
            </a:solidFill>
            <a:prstDash val="solid"/>
          </a:ln>
        </p:spPr>
        <p:txBody>
          <a:bodyPr/>
          <a:lstStyle/>
          <a:p>
            <a:endParaRPr lang="en-US" sz="5400"/>
          </a:p>
        </p:txBody>
      </p:sp>
      <p:sp>
        <p:nvSpPr>
          <p:cNvPr id="59" name="Text 55">
            <a:extLst>
              <a:ext uri="{FF2B5EF4-FFF2-40B4-BE49-F238E27FC236}">
                <a16:creationId xmlns:a16="http://schemas.microsoft.com/office/drawing/2014/main" id="{5205E7FF-04DF-3503-D0F6-852E48A611B8}"/>
              </a:ext>
            </a:extLst>
          </p:cNvPr>
          <p:cNvSpPr/>
          <p:nvPr/>
        </p:nvSpPr>
        <p:spPr>
          <a:xfrm>
            <a:off x="15764456" y="7904999"/>
            <a:ext cx="7559040" cy="4876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3200" b="1">
                <a:solidFill>
                  <a:srgbClr val="0F1A33"/>
                </a:solidFill>
                <a:ea typeface="Calibri" pitchFamily="34" charset="-122"/>
                <a:cs typeface="Calibri" pitchFamily="34" charset="-120"/>
              </a:rPr>
              <a:t>Cost reduction</a:t>
            </a:r>
            <a:endParaRPr lang="en-US" sz="3200"/>
          </a:p>
        </p:txBody>
      </p:sp>
      <p:sp>
        <p:nvSpPr>
          <p:cNvPr id="60" name="Text 56">
            <a:extLst>
              <a:ext uri="{FF2B5EF4-FFF2-40B4-BE49-F238E27FC236}">
                <a16:creationId xmlns:a16="http://schemas.microsoft.com/office/drawing/2014/main" id="{D70206E4-9120-53BF-A5D2-1CE9A0C2DE72}"/>
              </a:ext>
            </a:extLst>
          </p:cNvPr>
          <p:cNvSpPr/>
          <p:nvPr/>
        </p:nvSpPr>
        <p:spPr>
          <a:xfrm>
            <a:off x="15764456" y="8331719"/>
            <a:ext cx="7559040" cy="7924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a:solidFill>
                  <a:srgbClr val="6B7280"/>
                </a:solidFill>
                <a:ea typeface="Calibri" pitchFamily="34" charset="-122"/>
                <a:cs typeface="Calibri" pitchFamily="34" charset="-120"/>
              </a:rPr>
              <a:t>Touchless processing, retired RPA bridges and template IDP.</a:t>
            </a:r>
            <a:endParaRPr lang="en-US"/>
          </a:p>
        </p:txBody>
      </p:sp>
      <p:sp>
        <p:nvSpPr>
          <p:cNvPr id="61" name="Text 57">
            <a:extLst>
              <a:ext uri="{FF2B5EF4-FFF2-40B4-BE49-F238E27FC236}">
                <a16:creationId xmlns:a16="http://schemas.microsoft.com/office/drawing/2014/main" id="{DC397024-D18B-95AD-F216-C622D62F1256}"/>
              </a:ext>
            </a:extLst>
          </p:cNvPr>
          <p:cNvSpPr/>
          <p:nvPr/>
        </p:nvSpPr>
        <p:spPr>
          <a:xfrm>
            <a:off x="15520616" y="9794759"/>
            <a:ext cx="7802880" cy="48768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0F62FE"/>
                </a:solidFill>
                <a:latin typeface="IBM Plex Sans" panose="020B0503050203000203" pitchFamily="34" charset="0"/>
                <a:ea typeface="Calibri" pitchFamily="34" charset="-122"/>
                <a:cs typeface="Calibri" pitchFamily="34" charset="-120"/>
              </a:rPr>
              <a:t>LINKED NESTLÉ IT INITIATIVES</a:t>
            </a:r>
            <a:endParaRPr lang="en-US" sz="1800">
              <a:latin typeface="IBM Plex Sans" panose="020B0503050203000203" pitchFamily="34" charset="0"/>
            </a:endParaRPr>
          </a:p>
        </p:txBody>
      </p:sp>
      <p:sp>
        <p:nvSpPr>
          <p:cNvPr id="62" name="Text 58">
            <a:extLst>
              <a:ext uri="{FF2B5EF4-FFF2-40B4-BE49-F238E27FC236}">
                <a16:creationId xmlns:a16="http://schemas.microsoft.com/office/drawing/2014/main" id="{01AB11F9-0461-5622-CDAB-B60A8BE5355C}"/>
              </a:ext>
            </a:extLst>
          </p:cNvPr>
          <p:cNvSpPr/>
          <p:nvPr/>
        </p:nvSpPr>
        <p:spPr>
          <a:xfrm>
            <a:off x="15520616" y="10282439"/>
            <a:ext cx="7802880" cy="170688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00">
                <a:solidFill>
                  <a:srgbClr val="1F2937"/>
                </a:solidFill>
                <a:latin typeface="IBM Plex Sans" panose="020B0503050203000203" pitchFamily="34" charset="0"/>
                <a:ea typeface="Calibri" pitchFamily="34" charset="-122"/>
                <a:cs typeface="Calibri" pitchFamily="34" charset="-120"/>
              </a:rPr>
              <a:t>Appzen · Pagero · Tungsten · SAP · ServiceNow · Nestlé Automation Engine</a:t>
            </a:r>
            <a:endParaRPr lang="en-US" sz="2000">
              <a:latin typeface="IBM Plex Sans" panose="020B0503050203000203" pitchFamily="34" charset="0"/>
            </a:endParaRPr>
          </a:p>
        </p:txBody>
      </p:sp>
      <p:sp>
        <p:nvSpPr>
          <p:cNvPr id="140" name="Text 22">
            <a:extLst>
              <a:ext uri="{FF2B5EF4-FFF2-40B4-BE49-F238E27FC236}">
                <a16:creationId xmlns:a16="http://schemas.microsoft.com/office/drawing/2014/main" id="{E1F82D16-EB67-70ED-4AE4-5FA5702E0F90}"/>
              </a:ext>
            </a:extLst>
          </p:cNvPr>
          <p:cNvSpPr/>
          <p:nvPr/>
        </p:nvSpPr>
        <p:spPr>
          <a:xfrm>
            <a:off x="6498536" y="5161799"/>
            <a:ext cx="7802880" cy="48768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00" b="1" kern="0" spc="267">
                <a:solidFill>
                  <a:srgbClr val="0F62FE"/>
                </a:solidFill>
                <a:latin typeface="IBM Plex Sans" panose="020B0503050203000203" pitchFamily="34" charset="0"/>
                <a:ea typeface="Calibri" pitchFamily="34" charset="-122"/>
                <a:cs typeface="Calibri" pitchFamily="34" charset="-120"/>
              </a:rPr>
              <a:t>TOP 5 BY PRIORITY</a:t>
            </a:r>
            <a:endParaRPr lang="en-US" sz="2000">
              <a:latin typeface="IBM Plex Sans" panose="020B0503050203000203" pitchFamily="34" charset="0"/>
            </a:endParaRPr>
          </a:p>
        </p:txBody>
      </p:sp>
      <p:sp>
        <p:nvSpPr>
          <p:cNvPr id="7" name="Rectangle 6">
            <a:extLst>
              <a:ext uri="{FF2B5EF4-FFF2-40B4-BE49-F238E27FC236}">
                <a16:creationId xmlns:a16="http://schemas.microsoft.com/office/drawing/2014/main" id="{94FEE830-F8B6-9F0C-4C82-A43B2D6FBD42}"/>
              </a:ext>
            </a:extLst>
          </p:cNvPr>
          <p:cNvSpPr/>
          <p:nvPr/>
        </p:nvSpPr>
        <p:spPr bwMode="auto">
          <a:xfrm>
            <a:off x="17716210" y="35015"/>
            <a:ext cx="6638926" cy="3429906"/>
          </a:xfrm>
          <a:prstGeom prst="rect">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5400" b="0" i="0" u="none" strike="noStrike" cap="none" normalizeH="0" baseline="0">
                <a:ln>
                  <a:noFill/>
                </a:ln>
                <a:solidFill>
                  <a:schemeClr val="accent6"/>
                </a:solidFill>
                <a:effectLst/>
                <a:latin typeface="+mn-lt"/>
              </a:rPr>
              <a:t>Grace update based on Ola’s validation</a:t>
            </a:r>
          </a:p>
        </p:txBody>
      </p:sp>
      <p:sp>
        <p:nvSpPr>
          <p:cNvPr id="17" name="Text 24">
            <a:extLst>
              <a:ext uri="{FF2B5EF4-FFF2-40B4-BE49-F238E27FC236}">
                <a16:creationId xmlns:a16="http://schemas.microsoft.com/office/drawing/2014/main" id="{A01153B0-A2BA-7057-43E6-B227EBAD6752}"/>
              </a:ext>
            </a:extLst>
          </p:cNvPr>
          <p:cNvSpPr/>
          <p:nvPr/>
        </p:nvSpPr>
        <p:spPr>
          <a:xfrm>
            <a:off x="6499277" y="5832493"/>
            <a:ext cx="548568" cy="39009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defTabSz="1219018"/>
            <a:r>
              <a:rPr lang="en-US" sz="1800" b="1">
                <a:solidFill>
                  <a:srgbClr val="B42318"/>
                </a:solidFill>
                <a:latin typeface="IBM Plex Sans" panose="020B0503050203000203" pitchFamily="34" charset="0"/>
                <a:ea typeface="Calibri" pitchFamily="34" charset="-122"/>
                <a:cs typeface="Calibri" pitchFamily="34" charset="-120"/>
              </a:rPr>
              <a:t>P1</a:t>
            </a:r>
            <a:endParaRPr lang="en-US" sz="1800">
              <a:solidFill>
                <a:srgbClr val="000000"/>
              </a:solidFill>
              <a:latin typeface="IBM Plex Sans" panose="020B0503050203000203" pitchFamily="34" charset="0"/>
            </a:endParaRPr>
          </a:p>
        </p:txBody>
      </p:sp>
      <p:sp>
        <p:nvSpPr>
          <p:cNvPr id="19" name="Text 25">
            <a:extLst>
              <a:ext uri="{FF2B5EF4-FFF2-40B4-BE49-F238E27FC236}">
                <a16:creationId xmlns:a16="http://schemas.microsoft.com/office/drawing/2014/main" id="{0A11FDC9-E817-2C75-AB26-0DA3D25F2B4C}"/>
              </a:ext>
            </a:extLst>
          </p:cNvPr>
          <p:cNvSpPr/>
          <p:nvPr/>
        </p:nvSpPr>
        <p:spPr>
          <a:xfrm>
            <a:off x="7169749" y="5771540"/>
            <a:ext cx="7070440" cy="42666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1800" b="1" kern="0" spc="266">
                <a:solidFill>
                  <a:srgbClr val="0F62FE"/>
                </a:solidFill>
                <a:latin typeface="IBM Plex Sans" panose="020B0503050203000203" pitchFamily="34" charset="0"/>
                <a:ea typeface="Calibri" pitchFamily="34" charset="-122"/>
                <a:cs typeface="Calibri" pitchFamily="34" charset="-120"/>
              </a:rPr>
              <a:t>INV. MATCHING</a:t>
            </a:r>
            <a:endParaRPr lang="en-US" sz="1800">
              <a:solidFill>
                <a:srgbClr val="000000"/>
              </a:solidFill>
              <a:latin typeface="IBM Plex Sans" panose="020B0503050203000203" pitchFamily="34" charset="0"/>
            </a:endParaRPr>
          </a:p>
        </p:txBody>
      </p:sp>
      <p:sp>
        <p:nvSpPr>
          <p:cNvPr id="24" name="Text 26">
            <a:extLst>
              <a:ext uri="{FF2B5EF4-FFF2-40B4-BE49-F238E27FC236}">
                <a16:creationId xmlns:a16="http://schemas.microsoft.com/office/drawing/2014/main" id="{349054F0-3B77-89DA-4E38-311A768D0FA1}"/>
              </a:ext>
            </a:extLst>
          </p:cNvPr>
          <p:cNvSpPr/>
          <p:nvPr/>
        </p:nvSpPr>
        <p:spPr>
          <a:xfrm>
            <a:off x="7169749" y="6259158"/>
            <a:ext cx="7070440" cy="731424"/>
          </a:xfrm>
          <a:prstGeom prst="rect">
            <a:avLst/>
          </a:prstGeom>
          <a:noFill/>
          <a:ln/>
        </p:spPr>
        <p:txBody>
          <a:bodyPr wrap="square" lIns="0" tIns="0" rIns="0" bIns="0" rtlCol="0" anchor="t"/>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2400" b="1">
                <a:solidFill>
                  <a:srgbClr val="1F2937"/>
                </a:solidFill>
                <a:latin typeface="IBM Plex Sans" panose="020B0503050203000203" pitchFamily="34" charset="0"/>
                <a:ea typeface="Calibri" pitchFamily="34" charset="-122"/>
                <a:cs typeface="Calibri" pitchFamily="34" charset="-120"/>
              </a:rPr>
              <a:t>Vendor Master Data Quality Improvement</a:t>
            </a:r>
            <a:endParaRPr lang="en-US" sz="2400">
              <a:solidFill>
                <a:srgbClr val="000000"/>
              </a:solidFill>
              <a:latin typeface="IBM Plex Sans" panose="020B0503050203000203" pitchFamily="34" charset="0"/>
            </a:endParaRPr>
          </a:p>
        </p:txBody>
      </p:sp>
      <p:sp>
        <p:nvSpPr>
          <p:cNvPr id="29" name="Text 28">
            <a:extLst>
              <a:ext uri="{FF2B5EF4-FFF2-40B4-BE49-F238E27FC236}">
                <a16:creationId xmlns:a16="http://schemas.microsoft.com/office/drawing/2014/main" id="{C9BCD13C-F974-8270-604C-9042007FB5E7}"/>
              </a:ext>
            </a:extLst>
          </p:cNvPr>
          <p:cNvSpPr/>
          <p:nvPr/>
        </p:nvSpPr>
        <p:spPr>
          <a:xfrm>
            <a:off x="6499277" y="7112487"/>
            <a:ext cx="548568" cy="39009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defTabSz="1219018"/>
            <a:r>
              <a:rPr lang="en-US" sz="1800" b="1">
                <a:solidFill>
                  <a:srgbClr val="B42318"/>
                </a:solidFill>
                <a:latin typeface="IBM Plex Sans" panose="020B0503050203000203" pitchFamily="34" charset="0"/>
                <a:ea typeface="Calibri" pitchFamily="34" charset="-122"/>
                <a:cs typeface="Calibri" pitchFamily="34" charset="-120"/>
              </a:rPr>
              <a:t>P1</a:t>
            </a:r>
            <a:endParaRPr lang="en-US" sz="1800">
              <a:solidFill>
                <a:srgbClr val="000000"/>
              </a:solidFill>
              <a:latin typeface="IBM Plex Sans" panose="020B0503050203000203" pitchFamily="34" charset="0"/>
            </a:endParaRPr>
          </a:p>
        </p:txBody>
      </p:sp>
      <p:sp>
        <p:nvSpPr>
          <p:cNvPr id="31" name="Text 29">
            <a:extLst>
              <a:ext uri="{FF2B5EF4-FFF2-40B4-BE49-F238E27FC236}">
                <a16:creationId xmlns:a16="http://schemas.microsoft.com/office/drawing/2014/main" id="{1E3BDC41-36AD-D5D6-B442-97A403E682F1}"/>
              </a:ext>
            </a:extLst>
          </p:cNvPr>
          <p:cNvSpPr/>
          <p:nvPr/>
        </p:nvSpPr>
        <p:spPr>
          <a:xfrm>
            <a:off x="7169749" y="7051534"/>
            <a:ext cx="7070440" cy="42666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1800" b="1" kern="0" spc="266">
                <a:solidFill>
                  <a:srgbClr val="0F62FE"/>
                </a:solidFill>
                <a:latin typeface="IBM Plex Sans" panose="020B0503050203000203" pitchFamily="34" charset="0"/>
                <a:ea typeface="Calibri" pitchFamily="34" charset="-122"/>
                <a:cs typeface="Calibri" pitchFamily="34" charset="-120"/>
              </a:rPr>
              <a:t>MULTIPLE TOUCH</a:t>
            </a:r>
            <a:endParaRPr lang="en-US" sz="1800">
              <a:solidFill>
                <a:srgbClr val="000000"/>
              </a:solidFill>
              <a:latin typeface="IBM Plex Sans" panose="020B0503050203000203" pitchFamily="34" charset="0"/>
            </a:endParaRPr>
          </a:p>
        </p:txBody>
      </p:sp>
      <p:sp>
        <p:nvSpPr>
          <p:cNvPr id="33" name="Text 32">
            <a:extLst>
              <a:ext uri="{FF2B5EF4-FFF2-40B4-BE49-F238E27FC236}">
                <a16:creationId xmlns:a16="http://schemas.microsoft.com/office/drawing/2014/main" id="{6A9F04DF-4A55-4E4B-C613-7B3035B35E5F}"/>
              </a:ext>
            </a:extLst>
          </p:cNvPr>
          <p:cNvSpPr/>
          <p:nvPr/>
        </p:nvSpPr>
        <p:spPr>
          <a:xfrm>
            <a:off x="6499277" y="8392479"/>
            <a:ext cx="548568" cy="39009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defTabSz="1219018"/>
            <a:r>
              <a:rPr lang="en-US" sz="1800" b="1">
                <a:solidFill>
                  <a:srgbClr val="B42318"/>
                </a:solidFill>
                <a:latin typeface="IBM Plex Sans" panose="020B0503050203000203" pitchFamily="34" charset="0"/>
                <a:ea typeface="Calibri" pitchFamily="34" charset="-122"/>
                <a:cs typeface="Calibri" pitchFamily="34" charset="-120"/>
              </a:rPr>
              <a:t>P1</a:t>
            </a:r>
            <a:endParaRPr lang="en-US" sz="1800">
              <a:solidFill>
                <a:srgbClr val="000000"/>
              </a:solidFill>
              <a:latin typeface="IBM Plex Sans" panose="020B0503050203000203" pitchFamily="34" charset="0"/>
            </a:endParaRPr>
          </a:p>
        </p:txBody>
      </p:sp>
      <p:sp>
        <p:nvSpPr>
          <p:cNvPr id="35" name="Text 33">
            <a:extLst>
              <a:ext uri="{FF2B5EF4-FFF2-40B4-BE49-F238E27FC236}">
                <a16:creationId xmlns:a16="http://schemas.microsoft.com/office/drawing/2014/main" id="{AADF21B2-A423-67CD-F4E3-6B71EFF75523}"/>
              </a:ext>
            </a:extLst>
          </p:cNvPr>
          <p:cNvSpPr/>
          <p:nvPr/>
        </p:nvSpPr>
        <p:spPr>
          <a:xfrm>
            <a:off x="7169749" y="8331528"/>
            <a:ext cx="7070440" cy="42666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1800" b="1" kern="0" spc="266">
                <a:solidFill>
                  <a:srgbClr val="0F62FE"/>
                </a:solidFill>
                <a:latin typeface="IBM Plex Sans" panose="020B0503050203000203" pitchFamily="34" charset="0"/>
                <a:ea typeface="Calibri" pitchFamily="34" charset="-122"/>
                <a:cs typeface="Calibri" pitchFamily="34" charset="-120"/>
              </a:rPr>
              <a:t>INV. MATCHING</a:t>
            </a:r>
            <a:endParaRPr lang="en-US" sz="1800">
              <a:solidFill>
                <a:srgbClr val="000000"/>
              </a:solidFill>
              <a:latin typeface="IBM Plex Sans" panose="020B0503050203000203" pitchFamily="34" charset="0"/>
            </a:endParaRPr>
          </a:p>
        </p:txBody>
      </p:sp>
      <p:sp>
        <p:nvSpPr>
          <p:cNvPr id="37" name="Text 34">
            <a:extLst>
              <a:ext uri="{FF2B5EF4-FFF2-40B4-BE49-F238E27FC236}">
                <a16:creationId xmlns:a16="http://schemas.microsoft.com/office/drawing/2014/main" id="{D4AB676B-351C-4E7B-6495-EC6AD6F58298}"/>
              </a:ext>
            </a:extLst>
          </p:cNvPr>
          <p:cNvSpPr/>
          <p:nvPr/>
        </p:nvSpPr>
        <p:spPr>
          <a:xfrm>
            <a:off x="7169749" y="8819144"/>
            <a:ext cx="7070440" cy="731424"/>
          </a:xfrm>
          <a:prstGeom prst="rect">
            <a:avLst/>
          </a:prstGeom>
          <a:noFill/>
          <a:ln/>
        </p:spPr>
        <p:txBody>
          <a:bodyPr wrap="square" lIns="0" tIns="0" rIns="0" bIns="0" rtlCol="0" anchor="t"/>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2400" b="1">
                <a:solidFill>
                  <a:srgbClr val="1F2937"/>
                </a:solidFill>
                <a:latin typeface="IBM Plex Sans" panose="020B0503050203000203" pitchFamily="34" charset="0"/>
                <a:ea typeface="Calibri" pitchFamily="34" charset="-122"/>
                <a:cs typeface="Calibri" pitchFamily="34" charset="-120"/>
              </a:rPr>
              <a:t>Policy standardization and enforcement</a:t>
            </a:r>
            <a:endParaRPr lang="en-US" sz="2400">
              <a:solidFill>
                <a:srgbClr val="000000"/>
              </a:solidFill>
              <a:latin typeface="IBM Plex Sans" panose="020B0503050203000203" pitchFamily="34" charset="0"/>
            </a:endParaRPr>
          </a:p>
        </p:txBody>
      </p:sp>
      <p:sp>
        <p:nvSpPr>
          <p:cNvPr id="39" name="Text 36">
            <a:extLst>
              <a:ext uri="{FF2B5EF4-FFF2-40B4-BE49-F238E27FC236}">
                <a16:creationId xmlns:a16="http://schemas.microsoft.com/office/drawing/2014/main" id="{87C4C228-FF8C-9B28-00FD-D9CBF5AA3696}"/>
              </a:ext>
            </a:extLst>
          </p:cNvPr>
          <p:cNvSpPr/>
          <p:nvPr/>
        </p:nvSpPr>
        <p:spPr>
          <a:xfrm>
            <a:off x="6499277" y="9672473"/>
            <a:ext cx="548568" cy="39009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defTabSz="1219018"/>
            <a:r>
              <a:rPr lang="en-US" sz="1800" b="1">
                <a:solidFill>
                  <a:srgbClr val="B42318"/>
                </a:solidFill>
                <a:latin typeface="IBM Plex Sans" panose="020B0503050203000203" pitchFamily="34" charset="0"/>
                <a:ea typeface="Calibri" pitchFamily="34" charset="-122"/>
                <a:cs typeface="Calibri" pitchFamily="34" charset="-120"/>
              </a:rPr>
              <a:t>P1</a:t>
            </a:r>
            <a:endParaRPr lang="en-US" sz="1800">
              <a:solidFill>
                <a:srgbClr val="000000"/>
              </a:solidFill>
              <a:latin typeface="IBM Plex Sans" panose="020B0503050203000203" pitchFamily="34" charset="0"/>
            </a:endParaRPr>
          </a:p>
        </p:txBody>
      </p:sp>
      <p:sp>
        <p:nvSpPr>
          <p:cNvPr id="41" name="Text 37">
            <a:extLst>
              <a:ext uri="{FF2B5EF4-FFF2-40B4-BE49-F238E27FC236}">
                <a16:creationId xmlns:a16="http://schemas.microsoft.com/office/drawing/2014/main" id="{72836BB2-38DA-6248-9E8F-D5CEDFF2ECDF}"/>
              </a:ext>
            </a:extLst>
          </p:cNvPr>
          <p:cNvSpPr/>
          <p:nvPr/>
        </p:nvSpPr>
        <p:spPr>
          <a:xfrm>
            <a:off x="7169749" y="9611520"/>
            <a:ext cx="7070440" cy="42666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1800" b="1" kern="0" spc="266">
                <a:solidFill>
                  <a:srgbClr val="0F62FE"/>
                </a:solidFill>
                <a:latin typeface="IBM Plex Sans" panose="020B0503050203000203" pitchFamily="34" charset="0"/>
                <a:ea typeface="Calibri" pitchFamily="34" charset="-122"/>
                <a:cs typeface="Calibri" pitchFamily="34" charset="-120"/>
              </a:rPr>
              <a:t>INVOICE INTAKE</a:t>
            </a:r>
            <a:endParaRPr lang="en-US" sz="1800">
              <a:solidFill>
                <a:srgbClr val="000000"/>
              </a:solidFill>
              <a:latin typeface="IBM Plex Sans" panose="020B0503050203000203" pitchFamily="34" charset="0"/>
            </a:endParaRPr>
          </a:p>
        </p:txBody>
      </p:sp>
      <p:sp>
        <p:nvSpPr>
          <p:cNvPr id="43" name="Text 38">
            <a:extLst>
              <a:ext uri="{FF2B5EF4-FFF2-40B4-BE49-F238E27FC236}">
                <a16:creationId xmlns:a16="http://schemas.microsoft.com/office/drawing/2014/main" id="{E1B9337B-2934-357C-3BE4-D56D6F00E5CA}"/>
              </a:ext>
            </a:extLst>
          </p:cNvPr>
          <p:cNvSpPr/>
          <p:nvPr/>
        </p:nvSpPr>
        <p:spPr>
          <a:xfrm>
            <a:off x="7169749" y="10099138"/>
            <a:ext cx="7070440" cy="731424"/>
          </a:xfrm>
          <a:prstGeom prst="rect">
            <a:avLst/>
          </a:prstGeom>
          <a:noFill/>
          <a:ln/>
        </p:spPr>
        <p:txBody>
          <a:bodyPr wrap="square" lIns="0" tIns="0" rIns="0" bIns="0" rtlCol="0" anchor="t"/>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2400" b="1">
                <a:solidFill>
                  <a:srgbClr val="1F2937"/>
                </a:solidFill>
                <a:latin typeface="IBM Plex Sans" panose="020B0503050203000203" pitchFamily="34" charset="0"/>
                <a:ea typeface="Calibri" pitchFamily="34" charset="-122"/>
                <a:cs typeface="Calibri" pitchFamily="34" charset="-120"/>
              </a:rPr>
              <a:t>Consolidate and optimize invoice intake channels</a:t>
            </a:r>
            <a:endParaRPr lang="en-US" sz="2400">
              <a:solidFill>
                <a:srgbClr val="000000"/>
              </a:solidFill>
              <a:latin typeface="IBM Plex Sans" panose="020B0503050203000203" pitchFamily="34" charset="0"/>
            </a:endParaRPr>
          </a:p>
        </p:txBody>
      </p:sp>
      <p:sp>
        <p:nvSpPr>
          <p:cNvPr id="45" name="Text 40">
            <a:extLst>
              <a:ext uri="{FF2B5EF4-FFF2-40B4-BE49-F238E27FC236}">
                <a16:creationId xmlns:a16="http://schemas.microsoft.com/office/drawing/2014/main" id="{4B7BF0A8-CB4D-781D-2740-5BD92D513D00}"/>
              </a:ext>
            </a:extLst>
          </p:cNvPr>
          <p:cNvSpPr/>
          <p:nvPr/>
        </p:nvSpPr>
        <p:spPr>
          <a:xfrm>
            <a:off x="6499277" y="10952467"/>
            <a:ext cx="548568" cy="39009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defTabSz="1219018"/>
            <a:r>
              <a:rPr lang="en-US" sz="1800" b="1">
                <a:solidFill>
                  <a:srgbClr val="B42318"/>
                </a:solidFill>
                <a:latin typeface="IBM Plex Sans" panose="020B0503050203000203" pitchFamily="34" charset="0"/>
                <a:ea typeface="Calibri" pitchFamily="34" charset="-122"/>
                <a:cs typeface="Calibri" pitchFamily="34" charset="-120"/>
              </a:rPr>
              <a:t>P2</a:t>
            </a:r>
            <a:endParaRPr lang="en-US" sz="1800">
              <a:solidFill>
                <a:srgbClr val="000000"/>
              </a:solidFill>
              <a:latin typeface="IBM Plex Sans" panose="020B0503050203000203" pitchFamily="34" charset="0"/>
            </a:endParaRPr>
          </a:p>
        </p:txBody>
      </p:sp>
      <p:sp>
        <p:nvSpPr>
          <p:cNvPr id="63" name="Text 41">
            <a:extLst>
              <a:ext uri="{FF2B5EF4-FFF2-40B4-BE49-F238E27FC236}">
                <a16:creationId xmlns:a16="http://schemas.microsoft.com/office/drawing/2014/main" id="{0627E333-9DD0-99D9-3329-AD8F8C5D1989}"/>
              </a:ext>
            </a:extLst>
          </p:cNvPr>
          <p:cNvSpPr/>
          <p:nvPr/>
        </p:nvSpPr>
        <p:spPr>
          <a:xfrm>
            <a:off x="7169749" y="10891514"/>
            <a:ext cx="7070440" cy="426664"/>
          </a:xfrm>
          <a:prstGeom prst="rect">
            <a:avLst/>
          </a:prstGeom>
          <a:noFill/>
          <a:ln/>
        </p:spPr>
        <p:txBody>
          <a:bodyPr wrap="square" lIns="0" tIns="0" rIns="0" bIns="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1800" b="1" kern="0" spc="266">
                <a:solidFill>
                  <a:srgbClr val="0F62FE"/>
                </a:solidFill>
                <a:latin typeface="IBM Plex Sans" panose="020B0503050203000203" pitchFamily="34" charset="0"/>
                <a:ea typeface="Calibri" pitchFamily="34" charset="-122"/>
                <a:cs typeface="Calibri" pitchFamily="34" charset="-120"/>
              </a:rPr>
              <a:t>INV. MATCHING</a:t>
            </a:r>
            <a:endParaRPr lang="en-US" sz="1800">
              <a:solidFill>
                <a:srgbClr val="000000"/>
              </a:solidFill>
              <a:latin typeface="IBM Plex Sans" panose="020B0503050203000203" pitchFamily="34" charset="0"/>
            </a:endParaRPr>
          </a:p>
        </p:txBody>
      </p:sp>
      <p:sp>
        <p:nvSpPr>
          <p:cNvPr id="129" name="Text 42">
            <a:extLst>
              <a:ext uri="{FF2B5EF4-FFF2-40B4-BE49-F238E27FC236}">
                <a16:creationId xmlns:a16="http://schemas.microsoft.com/office/drawing/2014/main" id="{E5A5A694-D51B-F91C-8F01-E548BE9AA587}"/>
              </a:ext>
            </a:extLst>
          </p:cNvPr>
          <p:cNvSpPr/>
          <p:nvPr/>
        </p:nvSpPr>
        <p:spPr>
          <a:xfrm>
            <a:off x="7169749" y="11379130"/>
            <a:ext cx="7070440" cy="731424"/>
          </a:xfrm>
          <a:prstGeom prst="rect">
            <a:avLst/>
          </a:prstGeom>
          <a:noFill/>
          <a:ln/>
        </p:spPr>
        <p:txBody>
          <a:bodyPr wrap="square" lIns="0" tIns="0" rIns="0" bIns="0" rtlCol="0" anchor="t"/>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2400" b="1">
                <a:solidFill>
                  <a:srgbClr val="1F2937"/>
                </a:solidFill>
                <a:latin typeface="IBM Plex Sans"/>
                <a:ea typeface="Calibri" pitchFamily="34" charset="-122"/>
                <a:cs typeface="Calibri" pitchFamily="34" charset="-120"/>
              </a:rPr>
              <a:t>PO Data Quality Improvement</a:t>
            </a:r>
            <a:endParaRPr lang="en-US" sz="2400">
              <a:solidFill>
                <a:srgbClr val="000000"/>
              </a:solidFill>
              <a:latin typeface="IBM Plex Sans"/>
            </a:endParaRPr>
          </a:p>
        </p:txBody>
      </p:sp>
      <p:sp>
        <p:nvSpPr>
          <p:cNvPr id="131" name="Text 30">
            <a:extLst>
              <a:ext uri="{FF2B5EF4-FFF2-40B4-BE49-F238E27FC236}">
                <a16:creationId xmlns:a16="http://schemas.microsoft.com/office/drawing/2014/main" id="{2B598EB8-1968-B89B-B0BA-E7038C3B9DAD}"/>
              </a:ext>
            </a:extLst>
          </p:cNvPr>
          <p:cNvSpPr/>
          <p:nvPr/>
        </p:nvSpPr>
        <p:spPr>
          <a:xfrm>
            <a:off x="7169749" y="7539150"/>
            <a:ext cx="7070440" cy="731424"/>
          </a:xfrm>
          <a:prstGeom prst="rect">
            <a:avLst/>
          </a:prstGeom>
          <a:noFill/>
          <a:ln/>
        </p:spPr>
        <p:txBody>
          <a:bodyPr wrap="square" lIns="0" tIns="0" rIns="0" bIns="0" rtlCol="0" anchor="t"/>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defTabSz="1219018"/>
            <a:r>
              <a:rPr lang="en-US" sz="2400" b="1">
                <a:solidFill>
                  <a:srgbClr val="1F2937"/>
                </a:solidFill>
                <a:latin typeface="IBM Plex Sans" panose="020B0503050203000203" pitchFamily="34" charset="0"/>
                <a:ea typeface="Calibri" pitchFamily="34" charset="-122"/>
                <a:cs typeface="Calibri" pitchFamily="34" charset="-120"/>
              </a:rPr>
              <a:t>Invoice process design standardization</a:t>
            </a:r>
            <a:endParaRPr lang="en-US" sz="2400">
              <a:solidFill>
                <a:srgbClr val="000000"/>
              </a:solidFill>
              <a:latin typeface="IBM Plex Sans" panose="020B0503050203000203" pitchFamily="34" charset="0"/>
            </a:endParaRPr>
          </a:p>
        </p:txBody>
      </p:sp>
    </p:spTree>
    <p:extLst>
      <p:ext uri="{BB962C8B-B14F-4D97-AF65-F5344CB8AC3E}">
        <p14:creationId xmlns:p14="http://schemas.microsoft.com/office/powerpoint/2010/main" val="385990249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DEA33-CC55-DEFA-1266-E00C92F0190D}"/>
            </a:ext>
          </a:extLst>
        </p:cNvPr>
        <p:cNvGrpSpPr/>
        <p:nvPr/>
      </p:nvGrpSpPr>
      <p:grpSpPr>
        <a:xfrm>
          <a:off x="0" y="0"/>
          <a:ext cx="0" cy="0"/>
          <a:chOff x="0" y="0"/>
          <a:chExt cx="0" cy="0"/>
        </a:xfrm>
      </p:grpSpPr>
      <p:sp>
        <p:nvSpPr>
          <p:cNvPr id="5" name="Text Placeholder 3">
            <a:extLst>
              <a:ext uri="{FF2B5EF4-FFF2-40B4-BE49-F238E27FC236}">
                <a16:creationId xmlns:a16="http://schemas.microsoft.com/office/drawing/2014/main" id="{8E639F51-8EA9-13F9-4ECC-0BB45B632A91}"/>
              </a:ext>
            </a:extLst>
          </p:cNvPr>
          <p:cNvSpPr>
            <a:spLocks noGrp="1"/>
          </p:cNvSpPr>
          <p:nvPr>
            <p:ph type="body" sz="quarter" idx="12"/>
          </p:nvPr>
        </p:nvSpPr>
        <p:spPr>
          <a:xfrm>
            <a:off x="576072" y="12088368"/>
            <a:ext cx="4937887" cy="1143000"/>
          </a:xfrm>
        </p:spPr>
        <p:txBody>
          <a:bodyPr/>
          <a:lstStyle/>
          <a:p>
            <a:r>
              <a:rPr lang="en-GB"/>
              <a:t>11.</a:t>
            </a:r>
            <a:r>
              <a:rPr lang="en-GB" noProof="0"/>
              <a:t> May 2026</a:t>
            </a:r>
            <a:br>
              <a:rPr lang="en-GB" noProof="0"/>
            </a:br>
            <a:endParaRPr lang="en-GB" noProof="0"/>
          </a:p>
        </p:txBody>
      </p:sp>
      <p:sp>
        <p:nvSpPr>
          <p:cNvPr id="6" name="Fußzeilenplatzhalter 2">
            <a:extLst>
              <a:ext uri="{FF2B5EF4-FFF2-40B4-BE49-F238E27FC236}">
                <a16:creationId xmlns:a16="http://schemas.microsoft.com/office/drawing/2014/main" id="{E4E92B68-C7BF-D6F3-758A-4C2F66890980}"/>
              </a:ext>
            </a:extLst>
          </p:cNvPr>
          <p:cNvSpPr txBox="1">
            <a:spLocks/>
          </p:cNvSpPr>
          <p:nvPr/>
        </p:nvSpPr>
        <p:spPr>
          <a:xfrm>
            <a:off x="576000" y="12816000"/>
            <a:ext cx="4956176" cy="3810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9379">
              <a:lnSpc>
                <a:spcPct val="100000"/>
              </a:lnSpc>
              <a:defRPr/>
            </a:pPr>
            <a:r>
              <a:rPr lang="en-GB" sz="1600" kern="1200" noProof="0">
                <a:solidFill>
                  <a:srgbClr val="000000"/>
                </a:solidFill>
                <a:latin typeface="IBM Plex Sans" panose="020B0503050203000203" pitchFamily="34" charset="0"/>
                <a:ea typeface="+mn-ea"/>
                <a:cs typeface="+mn-cs"/>
              </a:rPr>
              <a:t>IBM Consulting for Nestlé | IBM confidential</a:t>
            </a:r>
          </a:p>
        </p:txBody>
      </p:sp>
      <p:sp>
        <p:nvSpPr>
          <p:cNvPr id="7" name="Title 2">
            <a:extLst>
              <a:ext uri="{FF2B5EF4-FFF2-40B4-BE49-F238E27FC236}">
                <a16:creationId xmlns:a16="http://schemas.microsoft.com/office/drawing/2014/main" id="{8CFD0379-4C87-D811-7241-FD51ED09C14F}"/>
              </a:ext>
            </a:extLst>
          </p:cNvPr>
          <p:cNvSpPr>
            <a:spLocks noGrp="1"/>
          </p:cNvSpPr>
          <p:nvPr>
            <p:ph type="title"/>
          </p:nvPr>
        </p:nvSpPr>
        <p:spPr>
          <a:xfrm>
            <a:off x="576072" y="1361171"/>
            <a:ext cx="13208508" cy="6288087"/>
          </a:xfrm>
        </p:spPr>
        <p:txBody>
          <a:bodyPr/>
          <a:lstStyle/>
          <a:p>
            <a:r>
              <a:rPr lang="en-GB">
                <a:solidFill>
                  <a:schemeClr val="accent1"/>
                </a:solidFill>
                <a:latin typeface="IBM Plex Sans Thin" panose="020B0203050203000203" pitchFamily="34" charset="0"/>
              </a:rPr>
              <a:t>Appendix</a:t>
            </a:r>
            <a:endParaRPr lang="en-GB" noProof="0">
              <a:solidFill>
                <a:schemeClr val="accent1"/>
              </a:solidFill>
              <a:latin typeface="IBM Plex Sans Thin" panose="020B0203050203000203" pitchFamily="34" charset="0"/>
            </a:endParaRPr>
          </a:p>
        </p:txBody>
      </p:sp>
    </p:spTree>
    <p:extLst>
      <p:ext uri="{BB962C8B-B14F-4D97-AF65-F5344CB8AC3E}">
        <p14:creationId xmlns:p14="http://schemas.microsoft.com/office/powerpoint/2010/main" val="207790143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62E67-561E-EA68-1490-058F785ADED3}"/>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6DF92188-D1C1-6371-13A1-44676756DD3A}"/>
              </a:ext>
            </a:extLst>
          </p:cNvPr>
          <p:cNvSpPr txBox="1">
            <a:spLocks/>
          </p:cNvSpPr>
          <p:nvPr/>
        </p:nvSpPr>
        <p:spPr>
          <a:xfrm>
            <a:off x="57599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indent="-742950" defTabSz="2437912">
              <a:lnSpc>
                <a:spcPct val="110000"/>
              </a:lnSpc>
              <a:spcBef>
                <a:spcPts val="0"/>
              </a:spcBef>
              <a:buClr>
                <a:srgbClr val="0F62FE"/>
              </a:buClr>
              <a:buSzTx/>
              <a:buFont typeface="Wingdings" pitchFamily="2" charset="2"/>
              <a:buAutoNum type="arabicPeriod"/>
              <a:defRPr/>
            </a:pPr>
            <a:endParaRPr lang="en-US" sz="1800" kern="0">
              <a:ln>
                <a:noFill/>
              </a:ln>
              <a:solidFill>
                <a:srgbClr val="000000"/>
              </a:solidFill>
              <a:latin typeface="+mn-lt"/>
              <a:ea typeface="+mj-ea"/>
              <a:cs typeface="+mj-cs"/>
            </a:endParaRPr>
          </a:p>
        </p:txBody>
      </p:sp>
      <p:sp>
        <p:nvSpPr>
          <p:cNvPr id="5" name="Footer Placeholder 4">
            <a:extLst>
              <a:ext uri="{FF2B5EF4-FFF2-40B4-BE49-F238E27FC236}">
                <a16:creationId xmlns:a16="http://schemas.microsoft.com/office/drawing/2014/main" id="{00BB24E9-871D-4EEC-5086-7BBDEFFD29B4}"/>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49E37747-C969-8679-AB3A-DB34CBB1F086}"/>
              </a:ext>
            </a:extLst>
          </p:cNvPr>
          <p:cNvSpPr>
            <a:spLocks noGrp="1"/>
          </p:cNvSpPr>
          <p:nvPr>
            <p:ph type="sldNum" sz="quarter" idx="4"/>
          </p:nvPr>
        </p:nvSpPr>
        <p:spPr/>
        <p:txBody>
          <a:bodyPr/>
          <a:lstStyle/>
          <a:p>
            <a:fld id="{86CB4B4D-7CA3-9044-876B-883B54F8677D}" type="slidenum">
              <a:rPr lang="en-US" smtClean="0"/>
              <a:pPr/>
              <a:t>18</a:t>
            </a:fld>
            <a:endParaRPr lang="en-US"/>
          </a:p>
        </p:txBody>
      </p:sp>
      <p:sp>
        <p:nvSpPr>
          <p:cNvPr id="27" name="TextBox 26">
            <a:extLst>
              <a:ext uri="{FF2B5EF4-FFF2-40B4-BE49-F238E27FC236}">
                <a16:creationId xmlns:a16="http://schemas.microsoft.com/office/drawing/2014/main" id="{DE2AC7DA-F359-1DAD-8F4A-5FA2E6CFA2E8}"/>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DXC Outsourcing Model — Structural Friction</a:t>
            </a:r>
          </a:p>
        </p:txBody>
      </p:sp>
      <p:sp>
        <p:nvSpPr>
          <p:cNvPr id="28" name="Text Placeholder 6">
            <a:extLst>
              <a:ext uri="{FF2B5EF4-FFF2-40B4-BE49-F238E27FC236}">
                <a16:creationId xmlns:a16="http://schemas.microsoft.com/office/drawing/2014/main" id="{749A7604-2B7D-CEFD-7742-DD6217C8404E}"/>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1828434">
              <a:spcBef>
                <a:spcPts val="2934"/>
              </a:spcBef>
              <a:defRPr/>
            </a:pPr>
            <a:r>
              <a:rPr lang="en-US" sz="2800" kern="0">
                <a:solidFill>
                  <a:srgbClr val="000000"/>
                </a:solidFill>
                <a:latin typeface="IBM Plex Sans Light"/>
                <a:sym typeface="IBM Plex Sans Light"/>
              </a:rPr>
              <a:t>Description of the current outsourcing setup and its interaction with AP activities</a:t>
            </a:r>
          </a:p>
        </p:txBody>
      </p:sp>
      <p:sp>
        <p:nvSpPr>
          <p:cNvPr id="2" name="TextBox 1">
            <a:extLst>
              <a:ext uri="{FF2B5EF4-FFF2-40B4-BE49-F238E27FC236}">
                <a16:creationId xmlns:a16="http://schemas.microsoft.com/office/drawing/2014/main" id="{B40EC293-77C2-F0AA-08BE-728B83342199}"/>
              </a:ext>
            </a:extLst>
          </p:cNvPr>
          <p:cNvSpPr txBox="1"/>
          <p:nvPr/>
        </p:nvSpPr>
        <p:spPr>
          <a:xfrm>
            <a:off x="928500" y="2811981"/>
            <a:ext cx="10972800" cy="492443"/>
          </a:xfrm>
          <a:prstGeom prst="rect">
            <a:avLst/>
          </a:prstGeom>
          <a:noFill/>
        </p:spPr>
        <p:txBody>
          <a:bodyPr wrap="square" lIns="0" tIns="0" rIns="0" bIns="0" anchor="ctr">
            <a:spAutoFit/>
          </a:bodyPr>
          <a:lstStyle/>
          <a:p>
            <a:pPr defTabSz="914400"/>
            <a:r>
              <a:rPr sz="3200" b="1">
                <a:solidFill>
                  <a:schemeClr val="accent1"/>
                </a:solidFill>
              </a:rPr>
              <a:t>Current Model</a:t>
            </a:r>
          </a:p>
        </p:txBody>
      </p:sp>
      <p:sp>
        <p:nvSpPr>
          <p:cNvPr id="3" name="TextBox 2">
            <a:extLst>
              <a:ext uri="{FF2B5EF4-FFF2-40B4-BE49-F238E27FC236}">
                <a16:creationId xmlns:a16="http://schemas.microsoft.com/office/drawing/2014/main" id="{4F43298C-B47D-DC07-0D80-88EA7BDC432D}"/>
              </a:ext>
            </a:extLst>
          </p:cNvPr>
          <p:cNvSpPr txBox="1"/>
          <p:nvPr/>
        </p:nvSpPr>
        <p:spPr>
          <a:xfrm>
            <a:off x="928499" y="3442250"/>
            <a:ext cx="8211437" cy="5252720"/>
          </a:xfrm>
          <a:prstGeom prst="rect">
            <a:avLst/>
          </a:prstGeom>
          <a:noFill/>
        </p:spPr>
        <p:txBody>
          <a:bodyPr wrap="square" lIns="0" tIns="0" rIns="0" bIns="0" anchor="t">
            <a:spAutoFit/>
          </a:bodyPr>
          <a:lstStyle/>
          <a:p>
            <a:pPr marL="457200" indent="-457200" defTabSz="914400">
              <a:spcAft>
                <a:spcPts val="1000"/>
              </a:spcAft>
              <a:buClr>
                <a:schemeClr val="accent1"/>
              </a:buClr>
              <a:buFont typeface="Wingdings" pitchFamily="2" charset="2"/>
              <a:buChar char="§"/>
            </a:pPr>
            <a:r>
              <a:rPr sz="2800">
                <a:solidFill>
                  <a:srgbClr val="161616"/>
                </a:solidFill>
              </a:rPr>
              <a:t>DXC handles</a:t>
            </a:r>
            <a:r>
              <a:rPr lang="en-US" sz="2800">
                <a:solidFill>
                  <a:srgbClr val="161616"/>
                </a:solidFill>
              </a:rPr>
              <a:t> manual posting and some of the exception resolution. NBS involved in transactional processing (market specific set   processing (market specific set ups)</a:t>
            </a:r>
          </a:p>
          <a:p>
            <a:pPr marL="457200" indent="-457200" defTabSz="914400">
              <a:spcAft>
                <a:spcPts val="1000"/>
              </a:spcAft>
              <a:buClr>
                <a:schemeClr val="accent1"/>
              </a:buClr>
              <a:buFont typeface="Wingdings" pitchFamily="2" charset="2"/>
              <a:buChar char="§"/>
            </a:pPr>
            <a:r>
              <a:rPr lang="en-US" sz="2800">
                <a:solidFill>
                  <a:srgbClr val="161616"/>
                </a:solidFill>
              </a:rPr>
              <a:t>Volume-and transaction type based </a:t>
            </a:r>
            <a:r>
              <a:rPr sz="2800">
                <a:solidFill>
                  <a:srgbClr val="161616"/>
                </a:solidFill>
              </a:rPr>
              <a:t>commercial model (paid per transaction processed)</a:t>
            </a:r>
            <a:endParaRPr lang="en-US" sz="2800">
              <a:solidFill>
                <a:srgbClr val="161616"/>
              </a:solidFill>
            </a:endParaRPr>
          </a:p>
          <a:p>
            <a:pPr marL="457200" indent="-457200" defTabSz="914400">
              <a:spcAft>
                <a:spcPts val="1000"/>
              </a:spcAft>
              <a:buClr>
                <a:schemeClr val="accent1"/>
              </a:buClr>
              <a:buFont typeface="Wingdings" pitchFamily="2" charset="2"/>
              <a:buChar char="§"/>
            </a:pPr>
            <a:r>
              <a:rPr sz="2800">
                <a:solidFill>
                  <a:srgbClr val="161616"/>
                </a:solidFill>
              </a:rPr>
              <a:t>Multiple handoffs between DXC, NBS AP, tax team, </a:t>
            </a:r>
            <a:r>
              <a:rPr lang="en-US" sz="2800">
                <a:solidFill>
                  <a:srgbClr val="161616"/>
                </a:solidFill>
              </a:rPr>
              <a:t>requesters and buyers</a:t>
            </a:r>
          </a:p>
          <a:p>
            <a:pPr marL="457200" indent="-457200" defTabSz="914400">
              <a:spcAft>
                <a:spcPts val="1000"/>
              </a:spcAft>
              <a:buClr>
                <a:schemeClr val="accent1"/>
              </a:buClr>
              <a:buFont typeface="Wingdings" pitchFamily="2" charset="2"/>
              <a:buChar char="§"/>
            </a:pPr>
            <a:r>
              <a:rPr lang="en-US" sz="2800">
                <a:solidFill>
                  <a:srgbClr val="161616"/>
                </a:solidFill>
              </a:rPr>
              <a:t>Limited</a:t>
            </a:r>
            <a:r>
              <a:rPr sz="2800">
                <a:solidFill>
                  <a:srgbClr val="161616"/>
                </a:solidFill>
              </a:rPr>
              <a:t> visibility into resolution status</a:t>
            </a:r>
            <a:endParaRPr lang="en-US"/>
          </a:p>
          <a:p>
            <a:pPr marL="457200" indent="-457200" defTabSz="914400">
              <a:spcAft>
                <a:spcPts val="1000"/>
              </a:spcAft>
              <a:buClr>
                <a:schemeClr val="accent1"/>
              </a:buClr>
              <a:buFont typeface="Wingdings" pitchFamily="2" charset="2"/>
              <a:buChar char="§"/>
            </a:pPr>
            <a:r>
              <a:rPr sz="2800">
                <a:solidFill>
                  <a:srgbClr val="161616"/>
                </a:solidFill>
              </a:rPr>
              <a:t>SLAs measured on throughput, not on resolution quality or root-cause elimination</a:t>
            </a:r>
          </a:p>
        </p:txBody>
      </p:sp>
      <p:sp>
        <p:nvSpPr>
          <p:cNvPr id="4" name="TextBox 3">
            <a:extLst>
              <a:ext uri="{FF2B5EF4-FFF2-40B4-BE49-F238E27FC236}">
                <a16:creationId xmlns:a16="http://schemas.microsoft.com/office/drawing/2014/main" id="{E2D1F2D2-CBA2-C12A-693F-90B58CFFFCBF}"/>
              </a:ext>
            </a:extLst>
          </p:cNvPr>
          <p:cNvSpPr txBox="1"/>
          <p:nvPr/>
        </p:nvSpPr>
        <p:spPr>
          <a:xfrm>
            <a:off x="11670029" y="2906360"/>
            <a:ext cx="11155680" cy="492443"/>
          </a:xfrm>
          <a:prstGeom prst="rect">
            <a:avLst/>
          </a:prstGeom>
          <a:noFill/>
        </p:spPr>
        <p:txBody>
          <a:bodyPr wrap="square" lIns="0" tIns="0" rIns="0" bIns="0" anchor="ctr">
            <a:spAutoFit/>
          </a:bodyPr>
          <a:lstStyle/>
          <a:p>
            <a:pPr defTabSz="914400"/>
            <a:r>
              <a:rPr sz="3200" b="1">
                <a:solidFill>
                  <a:schemeClr val="accent1"/>
                </a:solidFill>
              </a:rPr>
              <a:t>Structural Issues Identified</a:t>
            </a:r>
          </a:p>
        </p:txBody>
      </p:sp>
      <p:sp>
        <p:nvSpPr>
          <p:cNvPr id="7" name="Rectangle 6">
            <a:extLst>
              <a:ext uri="{FF2B5EF4-FFF2-40B4-BE49-F238E27FC236}">
                <a16:creationId xmlns:a16="http://schemas.microsoft.com/office/drawing/2014/main" id="{4887E163-2E72-630E-03E5-D9A80F215B1E}"/>
              </a:ext>
            </a:extLst>
          </p:cNvPr>
          <p:cNvSpPr/>
          <p:nvPr/>
        </p:nvSpPr>
        <p:spPr>
          <a:xfrm>
            <a:off x="11711921" y="4217295"/>
            <a:ext cx="11155680" cy="2335079"/>
          </a:xfrm>
          <a:prstGeom prst="rect">
            <a:avLst/>
          </a:prstGeom>
          <a:solidFill>
            <a:srgbClr val="E5F7FF"/>
          </a:solidFill>
          <a:ln w="6350">
            <a:solidFill>
              <a:schemeClr val="accent1"/>
            </a:solidFill>
          </a:ln>
          <a:effectLst>
            <a:outerShdw blurRad="50800" dist="12700" dir="5400000"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sz="4400">
              <a:solidFill>
                <a:prstClr val="white"/>
              </a:solidFill>
            </a:endParaRPr>
          </a:p>
        </p:txBody>
      </p:sp>
      <p:sp>
        <p:nvSpPr>
          <p:cNvPr id="9" name="TextBox 8">
            <a:extLst>
              <a:ext uri="{FF2B5EF4-FFF2-40B4-BE49-F238E27FC236}">
                <a16:creationId xmlns:a16="http://schemas.microsoft.com/office/drawing/2014/main" id="{1656EA0E-B752-D7BF-6980-3F1065A36FAA}"/>
              </a:ext>
            </a:extLst>
          </p:cNvPr>
          <p:cNvSpPr txBox="1"/>
          <p:nvPr/>
        </p:nvSpPr>
        <p:spPr>
          <a:xfrm>
            <a:off x="11915427" y="4442070"/>
            <a:ext cx="10570464" cy="430887"/>
          </a:xfrm>
          <a:prstGeom prst="rect">
            <a:avLst/>
          </a:prstGeom>
          <a:noFill/>
        </p:spPr>
        <p:txBody>
          <a:bodyPr wrap="square" lIns="0" tIns="0" rIns="0" bIns="0" anchor="t">
            <a:spAutoFit/>
          </a:bodyPr>
          <a:lstStyle/>
          <a:p>
            <a:pPr defTabSz="914400"/>
            <a:r>
              <a:rPr sz="2800" b="1"/>
              <a:t>Incentive Misalignment</a:t>
            </a:r>
          </a:p>
        </p:txBody>
      </p:sp>
      <p:sp>
        <p:nvSpPr>
          <p:cNvPr id="10" name="TextBox 9">
            <a:extLst>
              <a:ext uri="{FF2B5EF4-FFF2-40B4-BE49-F238E27FC236}">
                <a16:creationId xmlns:a16="http://schemas.microsoft.com/office/drawing/2014/main" id="{78F7F5D6-88B0-043A-D46E-85F61F65371A}"/>
              </a:ext>
            </a:extLst>
          </p:cNvPr>
          <p:cNvSpPr txBox="1"/>
          <p:nvPr/>
        </p:nvSpPr>
        <p:spPr>
          <a:xfrm>
            <a:off x="11999211" y="5069181"/>
            <a:ext cx="10570464" cy="1292662"/>
          </a:xfrm>
          <a:prstGeom prst="rect">
            <a:avLst/>
          </a:prstGeom>
          <a:noFill/>
        </p:spPr>
        <p:txBody>
          <a:bodyPr wrap="square" lIns="0" tIns="0" rIns="0" bIns="0" anchor="t">
            <a:spAutoFit/>
          </a:bodyPr>
          <a:lstStyle/>
          <a:p>
            <a:pPr defTabSz="914400">
              <a:spcAft>
                <a:spcPts val="400"/>
              </a:spcAft>
            </a:pPr>
            <a:r>
              <a:rPr sz="2800">
                <a:solidFill>
                  <a:srgbClr val="161616"/>
                </a:solidFill>
              </a:rPr>
              <a:t>Volume-based model means DXC is commercially incentivized by high exception volumes — the opposite of Nestlé's goal of reducing exceptions.</a:t>
            </a:r>
          </a:p>
        </p:txBody>
      </p:sp>
      <p:sp>
        <p:nvSpPr>
          <p:cNvPr id="15" name="Rectangle 14">
            <a:extLst>
              <a:ext uri="{FF2B5EF4-FFF2-40B4-BE49-F238E27FC236}">
                <a16:creationId xmlns:a16="http://schemas.microsoft.com/office/drawing/2014/main" id="{16718F6D-D0BD-14DD-1FB4-2C37E94D0D67}"/>
              </a:ext>
            </a:extLst>
          </p:cNvPr>
          <p:cNvSpPr/>
          <p:nvPr/>
        </p:nvSpPr>
        <p:spPr>
          <a:xfrm>
            <a:off x="11711921" y="7546590"/>
            <a:ext cx="11155680" cy="2335079"/>
          </a:xfrm>
          <a:prstGeom prst="rect">
            <a:avLst/>
          </a:prstGeom>
          <a:solidFill>
            <a:srgbClr val="E5F7FF"/>
          </a:solidFill>
          <a:ln w="6350">
            <a:solidFill>
              <a:schemeClr val="accent1"/>
            </a:solidFill>
          </a:ln>
          <a:effectLst>
            <a:outerShdw blurRad="50800" dist="12700" dir="5400000"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sz="4400">
              <a:solidFill>
                <a:prstClr val="white"/>
              </a:solidFill>
            </a:endParaRPr>
          </a:p>
        </p:txBody>
      </p:sp>
      <p:sp>
        <p:nvSpPr>
          <p:cNvPr id="17" name="TextBox 16">
            <a:extLst>
              <a:ext uri="{FF2B5EF4-FFF2-40B4-BE49-F238E27FC236}">
                <a16:creationId xmlns:a16="http://schemas.microsoft.com/office/drawing/2014/main" id="{FEB1CC84-37B9-3FDD-A2C5-B615F6403892}"/>
              </a:ext>
            </a:extLst>
          </p:cNvPr>
          <p:cNvSpPr txBox="1"/>
          <p:nvPr/>
        </p:nvSpPr>
        <p:spPr>
          <a:xfrm>
            <a:off x="11957319" y="7771363"/>
            <a:ext cx="10570464" cy="430887"/>
          </a:xfrm>
          <a:prstGeom prst="rect">
            <a:avLst/>
          </a:prstGeom>
          <a:noFill/>
        </p:spPr>
        <p:txBody>
          <a:bodyPr wrap="square" lIns="0" tIns="0" rIns="0" bIns="0" anchor="t">
            <a:spAutoFit/>
          </a:bodyPr>
          <a:lstStyle/>
          <a:p>
            <a:pPr defTabSz="914400"/>
            <a:r>
              <a:rPr sz="2800" b="1"/>
              <a:t>Handoff Multiplication</a:t>
            </a:r>
          </a:p>
        </p:txBody>
      </p:sp>
      <p:sp>
        <p:nvSpPr>
          <p:cNvPr id="18" name="TextBox 17">
            <a:extLst>
              <a:ext uri="{FF2B5EF4-FFF2-40B4-BE49-F238E27FC236}">
                <a16:creationId xmlns:a16="http://schemas.microsoft.com/office/drawing/2014/main" id="{28273E4F-0094-5EC9-5088-9124E0993F0E}"/>
              </a:ext>
            </a:extLst>
          </p:cNvPr>
          <p:cNvSpPr txBox="1"/>
          <p:nvPr/>
        </p:nvSpPr>
        <p:spPr>
          <a:xfrm>
            <a:off x="11915427" y="8398476"/>
            <a:ext cx="10570464" cy="1292662"/>
          </a:xfrm>
          <a:prstGeom prst="rect">
            <a:avLst/>
          </a:prstGeom>
          <a:noFill/>
        </p:spPr>
        <p:txBody>
          <a:bodyPr wrap="square" lIns="0" tIns="0" rIns="0" bIns="0" anchor="t">
            <a:spAutoFit/>
          </a:bodyPr>
          <a:lstStyle/>
          <a:p>
            <a:pPr defTabSz="914400">
              <a:spcAft>
                <a:spcPts val="400"/>
              </a:spcAft>
            </a:pPr>
            <a:r>
              <a:rPr sz="2800">
                <a:solidFill>
                  <a:srgbClr val="161616"/>
                </a:solidFill>
              </a:rPr>
              <a:t>Tax queries, GR follow-ups, and vendor communications each require handoff back to NBS teams. Average exception touches 3–4 teams before resolution.</a:t>
            </a:r>
          </a:p>
        </p:txBody>
      </p:sp>
      <p:cxnSp>
        <p:nvCxnSpPr>
          <p:cNvPr id="19" name="Straight Connector 18">
            <a:extLst>
              <a:ext uri="{FF2B5EF4-FFF2-40B4-BE49-F238E27FC236}">
                <a16:creationId xmlns:a16="http://schemas.microsoft.com/office/drawing/2014/main" id="{74815F22-AF7E-8522-AFCF-46E9994B684D}"/>
              </a:ext>
            </a:extLst>
          </p:cNvPr>
          <p:cNvCxnSpPr>
            <a:cxnSpLocks/>
          </p:cNvCxnSpPr>
          <p:nvPr/>
        </p:nvCxnSpPr>
        <p:spPr>
          <a:xfrm flipV="1">
            <a:off x="10126728" y="2355274"/>
            <a:ext cx="0" cy="10141526"/>
          </a:xfrm>
          <a:prstGeom prst="line">
            <a:avLst/>
          </a:prstGeom>
          <a:noFill/>
          <a:ln w="12700" cap="flat">
            <a:gradFill flip="none" rotWithShape="1">
              <a:gsLst>
                <a:gs pos="0">
                  <a:srgbClr val="536370">
                    <a:alpha val="0"/>
                  </a:srgbClr>
                </a:gs>
                <a:gs pos="98000">
                  <a:srgbClr val="536370">
                    <a:alpha val="0"/>
                  </a:srgbClr>
                </a:gs>
                <a:gs pos="53000">
                  <a:schemeClr val="accent1"/>
                </a:gs>
              </a:gsLst>
              <a:lin ang="5400000" scaled="0"/>
              <a:tileRect/>
            </a:gradFill>
            <a:prstDash val="solid"/>
            <a:round/>
          </a:ln>
          <a:effectLst/>
          <a:sp3d/>
        </p:spPr>
      </p:cxnSp>
      <p:grpSp>
        <p:nvGrpSpPr>
          <p:cNvPr id="20" name="Group 19">
            <a:extLst>
              <a:ext uri="{FF2B5EF4-FFF2-40B4-BE49-F238E27FC236}">
                <a16:creationId xmlns:a16="http://schemas.microsoft.com/office/drawing/2014/main" id="{CBC91D83-A103-85E7-9FDE-F5D8F91D44B0}"/>
              </a:ext>
            </a:extLst>
          </p:cNvPr>
          <p:cNvGrpSpPr/>
          <p:nvPr/>
        </p:nvGrpSpPr>
        <p:grpSpPr>
          <a:xfrm>
            <a:off x="9923520" y="5902311"/>
            <a:ext cx="802114" cy="2054706"/>
            <a:chOff x="8759190" y="3098114"/>
            <a:chExt cx="415284" cy="1082028"/>
          </a:xfrm>
          <a:solidFill>
            <a:schemeClr val="bg1"/>
          </a:solidFill>
        </p:grpSpPr>
        <p:sp>
          <p:nvSpPr>
            <p:cNvPr id="21" name="Rectangle 20">
              <a:extLst>
                <a:ext uri="{FF2B5EF4-FFF2-40B4-BE49-F238E27FC236}">
                  <a16:creationId xmlns:a16="http://schemas.microsoft.com/office/drawing/2014/main" id="{F68E8DB5-5331-B479-B7EB-94010FDE0E54}"/>
                </a:ext>
              </a:extLst>
            </p:cNvPr>
            <p:cNvSpPr/>
            <p:nvPr/>
          </p:nvSpPr>
          <p:spPr bwMode="gray">
            <a:xfrm>
              <a:off x="8759190" y="3098114"/>
              <a:ext cx="415284" cy="1082028"/>
            </a:xfrm>
            <a:prstGeom prst="rect">
              <a:avLst/>
            </a:prstGeom>
            <a:grp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Arial"/>
                <a:ea typeface="+mn-ea"/>
                <a:cs typeface="+mn-cs"/>
              </a:endParaRPr>
            </a:p>
          </p:txBody>
        </p:sp>
        <p:sp>
          <p:nvSpPr>
            <p:cNvPr id="22" name="btfpSequenceArrow125819">
              <a:extLst>
                <a:ext uri="{FF2B5EF4-FFF2-40B4-BE49-F238E27FC236}">
                  <a16:creationId xmlns:a16="http://schemas.microsoft.com/office/drawing/2014/main" id="{E7EEE683-807B-66AF-3CA2-50597E604BF9}"/>
                </a:ext>
              </a:extLst>
            </p:cNvPr>
            <p:cNvSpPr/>
            <p:nvPr/>
          </p:nvSpPr>
          <p:spPr bwMode="gray">
            <a:xfrm>
              <a:off x="8840705" y="3152638"/>
              <a:ext cx="252255" cy="972980"/>
            </a:xfrm>
            <a:custGeom>
              <a:avLst/>
              <a:gdLst/>
              <a:ahLst/>
              <a:cxnLst/>
              <a:rect l="0" t="0" r="0" b="0"/>
              <a:pathLst>
                <a:path w="252255" h="972980">
                  <a:moveTo>
                    <a:pt x="38100" y="0"/>
                  </a:moveTo>
                  <a:lnTo>
                    <a:pt x="252254" y="486489"/>
                  </a:lnTo>
                  <a:lnTo>
                    <a:pt x="38100" y="972979"/>
                  </a:lnTo>
                  <a:lnTo>
                    <a:pt x="0" y="972979"/>
                  </a:lnTo>
                  <a:lnTo>
                    <a:pt x="214154" y="486489"/>
                  </a:lnTo>
                  <a:lnTo>
                    <a:pt x="0" y="0"/>
                  </a:lnTo>
                </a:path>
              </a:pathLst>
            </a:custGeom>
            <a:solidFill>
              <a:schemeClr val="accent1"/>
            </a:solidFill>
            <a:ln w="9525" cap="flat" cmpd="sng" algn="ctr">
              <a:solidFill>
                <a:schemeClr val="accent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177800" marR="0" lvl="0" indent="-177800" algn="ctr" defTabSz="711200" rtl="0" eaLnBrk="1" fontAlgn="auto" latinLnBrk="0" hangingPunct="1">
                <a:lnSpc>
                  <a:spcPct val="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388433481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6754-A8F3-15D9-6D63-E9B24546762E}"/>
            </a:ext>
          </a:extLst>
        </p:cNvPr>
        <p:cNvGrpSpPr/>
        <p:nvPr/>
      </p:nvGrpSpPr>
      <p:grpSpPr>
        <a:xfrm>
          <a:off x="0" y="0"/>
          <a:ext cx="0" cy="0"/>
          <a:chOff x="0" y="0"/>
          <a:chExt cx="0" cy="0"/>
        </a:xfrm>
      </p:grpSpPr>
      <p:sp>
        <p:nvSpPr>
          <p:cNvPr id="26" name="Text Placeholder 2">
            <a:extLst>
              <a:ext uri="{FF2B5EF4-FFF2-40B4-BE49-F238E27FC236}">
                <a16:creationId xmlns:a16="http://schemas.microsoft.com/office/drawing/2014/main" id="{56823993-ECFC-CF7B-0D99-9294C15638CC}"/>
              </a:ext>
            </a:extLst>
          </p:cNvPr>
          <p:cNvSpPr txBox="1">
            <a:spLocks/>
          </p:cNvSpPr>
          <p:nvPr/>
        </p:nvSpPr>
        <p:spPr>
          <a:xfrm>
            <a:off x="680769" y="2355274"/>
            <a:ext cx="23236499" cy="10141526"/>
          </a:xfrm>
          <a:prstGeom prst="roundRect">
            <a:avLst>
              <a:gd name="adj" fmla="val 9032"/>
            </a:avLst>
          </a:prstGeom>
          <a:solidFill>
            <a:schemeClr val="bg1"/>
          </a:solidFill>
          <a:ln w="19050">
            <a:solidFill>
              <a:schemeClr val="accent1"/>
            </a:solidFill>
            <a:prstDash val="solid"/>
            <a:miter lim="400000"/>
          </a:ln>
          <a:effectLst>
            <a:outerShdw blurRad="200589" algn="tl" rotWithShape="0">
              <a:schemeClr val="tx1">
                <a:alpha val="20000"/>
              </a:schemeClr>
            </a:outerShdw>
          </a:effectLst>
          <a:extLst>
            <a:ext uri="{C572A759-6A51-4108-AA02-DFA0A04FC94B}">
              <ma14:wrappingTextBoxFlag xmlns:ma14="http://schemas.microsoft.com/office/mac/drawingml/2011/main" xmlns="" val="1"/>
            </a:ext>
          </a:extLst>
        </p:spPr>
        <p:txBody>
          <a:bodyPr lIns="72000" tIns="72000" rIns="72000" bIns="72000" numCol="1" anchor="t" anchorCtr="0">
            <a:noAutofit/>
          </a:bodyPr>
          <a:lstStyle>
            <a:lvl1pPr marL="0" marR="0" indent="0" algn="l" defTabSz="584200" rtl="0" latinLnBrk="0">
              <a:lnSpc>
                <a:spcPct val="100000"/>
              </a:lnSpc>
              <a:spcBef>
                <a:spcPts val="2400"/>
              </a:spcBef>
              <a:spcAft>
                <a:spcPts val="0"/>
              </a:spcAft>
              <a:buClrTx/>
              <a:buSzPct val="125000"/>
              <a:buFontTx/>
              <a:buNone/>
              <a:tabLst/>
              <a:defRPr sz="2800" b="0" i="0" u="none" strike="noStrike" cap="none" spc="0" baseline="0">
                <a:ln w="0"/>
                <a:solidFill>
                  <a:srgbClr val="35393D"/>
                </a:solidFill>
                <a:effectLst/>
                <a:uFillTx/>
                <a:latin typeface="IBM Plex Sans" charset="0"/>
                <a:ea typeface="IBM Plex Sans" charset="0"/>
                <a:cs typeface="IBM Plex Sans" charset="0"/>
                <a:sym typeface="IBM Plex Sans"/>
              </a:defRPr>
            </a:lvl1pPr>
            <a:lvl2pPr marL="528638" marR="0" indent="-528638" algn="l" defTabSz="584200" rtl="0" latinLnBrk="0">
              <a:lnSpc>
                <a:spcPct val="100000"/>
              </a:lnSpc>
              <a:spcBef>
                <a:spcPts val="300"/>
              </a:spcBef>
              <a:spcAft>
                <a:spcPts val="0"/>
              </a:spcAft>
              <a:buClrTx/>
              <a:buSzPct val="100000"/>
              <a:buFont typeface="Wingdings" charset="2"/>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2pPr>
            <a:lvl3pPr marL="1397000" marR="0" indent="-44450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3pPr>
            <a:lvl4pPr marL="2381250" marR="0" indent="-476250" algn="l" defTabSz="584200" rtl="0" latinLnBrk="0">
              <a:lnSpc>
                <a:spcPct val="100000"/>
              </a:lnSpc>
              <a:spcBef>
                <a:spcPts val="300"/>
              </a:spcBef>
              <a:spcAft>
                <a:spcPts val="0"/>
              </a:spcAft>
              <a:buClrTx/>
              <a:buSzPct val="125000"/>
              <a:buFont typeface="Arial" charset="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4pPr>
            <a:lvl5pPr marL="3016250" marR="0" indent="-476250" algn="l" defTabSz="584200" rtl="0" latinLnBrk="0">
              <a:lnSpc>
                <a:spcPct val="100000"/>
              </a:lnSpc>
              <a:spcBef>
                <a:spcPts val="300"/>
              </a:spcBef>
              <a:spcAft>
                <a:spcPts val="0"/>
              </a:spcAft>
              <a:buClrTx/>
              <a:buSzPct val="125000"/>
              <a:buFont typeface=".AppleSystemUIFont" charset="-120"/>
              <a:buChar char="-"/>
              <a:tabLst/>
              <a:defRPr sz="2800" b="0" i="0" u="none" strike="noStrike" cap="none" spc="0" baseline="0">
                <a:ln>
                  <a:noFill/>
                </a:ln>
                <a:solidFill>
                  <a:srgbClr val="35393D"/>
                </a:solidFill>
                <a:effectLst/>
                <a:uFillTx/>
                <a:latin typeface="IBM Plex Sans" charset="0"/>
                <a:ea typeface="IBM Plex Sans" charset="0"/>
                <a:cs typeface="IBM Plex Sans" charset="0"/>
                <a:sym typeface="IBM Plex Sans"/>
              </a:defRPr>
            </a:lvl5pPr>
            <a:lvl6pPr marL="365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6pPr>
            <a:lvl7pPr marL="428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7pPr>
            <a:lvl8pPr marL="4921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8pPr>
            <a:lvl9pPr marL="5556250" marR="0" indent="-476250" algn="l" defTabSz="584200" rtl="0" latinLnBrk="0">
              <a:lnSpc>
                <a:spcPct val="100000"/>
              </a:lnSpc>
              <a:spcBef>
                <a:spcPts val="3900"/>
              </a:spcBef>
              <a:spcAft>
                <a:spcPts val="0"/>
              </a:spcAft>
              <a:buClrTx/>
              <a:buSzPct val="125000"/>
              <a:buFontTx/>
              <a:buChar char="•"/>
              <a:tabLst/>
              <a:defRPr sz="3600" b="0" i="0" u="none" strike="noStrike" cap="none" spc="0" baseline="0">
                <a:ln>
                  <a:noFill/>
                </a:ln>
                <a:solidFill>
                  <a:srgbClr val="35393D"/>
                </a:solidFill>
                <a:uFillTx/>
                <a:latin typeface="+mn-lt"/>
                <a:ea typeface="+mn-ea"/>
                <a:cs typeface="+mn-cs"/>
                <a:sym typeface="IBM Plex Sans"/>
              </a:defRPr>
            </a:lvl9pPr>
          </a:lstStyle>
          <a:p>
            <a:pPr marL="742950" indent="-742950" defTabSz="2437912">
              <a:lnSpc>
                <a:spcPct val="110000"/>
              </a:lnSpc>
              <a:spcBef>
                <a:spcPts val="0"/>
              </a:spcBef>
              <a:buClr>
                <a:srgbClr val="0F62FE"/>
              </a:buClr>
              <a:buSzTx/>
              <a:buFont typeface="Wingdings" pitchFamily="2" charset="2"/>
              <a:buAutoNum type="arabicPeriod"/>
              <a:defRPr/>
            </a:pPr>
            <a:endParaRPr lang="en-US" sz="1800" kern="0">
              <a:ln>
                <a:noFill/>
              </a:ln>
              <a:solidFill>
                <a:srgbClr val="000000"/>
              </a:solidFill>
              <a:latin typeface="+mn-lt"/>
              <a:ea typeface="+mj-ea"/>
              <a:cs typeface="+mj-cs"/>
            </a:endParaRPr>
          </a:p>
        </p:txBody>
      </p:sp>
      <p:sp>
        <p:nvSpPr>
          <p:cNvPr id="5" name="Footer Placeholder 4">
            <a:extLst>
              <a:ext uri="{FF2B5EF4-FFF2-40B4-BE49-F238E27FC236}">
                <a16:creationId xmlns:a16="http://schemas.microsoft.com/office/drawing/2014/main" id="{06DA03AB-FC03-8C56-1611-A1C0E8D858CF}"/>
              </a:ext>
            </a:extLst>
          </p:cNvPr>
          <p:cNvSpPr>
            <a:spLocks noGrp="1"/>
          </p:cNvSpPr>
          <p:nvPr>
            <p:ph type="ftr" sz="quarter" idx="13"/>
          </p:nvPr>
        </p:nvSpPr>
        <p:spPr/>
        <p:txBody>
          <a:bodyPr/>
          <a:lstStyle/>
          <a:p>
            <a:r>
              <a:rPr lang="en-US"/>
              <a:t>IBM Consulting for Nestlé | IBM confidential</a:t>
            </a:r>
          </a:p>
        </p:txBody>
      </p:sp>
      <p:sp>
        <p:nvSpPr>
          <p:cNvPr id="6" name="Slide Number Placeholder 5">
            <a:extLst>
              <a:ext uri="{FF2B5EF4-FFF2-40B4-BE49-F238E27FC236}">
                <a16:creationId xmlns:a16="http://schemas.microsoft.com/office/drawing/2014/main" id="{40F5EC0A-3CC6-F73F-3106-6773F8D3173B}"/>
              </a:ext>
            </a:extLst>
          </p:cNvPr>
          <p:cNvSpPr>
            <a:spLocks noGrp="1"/>
          </p:cNvSpPr>
          <p:nvPr>
            <p:ph type="sldNum" sz="quarter" idx="4"/>
          </p:nvPr>
        </p:nvSpPr>
        <p:spPr/>
        <p:txBody>
          <a:bodyPr/>
          <a:lstStyle/>
          <a:p>
            <a:fld id="{86CB4B4D-7CA3-9044-876B-883B54F8677D}" type="slidenum">
              <a:rPr lang="en-US" smtClean="0"/>
              <a:pPr/>
              <a:t>19</a:t>
            </a:fld>
            <a:endParaRPr lang="en-US"/>
          </a:p>
        </p:txBody>
      </p:sp>
      <p:sp>
        <p:nvSpPr>
          <p:cNvPr id="27" name="TextBox 26">
            <a:extLst>
              <a:ext uri="{FF2B5EF4-FFF2-40B4-BE49-F238E27FC236}">
                <a16:creationId xmlns:a16="http://schemas.microsoft.com/office/drawing/2014/main" id="{C83837B4-B2FE-E108-BCE6-16CD9C7031D8}"/>
              </a:ext>
            </a:extLst>
          </p:cNvPr>
          <p:cNvSpPr txBox="1"/>
          <p:nvPr/>
        </p:nvSpPr>
        <p:spPr>
          <a:xfrm>
            <a:off x="370663" y="426387"/>
            <a:ext cx="211350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1828800"/>
            <a:r>
              <a:rPr lang="en-US">
                <a:solidFill>
                  <a:schemeClr val="accent1"/>
                </a:solidFill>
                <a:latin typeface="IBM Plex Sans Light"/>
              </a:rPr>
              <a:t>Stop / Change / Add Decisions </a:t>
            </a:r>
          </a:p>
        </p:txBody>
      </p:sp>
      <p:sp>
        <p:nvSpPr>
          <p:cNvPr id="28" name="Text Placeholder 6">
            <a:extLst>
              <a:ext uri="{FF2B5EF4-FFF2-40B4-BE49-F238E27FC236}">
                <a16:creationId xmlns:a16="http://schemas.microsoft.com/office/drawing/2014/main" id="{A67A7707-2B57-BE3C-F0F5-3C0ECB6FBAF6}"/>
              </a:ext>
            </a:extLst>
          </p:cNvPr>
          <p:cNvSpPr txBox="1">
            <a:spLocks/>
          </p:cNvSpPr>
          <p:nvPr/>
        </p:nvSpPr>
        <p:spPr>
          <a:xfrm>
            <a:off x="568325" y="1299961"/>
            <a:ext cx="22581118" cy="441224"/>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1828434">
              <a:spcBef>
                <a:spcPts val="2934"/>
              </a:spcBef>
              <a:defRPr/>
            </a:pPr>
            <a:r>
              <a:rPr lang="en-US" sz="2800" kern="0">
                <a:solidFill>
                  <a:srgbClr val="000000"/>
                </a:solidFill>
                <a:latin typeface="IBM Plex Sans Light"/>
                <a:sym typeface="IBM Plex Sans Light"/>
              </a:rPr>
              <a:t>Actions required to stop compensating behaviors, redesign processes, and enable automation</a:t>
            </a:r>
          </a:p>
        </p:txBody>
      </p:sp>
      <p:sp>
        <p:nvSpPr>
          <p:cNvPr id="63" name="TextBox 62">
            <a:extLst>
              <a:ext uri="{FF2B5EF4-FFF2-40B4-BE49-F238E27FC236}">
                <a16:creationId xmlns:a16="http://schemas.microsoft.com/office/drawing/2014/main" id="{CF3F44F5-6911-5190-6935-D60F7FFABDC2}"/>
              </a:ext>
            </a:extLst>
          </p:cNvPr>
          <p:cNvSpPr txBox="1"/>
          <p:nvPr/>
        </p:nvSpPr>
        <p:spPr>
          <a:xfrm>
            <a:off x="33794700" y="-2857500"/>
            <a:ext cx="451406" cy="55399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sp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2" name="Shape 4">
            <a:extLst>
              <a:ext uri="{FF2B5EF4-FFF2-40B4-BE49-F238E27FC236}">
                <a16:creationId xmlns:a16="http://schemas.microsoft.com/office/drawing/2014/main" id="{63DFFB9A-BC7A-51E0-02E3-CD9B0BA29FFD}"/>
              </a:ext>
            </a:extLst>
          </p:cNvPr>
          <p:cNvSpPr/>
          <p:nvPr/>
        </p:nvSpPr>
        <p:spPr>
          <a:xfrm>
            <a:off x="785446" y="2840385"/>
            <a:ext cx="5547360" cy="4474464"/>
          </a:xfrm>
          <a:prstGeom prst="rect">
            <a:avLst/>
          </a:prstGeom>
          <a:solidFill>
            <a:srgbClr val="FFFFFF"/>
          </a:solidFill>
          <a:ln w="12700">
            <a:solidFill>
              <a:schemeClr val="accent1"/>
            </a:solidFill>
            <a:prstDash val="solid"/>
          </a:ln>
        </p:spPr>
        <p:txBody>
          <a:bodyPr/>
          <a:lstStyle/>
          <a:p>
            <a:endParaRPr lang="en-US" sz="4400"/>
          </a:p>
        </p:txBody>
      </p:sp>
      <p:sp>
        <p:nvSpPr>
          <p:cNvPr id="3" name="Shape 5">
            <a:extLst>
              <a:ext uri="{FF2B5EF4-FFF2-40B4-BE49-F238E27FC236}">
                <a16:creationId xmlns:a16="http://schemas.microsoft.com/office/drawing/2014/main" id="{C8C41E00-9975-5D2D-D056-CE7FBFE901A0}"/>
              </a:ext>
            </a:extLst>
          </p:cNvPr>
          <p:cNvSpPr/>
          <p:nvPr/>
        </p:nvSpPr>
        <p:spPr>
          <a:xfrm>
            <a:off x="785446" y="2840385"/>
            <a:ext cx="5547360" cy="451104"/>
          </a:xfrm>
          <a:prstGeom prst="rect">
            <a:avLst/>
          </a:prstGeom>
          <a:solidFill>
            <a:srgbClr val="E5F7FF"/>
          </a:solidFill>
          <a:ln w="12700">
            <a:solidFill>
              <a:schemeClr val="accent1"/>
            </a:solidFill>
            <a:prstDash val="solid"/>
          </a:ln>
        </p:spPr>
        <p:txBody>
          <a:bodyPr/>
          <a:lstStyle/>
          <a:p>
            <a:pPr algn="ctr"/>
            <a:r>
              <a:rPr lang="en-US" sz="2400" b="1" kern="0" spc="267">
                <a:solidFill>
                  <a:schemeClr val="accent1"/>
                </a:solidFill>
                <a:ea typeface="Calibri" pitchFamily="34" charset="-122"/>
                <a:cs typeface="Calibri" pitchFamily="34" charset="-120"/>
              </a:rPr>
              <a:t>INVOICE INTAKE</a:t>
            </a:r>
            <a:endParaRPr lang="en-US" sz="2400">
              <a:solidFill>
                <a:schemeClr val="accent1"/>
              </a:solidFill>
            </a:endParaRPr>
          </a:p>
          <a:p>
            <a:endParaRPr lang="en-US" sz="4400">
              <a:solidFill>
                <a:schemeClr val="accent1"/>
              </a:solidFill>
            </a:endParaRPr>
          </a:p>
        </p:txBody>
      </p:sp>
      <p:sp>
        <p:nvSpPr>
          <p:cNvPr id="8" name="Shape 8">
            <a:extLst>
              <a:ext uri="{FF2B5EF4-FFF2-40B4-BE49-F238E27FC236}">
                <a16:creationId xmlns:a16="http://schemas.microsoft.com/office/drawing/2014/main" id="{0FCB00A6-F21D-DA37-3C0B-E2CF2EB1B8ED}"/>
              </a:ext>
            </a:extLst>
          </p:cNvPr>
          <p:cNvSpPr/>
          <p:nvPr/>
        </p:nvSpPr>
        <p:spPr>
          <a:xfrm>
            <a:off x="1090246" y="3352449"/>
            <a:ext cx="512064" cy="304800"/>
          </a:xfrm>
          <a:prstGeom prst="roundRect">
            <a:avLst>
              <a:gd name="adj" fmla="val 16000"/>
            </a:avLst>
          </a:prstGeom>
          <a:solidFill>
            <a:srgbClr val="FFE0DC"/>
          </a:solidFill>
          <a:ln w="12700">
            <a:solidFill>
              <a:srgbClr val="333333"/>
            </a:solidFill>
            <a:prstDash val="solid"/>
          </a:ln>
        </p:spPr>
        <p:txBody>
          <a:bodyPr/>
          <a:lstStyle/>
          <a:p>
            <a:endParaRPr lang="en-US" sz="4400"/>
          </a:p>
        </p:txBody>
      </p:sp>
      <p:sp>
        <p:nvSpPr>
          <p:cNvPr id="9" name="Text 9">
            <a:extLst>
              <a:ext uri="{FF2B5EF4-FFF2-40B4-BE49-F238E27FC236}">
                <a16:creationId xmlns:a16="http://schemas.microsoft.com/office/drawing/2014/main" id="{E6028658-9045-0B43-4B0E-A75F0DD00A4D}"/>
              </a:ext>
            </a:extLst>
          </p:cNvPr>
          <p:cNvSpPr/>
          <p:nvPr/>
        </p:nvSpPr>
        <p:spPr>
          <a:xfrm>
            <a:off x="10902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B42318"/>
                </a:solidFill>
                <a:ea typeface="Calibri" pitchFamily="34" charset="-122"/>
                <a:cs typeface="Calibri" pitchFamily="34" charset="-120"/>
              </a:rPr>
              <a:t>P1</a:t>
            </a:r>
            <a:endParaRPr lang="en-US" sz="1600"/>
          </a:p>
        </p:txBody>
      </p:sp>
      <p:sp>
        <p:nvSpPr>
          <p:cNvPr id="10" name="Shape 10">
            <a:extLst>
              <a:ext uri="{FF2B5EF4-FFF2-40B4-BE49-F238E27FC236}">
                <a16:creationId xmlns:a16="http://schemas.microsoft.com/office/drawing/2014/main" id="{6386A046-F29D-2066-9DEA-674A2F83EF2C}"/>
              </a:ext>
            </a:extLst>
          </p:cNvPr>
          <p:cNvSpPr/>
          <p:nvPr/>
        </p:nvSpPr>
        <p:spPr>
          <a:xfrm>
            <a:off x="1699846" y="3352449"/>
            <a:ext cx="512064" cy="304800"/>
          </a:xfrm>
          <a:prstGeom prst="roundRect">
            <a:avLst>
              <a:gd name="adj" fmla="val 16000"/>
            </a:avLst>
          </a:prstGeom>
          <a:solidFill>
            <a:srgbClr val="FFE9C7"/>
          </a:solidFill>
          <a:ln w="12700">
            <a:solidFill>
              <a:srgbClr val="333333"/>
            </a:solidFill>
            <a:prstDash val="solid"/>
          </a:ln>
        </p:spPr>
        <p:txBody>
          <a:bodyPr/>
          <a:lstStyle/>
          <a:p>
            <a:endParaRPr lang="en-US" sz="4400"/>
          </a:p>
        </p:txBody>
      </p:sp>
      <p:sp>
        <p:nvSpPr>
          <p:cNvPr id="11" name="Text 11">
            <a:extLst>
              <a:ext uri="{FF2B5EF4-FFF2-40B4-BE49-F238E27FC236}">
                <a16:creationId xmlns:a16="http://schemas.microsoft.com/office/drawing/2014/main" id="{BC12EB51-B19C-762B-E312-DFB850B724E4}"/>
              </a:ext>
            </a:extLst>
          </p:cNvPr>
          <p:cNvSpPr/>
          <p:nvPr/>
        </p:nvSpPr>
        <p:spPr>
          <a:xfrm>
            <a:off x="16998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9A6700"/>
                </a:solidFill>
                <a:ea typeface="Calibri" pitchFamily="34" charset="-122"/>
                <a:cs typeface="Calibri" pitchFamily="34" charset="-120"/>
              </a:rPr>
              <a:t>P2</a:t>
            </a:r>
            <a:endParaRPr lang="en-US" sz="1600"/>
          </a:p>
        </p:txBody>
      </p:sp>
      <p:sp>
        <p:nvSpPr>
          <p:cNvPr id="12" name="Shape 12">
            <a:extLst>
              <a:ext uri="{FF2B5EF4-FFF2-40B4-BE49-F238E27FC236}">
                <a16:creationId xmlns:a16="http://schemas.microsoft.com/office/drawing/2014/main" id="{26803483-D69D-033D-A318-30170E491CDC}"/>
              </a:ext>
            </a:extLst>
          </p:cNvPr>
          <p:cNvSpPr/>
          <p:nvPr/>
        </p:nvSpPr>
        <p:spPr>
          <a:xfrm>
            <a:off x="2309446" y="3352449"/>
            <a:ext cx="512064" cy="304800"/>
          </a:xfrm>
          <a:prstGeom prst="roundRect">
            <a:avLst>
              <a:gd name="adj" fmla="val 16000"/>
            </a:avLst>
          </a:prstGeom>
          <a:solidFill>
            <a:srgbClr val="FFF4C4"/>
          </a:solidFill>
          <a:ln w="12700">
            <a:solidFill>
              <a:srgbClr val="333333"/>
            </a:solidFill>
            <a:prstDash val="solid"/>
          </a:ln>
        </p:spPr>
        <p:txBody>
          <a:bodyPr/>
          <a:lstStyle/>
          <a:p>
            <a:endParaRPr lang="en-US" sz="4400"/>
          </a:p>
        </p:txBody>
      </p:sp>
      <p:sp>
        <p:nvSpPr>
          <p:cNvPr id="13" name="Text 13">
            <a:extLst>
              <a:ext uri="{FF2B5EF4-FFF2-40B4-BE49-F238E27FC236}">
                <a16:creationId xmlns:a16="http://schemas.microsoft.com/office/drawing/2014/main" id="{5A90585C-D981-4006-74CA-240D39FF154A}"/>
              </a:ext>
            </a:extLst>
          </p:cNvPr>
          <p:cNvSpPr/>
          <p:nvPr/>
        </p:nvSpPr>
        <p:spPr>
          <a:xfrm>
            <a:off x="23094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8C7700"/>
                </a:solidFill>
                <a:ea typeface="Calibri" pitchFamily="34" charset="-122"/>
                <a:cs typeface="Calibri" pitchFamily="34" charset="-120"/>
              </a:rPr>
              <a:t>P3</a:t>
            </a:r>
            <a:endParaRPr lang="en-US" sz="1600"/>
          </a:p>
        </p:txBody>
      </p:sp>
      <p:sp>
        <p:nvSpPr>
          <p:cNvPr id="14" name="Shape 14">
            <a:extLst>
              <a:ext uri="{FF2B5EF4-FFF2-40B4-BE49-F238E27FC236}">
                <a16:creationId xmlns:a16="http://schemas.microsoft.com/office/drawing/2014/main" id="{FAB2E13C-AC95-2D14-A172-5CA3CB5207CD}"/>
              </a:ext>
            </a:extLst>
          </p:cNvPr>
          <p:cNvSpPr/>
          <p:nvPr/>
        </p:nvSpPr>
        <p:spPr>
          <a:xfrm>
            <a:off x="1029286" y="384012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5" name="Text 15">
            <a:extLst>
              <a:ext uri="{FF2B5EF4-FFF2-40B4-BE49-F238E27FC236}">
                <a16:creationId xmlns:a16="http://schemas.microsoft.com/office/drawing/2014/main" id="{5EA7E8B1-ADA4-0CAF-DFA4-1EC9EEFF4F03}"/>
              </a:ext>
            </a:extLst>
          </p:cNvPr>
          <p:cNvSpPr/>
          <p:nvPr/>
        </p:nvSpPr>
        <p:spPr>
          <a:xfrm>
            <a:off x="1175590" y="384012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C4271E"/>
                </a:solidFill>
                <a:ea typeface="Calibri" pitchFamily="34" charset="-122"/>
                <a:cs typeface="Calibri" pitchFamily="34" charset="-120"/>
              </a:rPr>
              <a:t>STOP</a:t>
            </a:r>
            <a:endParaRPr lang="en-US" sz="1800"/>
          </a:p>
        </p:txBody>
      </p:sp>
      <p:sp>
        <p:nvSpPr>
          <p:cNvPr id="16" name="Text 16">
            <a:extLst>
              <a:ext uri="{FF2B5EF4-FFF2-40B4-BE49-F238E27FC236}">
                <a16:creationId xmlns:a16="http://schemas.microsoft.com/office/drawing/2014/main" id="{59ED524E-C867-4B1F-1657-24F95FE5B18E}"/>
              </a:ext>
            </a:extLst>
          </p:cNvPr>
          <p:cNvSpPr/>
          <p:nvPr/>
        </p:nvSpPr>
        <p:spPr>
          <a:xfrm>
            <a:off x="1175590" y="416931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Accepting invoices through uncontrolled channels (business inboxes, ad‑hoc forwarding, local uploads)</a:t>
            </a:r>
            <a:endParaRPr lang="en-US" sz="1800"/>
          </a:p>
        </p:txBody>
      </p:sp>
      <p:sp>
        <p:nvSpPr>
          <p:cNvPr id="17" name="Shape 17">
            <a:extLst>
              <a:ext uri="{FF2B5EF4-FFF2-40B4-BE49-F238E27FC236}">
                <a16:creationId xmlns:a16="http://schemas.microsoft.com/office/drawing/2014/main" id="{DBBD8E78-A95C-141A-3ED2-A2BAC42FD929}"/>
              </a:ext>
            </a:extLst>
          </p:cNvPr>
          <p:cNvSpPr/>
          <p:nvPr/>
        </p:nvSpPr>
        <p:spPr>
          <a:xfrm>
            <a:off x="1029286" y="497804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8" name="Text 18">
            <a:extLst>
              <a:ext uri="{FF2B5EF4-FFF2-40B4-BE49-F238E27FC236}">
                <a16:creationId xmlns:a16="http://schemas.microsoft.com/office/drawing/2014/main" id="{88203851-1452-AF1E-4713-EEDCD82B0EFB}"/>
              </a:ext>
            </a:extLst>
          </p:cNvPr>
          <p:cNvSpPr/>
          <p:nvPr/>
        </p:nvSpPr>
        <p:spPr>
          <a:xfrm>
            <a:off x="1175590" y="497804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E07E1A"/>
                </a:solidFill>
                <a:ea typeface="Calibri" pitchFamily="34" charset="-122"/>
                <a:cs typeface="Calibri" pitchFamily="34" charset="-120"/>
              </a:rPr>
              <a:t>CHANGE</a:t>
            </a:r>
            <a:endParaRPr lang="en-US" sz="1800"/>
          </a:p>
        </p:txBody>
      </p:sp>
      <p:sp>
        <p:nvSpPr>
          <p:cNvPr id="19" name="Text 19">
            <a:extLst>
              <a:ext uri="{FF2B5EF4-FFF2-40B4-BE49-F238E27FC236}">
                <a16:creationId xmlns:a16="http://schemas.microsoft.com/office/drawing/2014/main" id="{6A74C5E4-0181-E616-A695-0985111F71DC}"/>
              </a:ext>
            </a:extLst>
          </p:cNvPr>
          <p:cNvSpPr/>
          <p:nvPr/>
        </p:nvSpPr>
        <p:spPr>
          <a:xfrm>
            <a:off x="1175590" y="530723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Invoice intake governance so suppliers and businesses are held to a single, enforced receipt model</a:t>
            </a:r>
            <a:endParaRPr lang="en-US" sz="1800"/>
          </a:p>
        </p:txBody>
      </p:sp>
      <p:sp>
        <p:nvSpPr>
          <p:cNvPr id="20" name="Shape 20">
            <a:extLst>
              <a:ext uri="{FF2B5EF4-FFF2-40B4-BE49-F238E27FC236}">
                <a16:creationId xmlns:a16="http://schemas.microsoft.com/office/drawing/2014/main" id="{23413695-D16A-1AF4-AF3D-ECA5CDE39321}"/>
              </a:ext>
            </a:extLst>
          </p:cNvPr>
          <p:cNvSpPr/>
          <p:nvPr/>
        </p:nvSpPr>
        <p:spPr>
          <a:xfrm>
            <a:off x="1029286" y="611596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21" name="Text 21">
            <a:extLst>
              <a:ext uri="{FF2B5EF4-FFF2-40B4-BE49-F238E27FC236}">
                <a16:creationId xmlns:a16="http://schemas.microsoft.com/office/drawing/2014/main" id="{FFD1B086-41C0-9E5B-6D9A-B2E87B342302}"/>
              </a:ext>
            </a:extLst>
          </p:cNvPr>
          <p:cNvSpPr/>
          <p:nvPr/>
        </p:nvSpPr>
        <p:spPr>
          <a:xfrm>
            <a:off x="1175590" y="611596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16A34A"/>
                </a:solidFill>
                <a:ea typeface="Calibri" pitchFamily="34" charset="-122"/>
                <a:cs typeface="Calibri" pitchFamily="34" charset="-120"/>
              </a:rPr>
              <a:t>ADD</a:t>
            </a:r>
            <a:endParaRPr lang="en-US" sz="1800"/>
          </a:p>
        </p:txBody>
      </p:sp>
      <p:sp>
        <p:nvSpPr>
          <p:cNvPr id="22" name="Text 22">
            <a:extLst>
              <a:ext uri="{FF2B5EF4-FFF2-40B4-BE49-F238E27FC236}">
                <a16:creationId xmlns:a16="http://schemas.microsoft.com/office/drawing/2014/main" id="{9A4A62BB-5AC6-447D-3BA8-9AEA0D9B3727}"/>
              </a:ext>
            </a:extLst>
          </p:cNvPr>
          <p:cNvSpPr/>
          <p:nvPr/>
        </p:nvSpPr>
        <p:spPr>
          <a:xfrm>
            <a:off x="1175590" y="644515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Standardized intake mechanisms (e‑invoicing, portal submission, consolidated invoicing for low‑value suppliers)</a:t>
            </a:r>
            <a:endParaRPr lang="en-US" sz="1800"/>
          </a:p>
        </p:txBody>
      </p:sp>
      <p:sp>
        <p:nvSpPr>
          <p:cNvPr id="23" name="Shape 23">
            <a:extLst>
              <a:ext uri="{FF2B5EF4-FFF2-40B4-BE49-F238E27FC236}">
                <a16:creationId xmlns:a16="http://schemas.microsoft.com/office/drawing/2014/main" id="{67443E25-874E-8D18-8FAF-DC96FEEA9895}"/>
              </a:ext>
            </a:extLst>
          </p:cNvPr>
          <p:cNvSpPr/>
          <p:nvPr/>
        </p:nvSpPr>
        <p:spPr>
          <a:xfrm>
            <a:off x="6576646" y="2840385"/>
            <a:ext cx="5547360" cy="4474464"/>
          </a:xfrm>
          <a:prstGeom prst="rect">
            <a:avLst/>
          </a:prstGeom>
          <a:solidFill>
            <a:srgbClr val="FFFFFF"/>
          </a:solidFill>
          <a:ln w="12700">
            <a:solidFill>
              <a:schemeClr val="accent1"/>
            </a:solidFill>
            <a:prstDash val="solid"/>
          </a:ln>
        </p:spPr>
        <p:txBody>
          <a:bodyPr/>
          <a:lstStyle/>
          <a:p>
            <a:endParaRPr lang="en-US" sz="4400"/>
          </a:p>
        </p:txBody>
      </p:sp>
      <p:sp>
        <p:nvSpPr>
          <p:cNvPr id="30" name="Shape 27">
            <a:extLst>
              <a:ext uri="{FF2B5EF4-FFF2-40B4-BE49-F238E27FC236}">
                <a16:creationId xmlns:a16="http://schemas.microsoft.com/office/drawing/2014/main" id="{3D07F866-01AA-9EFB-7861-FA906809E5EF}"/>
              </a:ext>
            </a:extLst>
          </p:cNvPr>
          <p:cNvSpPr/>
          <p:nvPr/>
        </p:nvSpPr>
        <p:spPr>
          <a:xfrm>
            <a:off x="6881446" y="3352449"/>
            <a:ext cx="512064" cy="304800"/>
          </a:xfrm>
          <a:prstGeom prst="roundRect">
            <a:avLst>
              <a:gd name="adj" fmla="val 16000"/>
            </a:avLst>
          </a:prstGeom>
          <a:solidFill>
            <a:srgbClr val="FFE0DC"/>
          </a:solidFill>
          <a:ln w="12700">
            <a:solidFill>
              <a:srgbClr val="333333"/>
            </a:solidFill>
            <a:prstDash val="solid"/>
          </a:ln>
        </p:spPr>
        <p:txBody>
          <a:bodyPr/>
          <a:lstStyle/>
          <a:p>
            <a:endParaRPr lang="en-US" sz="4400"/>
          </a:p>
        </p:txBody>
      </p:sp>
      <p:sp>
        <p:nvSpPr>
          <p:cNvPr id="31" name="Text 28">
            <a:extLst>
              <a:ext uri="{FF2B5EF4-FFF2-40B4-BE49-F238E27FC236}">
                <a16:creationId xmlns:a16="http://schemas.microsoft.com/office/drawing/2014/main" id="{9D675FC0-462E-C67D-EDF0-B9CC531E5860}"/>
              </a:ext>
            </a:extLst>
          </p:cNvPr>
          <p:cNvSpPr/>
          <p:nvPr/>
        </p:nvSpPr>
        <p:spPr>
          <a:xfrm>
            <a:off x="68814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B42318"/>
                </a:solidFill>
                <a:ea typeface="Calibri" pitchFamily="34" charset="-122"/>
                <a:cs typeface="Calibri" pitchFamily="34" charset="-120"/>
              </a:rPr>
              <a:t>P1</a:t>
            </a:r>
            <a:endParaRPr lang="en-US" sz="1600"/>
          </a:p>
        </p:txBody>
      </p:sp>
      <p:sp>
        <p:nvSpPr>
          <p:cNvPr id="32" name="Shape 29">
            <a:extLst>
              <a:ext uri="{FF2B5EF4-FFF2-40B4-BE49-F238E27FC236}">
                <a16:creationId xmlns:a16="http://schemas.microsoft.com/office/drawing/2014/main" id="{820011CF-F702-66FF-3FFA-D6045915E4C6}"/>
              </a:ext>
            </a:extLst>
          </p:cNvPr>
          <p:cNvSpPr/>
          <p:nvPr/>
        </p:nvSpPr>
        <p:spPr>
          <a:xfrm>
            <a:off x="7491046" y="3352449"/>
            <a:ext cx="512064" cy="304800"/>
          </a:xfrm>
          <a:prstGeom prst="roundRect">
            <a:avLst>
              <a:gd name="adj" fmla="val 16000"/>
            </a:avLst>
          </a:prstGeom>
          <a:solidFill>
            <a:srgbClr val="FFE9C7"/>
          </a:solidFill>
          <a:ln w="12700">
            <a:solidFill>
              <a:srgbClr val="333333"/>
            </a:solidFill>
            <a:prstDash val="solid"/>
          </a:ln>
        </p:spPr>
        <p:txBody>
          <a:bodyPr/>
          <a:lstStyle/>
          <a:p>
            <a:endParaRPr lang="en-US" sz="4400"/>
          </a:p>
        </p:txBody>
      </p:sp>
      <p:sp>
        <p:nvSpPr>
          <p:cNvPr id="33" name="Text 30">
            <a:extLst>
              <a:ext uri="{FF2B5EF4-FFF2-40B4-BE49-F238E27FC236}">
                <a16:creationId xmlns:a16="http://schemas.microsoft.com/office/drawing/2014/main" id="{76D419F9-0E11-F69C-8807-57099E5C15F9}"/>
              </a:ext>
            </a:extLst>
          </p:cNvPr>
          <p:cNvSpPr/>
          <p:nvPr/>
        </p:nvSpPr>
        <p:spPr>
          <a:xfrm>
            <a:off x="74910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9A6700"/>
                </a:solidFill>
                <a:ea typeface="Calibri" pitchFamily="34" charset="-122"/>
                <a:cs typeface="Calibri" pitchFamily="34" charset="-120"/>
              </a:rPr>
              <a:t>P2</a:t>
            </a:r>
            <a:endParaRPr lang="en-US" sz="1600"/>
          </a:p>
        </p:txBody>
      </p:sp>
      <p:sp>
        <p:nvSpPr>
          <p:cNvPr id="34" name="Shape 31">
            <a:extLst>
              <a:ext uri="{FF2B5EF4-FFF2-40B4-BE49-F238E27FC236}">
                <a16:creationId xmlns:a16="http://schemas.microsoft.com/office/drawing/2014/main" id="{1F574088-97E4-85F6-BA64-D3D4E901406B}"/>
              </a:ext>
            </a:extLst>
          </p:cNvPr>
          <p:cNvSpPr/>
          <p:nvPr/>
        </p:nvSpPr>
        <p:spPr>
          <a:xfrm>
            <a:off x="8100646" y="3352449"/>
            <a:ext cx="512064" cy="304800"/>
          </a:xfrm>
          <a:prstGeom prst="roundRect">
            <a:avLst>
              <a:gd name="adj" fmla="val 16000"/>
            </a:avLst>
          </a:prstGeom>
          <a:solidFill>
            <a:srgbClr val="FFF4C4"/>
          </a:solidFill>
          <a:ln w="12700">
            <a:solidFill>
              <a:srgbClr val="333333"/>
            </a:solidFill>
            <a:prstDash val="solid"/>
          </a:ln>
        </p:spPr>
        <p:txBody>
          <a:bodyPr/>
          <a:lstStyle/>
          <a:p>
            <a:endParaRPr lang="en-US" sz="4400"/>
          </a:p>
        </p:txBody>
      </p:sp>
      <p:sp>
        <p:nvSpPr>
          <p:cNvPr id="35" name="Text 32">
            <a:extLst>
              <a:ext uri="{FF2B5EF4-FFF2-40B4-BE49-F238E27FC236}">
                <a16:creationId xmlns:a16="http://schemas.microsoft.com/office/drawing/2014/main" id="{1B5CD84B-12F4-A1A0-495C-72123D7763A6}"/>
              </a:ext>
            </a:extLst>
          </p:cNvPr>
          <p:cNvSpPr/>
          <p:nvPr/>
        </p:nvSpPr>
        <p:spPr>
          <a:xfrm>
            <a:off x="81006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8C7700"/>
                </a:solidFill>
                <a:ea typeface="Calibri" pitchFamily="34" charset="-122"/>
                <a:cs typeface="Calibri" pitchFamily="34" charset="-120"/>
              </a:rPr>
              <a:t>P3</a:t>
            </a:r>
            <a:endParaRPr lang="en-US" sz="1600"/>
          </a:p>
        </p:txBody>
      </p:sp>
      <p:sp>
        <p:nvSpPr>
          <p:cNvPr id="36" name="Shape 33">
            <a:extLst>
              <a:ext uri="{FF2B5EF4-FFF2-40B4-BE49-F238E27FC236}">
                <a16:creationId xmlns:a16="http://schemas.microsoft.com/office/drawing/2014/main" id="{AD055EDC-09F7-E0EF-8519-C3475BA1D6FD}"/>
              </a:ext>
            </a:extLst>
          </p:cNvPr>
          <p:cNvSpPr/>
          <p:nvPr/>
        </p:nvSpPr>
        <p:spPr>
          <a:xfrm>
            <a:off x="8710246" y="3352449"/>
            <a:ext cx="512064" cy="304800"/>
          </a:xfrm>
          <a:prstGeom prst="roundRect">
            <a:avLst>
              <a:gd name="adj" fmla="val 16000"/>
            </a:avLst>
          </a:prstGeom>
          <a:solidFill>
            <a:srgbClr val="DCFCE7"/>
          </a:solidFill>
          <a:ln w="12700">
            <a:solidFill>
              <a:srgbClr val="333333"/>
            </a:solidFill>
            <a:prstDash val="solid"/>
          </a:ln>
        </p:spPr>
        <p:txBody>
          <a:bodyPr/>
          <a:lstStyle/>
          <a:p>
            <a:endParaRPr lang="en-US" sz="4400"/>
          </a:p>
        </p:txBody>
      </p:sp>
      <p:sp>
        <p:nvSpPr>
          <p:cNvPr id="37" name="Text 34">
            <a:extLst>
              <a:ext uri="{FF2B5EF4-FFF2-40B4-BE49-F238E27FC236}">
                <a16:creationId xmlns:a16="http://schemas.microsoft.com/office/drawing/2014/main" id="{46798BD7-9BDC-D8C8-72A6-19C27B6B0B08}"/>
              </a:ext>
            </a:extLst>
          </p:cNvPr>
          <p:cNvSpPr/>
          <p:nvPr/>
        </p:nvSpPr>
        <p:spPr>
          <a:xfrm>
            <a:off x="87102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166534"/>
                </a:solidFill>
                <a:ea typeface="Calibri" pitchFamily="34" charset="-122"/>
                <a:cs typeface="Calibri" pitchFamily="34" charset="-120"/>
              </a:rPr>
              <a:t>P4</a:t>
            </a:r>
            <a:endParaRPr lang="en-US" sz="1600"/>
          </a:p>
        </p:txBody>
      </p:sp>
      <p:sp>
        <p:nvSpPr>
          <p:cNvPr id="38" name="Shape 35">
            <a:extLst>
              <a:ext uri="{FF2B5EF4-FFF2-40B4-BE49-F238E27FC236}">
                <a16:creationId xmlns:a16="http://schemas.microsoft.com/office/drawing/2014/main" id="{6E88AC0A-F411-AAB8-2047-A532B9C19D0E}"/>
              </a:ext>
            </a:extLst>
          </p:cNvPr>
          <p:cNvSpPr/>
          <p:nvPr/>
        </p:nvSpPr>
        <p:spPr>
          <a:xfrm>
            <a:off x="6820486" y="384012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39" name="Text 36">
            <a:extLst>
              <a:ext uri="{FF2B5EF4-FFF2-40B4-BE49-F238E27FC236}">
                <a16:creationId xmlns:a16="http://schemas.microsoft.com/office/drawing/2014/main" id="{577F2098-6B00-AECB-4F80-9F9A780E1A33}"/>
              </a:ext>
            </a:extLst>
          </p:cNvPr>
          <p:cNvSpPr/>
          <p:nvPr/>
        </p:nvSpPr>
        <p:spPr>
          <a:xfrm>
            <a:off x="6966790" y="384012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C4271E"/>
                </a:solidFill>
                <a:ea typeface="Calibri" pitchFamily="34" charset="-122"/>
                <a:cs typeface="Calibri" pitchFamily="34" charset="-120"/>
              </a:rPr>
              <a:t>STOP</a:t>
            </a:r>
            <a:endParaRPr lang="en-US" sz="1800"/>
          </a:p>
        </p:txBody>
      </p:sp>
      <p:sp>
        <p:nvSpPr>
          <p:cNvPr id="40" name="Text 37">
            <a:extLst>
              <a:ext uri="{FF2B5EF4-FFF2-40B4-BE49-F238E27FC236}">
                <a16:creationId xmlns:a16="http://schemas.microsoft.com/office/drawing/2014/main" id="{9B9996F3-D15A-D6DE-0387-0D3D6E870A35}"/>
              </a:ext>
            </a:extLst>
          </p:cNvPr>
          <p:cNvSpPr/>
          <p:nvPr/>
        </p:nvSpPr>
        <p:spPr>
          <a:xfrm>
            <a:off x="6966790" y="416931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Designing matching controls around zero tolerance and human intervention as the default</a:t>
            </a:r>
            <a:endParaRPr lang="en-US" sz="1800"/>
          </a:p>
        </p:txBody>
      </p:sp>
      <p:sp>
        <p:nvSpPr>
          <p:cNvPr id="41" name="Shape 38">
            <a:extLst>
              <a:ext uri="{FF2B5EF4-FFF2-40B4-BE49-F238E27FC236}">
                <a16:creationId xmlns:a16="http://schemas.microsoft.com/office/drawing/2014/main" id="{917FE0FF-9DFB-A4ED-047F-F3AA9DCCDEF8}"/>
              </a:ext>
            </a:extLst>
          </p:cNvPr>
          <p:cNvSpPr/>
          <p:nvPr/>
        </p:nvSpPr>
        <p:spPr>
          <a:xfrm>
            <a:off x="6820486" y="497804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42" name="Text 39">
            <a:extLst>
              <a:ext uri="{FF2B5EF4-FFF2-40B4-BE49-F238E27FC236}">
                <a16:creationId xmlns:a16="http://schemas.microsoft.com/office/drawing/2014/main" id="{E288AC34-41B9-FAB4-6CB4-E181A42541C4}"/>
              </a:ext>
            </a:extLst>
          </p:cNvPr>
          <p:cNvSpPr/>
          <p:nvPr/>
        </p:nvSpPr>
        <p:spPr>
          <a:xfrm>
            <a:off x="6966790" y="497804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E07E1A"/>
                </a:solidFill>
                <a:ea typeface="Calibri" pitchFamily="34" charset="-122"/>
                <a:cs typeface="Calibri" pitchFamily="34" charset="-120"/>
              </a:rPr>
              <a:t>CHANGE</a:t>
            </a:r>
            <a:endParaRPr lang="en-US" sz="1800"/>
          </a:p>
        </p:txBody>
      </p:sp>
      <p:sp>
        <p:nvSpPr>
          <p:cNvPr id="43" name="Text 40">
            <a:extLst>
              <a:ext uri="{FF2B5EF4-FFF2-40B4-BE49-F238E27FC236}">
                <a16:creationId xmlns:a16="http://schemas.microsoft.com/office/drawing/2014/main" id="{B78FADE2-6084-3449-D436-C4D15D7E3854}"/>
              </a:ext>
            </a:extLst>
          </p:cNvPr>
          <p:cNvSpPr/>
          <p:nvPr/>
        </p:nvSpPr>
        <p:spPr>
          <a:xfrm>
            <a:off x="6966790" y="530723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Tolerance philosophy, PO quality accountability, GR ownership, and No‑PO‑No‑Pay enforcement</a:t>
            </a:r>
            <a:endParaRPr lang="en-US" sz="1800"/>
          </a:p>
        </p:txBody>
      </p:sp>
      <p:sp>
        <p:nvSpPr>
          <p:cNvPr id="44" name="Shape 41">
            <a:extLst>
              <a:ext uri="{FF2B5EF4-FFF2-40B4-BE49-F238E27FC236}">
                <a16:creationId xmlns:a16="http://schemas.microsoft.com/office/drawing/2014/main" id="{E7802674-5A69-0A93-3DE3-3A1E655AD002}"/>
              </a:ext>
            </a:extLst>
          </p:cNvPr>
          <p:cNvSpPr/>
          <p:nvPr/>
        </p:nvSpPr>
        <p:spPr>
          <a:xfrm>
            <a:off x="6820486" y="611596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45" name="Text 42">
            <a:extLst>
              <a:ext uri="{FF2B5EF4-FFF2-40B4-BE49-F238E27FC236}">
                <a16:creationId xmlns:a16="http://schemas.microsoft.com/office/drawing/2014/main" id="{0725816B-62A6-2D6E-347E-60E9365ECF72}"/>
              </a:ext>
            </a:extLst>
          </p:cNvPr>
          <p:cNvSpPr/>
          <p:nvPr/>
        </p:nvSpPr>
        <p:spPr>
          <a:xfrm>
            <a:off x="6966790" y="611596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16A34A"/>
                </a:solidFill>
                <a:ea typeface="Calibri" pitchFamily="34" charset="-122"/>
                <a:cs typeface="Calibri" pitchFamily="34" charset="-120"/>
              </a:rPr>
              <a:t>ADD</a:t>
            </a:r>
            <a:endParaRPr lang="en-US" sz="1800"/>
          </a:p>
        </p:txBody>
      </p:sp>
      <p:sp>
        <p:nvSpPr>
          <p:cNvPr id="46" name="Text 43">
            <a:extLst>
              <a:ext uri="{FF2B5EF4-FFF2-40B4-BE49-F238E27FC236}">
                <a16:creationId xmlns:a16="http://schemas.microsoft.com/office/drawing/2014/main" id="{E7569C25-C279-1964-C2FC-8CEC0B3168DE}"/>
              </a:ext>
            </a:extLst>
          </p:cNvPr>
          <p:cNvSpPr/>
          <p:nvPr/>
        </p:nvSpPr>
        <p:spPr>
          <a:xfrm>
            <a:off x="6966790" y="644515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t>Automated, risk‑based matching and validation across PO, GR, and contract data</a:t>
            </a:r>
          </a:p>
        </p:txBody>
      </p:sp>
      <p:sp>
        <p:nvSpPr>
          <p:cNvPr id="47" name="Shape 44">
            <a:extLst>
              <a:ext uri="{FF2B5EF4-FFF2-40B4-BE49-F238E27FC236}">
                <a16:creationId xmlns:a16="http://schemas.microsoft.com/office/drawing/2014/main" id="{768CE2D1-A92D-5E9E-B161-75BA018B9E1F}"/>
              </a:ext>
            </a:extLst>
          </p:cNvPr>
          <p:cNvSpPr/>
          <p:nvPr/>
        </p:nvSpPr>
        <p:spPr>
          <a:xfrm>
            <a:off x="12367846" y="2840385"/>
            <a:ext cx="5547360" cy="4474464"/>
          </a:xfrm>
          <a:prstGeom prst="rect">
            <a:avLst/>
          </a:prstGeom>
          <a:solidFill>
            <a:srgbClr val="FFFFFF"/>
          </a:solidFill>
          <a:ln w="12700">
            <a:solidFill>
              <a:schemeClr val="accent1"/>
            </a:solidFill>
            <a:prstDash val="solid"/>
          </a:ln>
        </p:spPr>
        <p:txBody>
          <a:bodyPr/>
          <a:lstStyle/>
          <a:p>
            <a:endParaRPr lang="en-US" sz="4400"/>
          </a:p>
        </p:txBody>
      </p:sp>
      <p:sp>
        <p:nvSpPr>
          <p:cNvPr id="51" name="Shape 48">
            <a:extLst>
              <a:ext uri="{FF2B5EF4-FFF2-40B4-BE49-F238E27FC236}">
                <a16:creationId xmlns:a16="http://schemas.microsoft.com/office/drawing/2014/main" id="{4A878460-7AAC-B43A-75F1-E09AC723E2A6}"/>
              </a:ext>
            </a:extLst>
          </p:cNvPr>
          <p:cNvSpPr/>
          <p:nvPr/>
        </p:nvSpPr>
        <p:spPr>
          <a:xfrm>
            <a:off x="12672646" y="3352449"/>
            <a:ext cx="512064" cy="304800"/>
          </a:xfrm>
          <a:prstGeom prst="roundRect">
            <a:avLst>
              <a:gd name="adj" fmla="val 16000"/>
            </a:avLst>
          </a:prstGeom>
          <a:solidFill>
            <a:srgbClr val="FFE0DC"/>
          </a:solidFill>
          <a:ln w="12700">
            <a:solidFill>
              <a:srgbClr val="333333"/>
            </a:solidFill>
            <a:prstDash val="solid"/>
          </a:ln>
        </p:spPr>
        <p:txBody>
          <a:bodyPr/>
          <a:lstStyle/>
          <a:p>
            <a:endParaRPr lang="en-US" sz="4400"/>
          </a:p>
        </p:txBody>
      </p:sp>
      <p:sp>
        <p:nvSpPr>
          <p:cNvPr id="52" name="Text 49">
            <a:extLst>
              <a:ext uri="{FF2B5EF4-FFF2-40B4-BE49-F238E27FC236}">
                <a16:creationId xmlns:a16="http://schemas.microsoft.com/office/drawing/2014/main" id="{2DF9A6C1-951B-90D4-9872-15C35F25A6E9}"/>
              </a:ext>
            </a:extLst>
          </p:cNvPr>
          <p:cNvSpPr/>
          <p:nvPr/>
        </p:nvSpPr>
        <p:spPr>
          <a:xfrm>
            <a:off x="126726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B42318"/>
                </a:solidFill>
                <a:ea typeface="Calibri" pitchFamily="34" charset="-122"/>
                <a:cs typeface="Calibri" pitchFamily="34" charset="-120"/>
              </a:rPr>
              <a:t>P1</a:t>
            </a:r>
            <a:endParaRPr lang="en-US" sz="1600"/>
          </a:p>
        </p:txBody>
      </p:sp>
      <p:sp>
        <p:nvSpPr>
          <p:cNvPr id="53" name="Shape 50">
            <a:extLst>
              <a:ext uri="{FF2B5EF4-FFF2-40B4-BE49-F238E27FC236}">
                <a16:creationId xmlns:a16="http://schemas.microsoft.com/office/drawing/2014/main" id="{D33F4CEF-770F-6DA1-B033-4C382EE075EA}"/>
              </a:ext>
            </a:extLst>
          </p:cNvPr>
          <p:cNvSpPr/>
          <p:nvPr/>
        </p:nvSpPr>
        <p:spPr>
          <a:xfrm>
            <a:off x="13282246" y="3352449"/>
            <a:ext cx="512064" cy="304800"/>
          </a:xfrm>
          <a:prstGeom prst="roundRect">
            <a:avLst>
              <a:gd name="adj" fmla="val 16000"/>
            </a:avLst>
          </a:prstGeom>
          <a:solidFill>
            <a:srgbClr val="FFF4C4"/>
          </a:solidFill>
          <a:ln w="12700">
            <a:solidFill>
              <a:srgbClr val="333333"/>
            </a:solidFill>
            <a:prstDash val="solid"/>
          </a:ln>
        </p:spPr>
        <p:txBody>
          <a:bodyPr/>
          <a:lstStyle/>
          <a:p>
            <a:endParaRPr lang="en-US" sz="4400"/>
          </a:p>
        </p:txBody>
      </p:sp>
      <p:sp>
        <p:nvSpPr>
          <p:cNvPr id="54" name="Text 51">
            <a:extLst>
              <a:ext uri="{FF2B5EF4-FFF2-40B4-BE49-F238E27FC236}">
                <a16:creationId xmlns:a16="http://schemas.microsoft.com/office/drawing/2014/main" id="{239C6E35-D5B0-268D-07A3-FD60B1D39EF2}"/>
              </a:ext>
            </a:extLst>
          </p:cNvPr>
          <p:cNvSpPr/>
          <p:nvPr/>
        </p:nvSpPr>
        <p:spPr>
          <a:xfrm>
            <a:off x="132822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8C7700"/>
                </a:solidFill>
                <a:ea typeface="Calibri" pitchFamily="34" charset="-122"/>
                <a:cs typeface="Calibri" pitchFamily="34" charset="-120"/>
              </a:rPr>
              <a:t>P3</a:t>
            </a:r>
            <a:endParaRPr lang="en-US" sz="1600"/>
          </a:p>
        </p:txBody>
      </p:sp>
      <p:sp>
        <p:nvSpPr>
          <p:cNvPr id="55" name="Shape 52">
            <a:extLst>
              <a:ext uri="{FF2B5EF4-FFF2-40B4-BE49-F238E27FC236}">
                <a16:creationId xmlns:a16="http://schemas.microsoft.com/office/drawing/2014/main" id="{4990A421-F533-4FC9-F6E5-51B42EEE23F5}"/>
              </a:ext>
            </a:extLst>
          </p:cNvPr>
          <p:cNvSpPr/>
          <p:nvPr/>
        </p:nvSpPr>
        <p:spPr>
          <a:xfrm>
            <a:off x="12611686" y="384012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56" name="Text 53">
            <a:extLst>
              <a:ext uri="{FF2B5EF4-FFF2-40B4-BE49-F238E27FC236}">
                <a16:creationId xmlns:a16="http://schemas.microsoft.com/office/drawing/2014/main" id="{67BF0740-B8A0-36C2-C024-279557AC9EAF}"/>
              </a:ext>
            </a:extLst>
          </p:cNvPr>
          <p:cNvSpPr/>
          <p:nvPr/>
        </p:nvSpPr>
        <p:spPr>
          <a:xfrm>
            <a:off x="12757990" y="384012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C4271E"/>
                </a:solidFill>
                <a:ea typeface="Calibri" pitchFamily="34" charset="-122"/>
                <a:cs typeface="Calibri" pitchFamily="34" charset="-120"/>
              </a:rPr>
              <a:t>STOP</a:t>
            </a:r>
            <a:endParaRPr lang="en-US" sz="1800"/>
          </a:p>
        </p:txBody>
      </p:sp>
      <p:sp>
        <p:nvSpPr>
          <p:cNvPr id="57" name="Text 54">
            <a:extLst>
              <a:ext uri="{FF2B5EF4-FFF2-40B4-BE49-F238E27FC236}">
                <a16:creationId xmlns:a16="http://schemas.microsoft.com/office/drawing/2014/main" id="{672AA691-EB51-5250-AD79-501B05574C61}"/>
              </a:ext>
            </a:extLst>
          </p:cNvPr>
          <p:cNvSpPr/>
          <p:nvPr/>
        </p:nvSpPr>
        <p:spPr>
          <a:xfrm>
            <a:off x="12757990" y="416931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t>Restart‑based processing and compensating hand‑offs between teams</a:t>
            </a:r>
          </a:p>
        </p:txBody>
      </p:sp>
      <p:sp>
        <p:nvSpPr>
          <p:cNvPr id="58" name="Shape 55">
            <a:extLst>
              <a:ext uri="{FF2B5EF4-FFF2-40B4-BE49-F238E27FC236}">
                <a16:creationId xmlns:a16="http://schemas.microsoft.com/office/drawing/2014/main" id="{C5DC6713-0E3A-C197-4DD0-5C718DD2557F}"/>
              </a:ext>
            </a:extLst>
          </p:cNvPr>
          <p:cNvSpPr/>
          <p:nvPr/>
        </p:nvSpPr>
        <p:spPr>
          <a:xfrm>
            <a:off x="12611686" y="497804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59" name="Text 56">
            <a:extLst>
              <a:ext uri="{FF2B5EF4-FFF2-40B4-BE49-F238E27FC236}">
                <a16:creationId xmlns:a16="http://schemas.microsoft.com/office/drawing/2014/main" id="{CF0F73E4-5FA3-D526-5B46-F57B1F80CBFF}"/>
              </a:ext>
            </a:extLst>
          </p:cNvPr>
          <p:cNvSpPr/>
          <p:nvPr/>
        </p:nvSpPr>
        <p:spPr>
          <a:xfrm>
            <a:off x="12757990" y="497804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E07E1A"/>
                </a:solidFill>
                <a:ea typeface="Calibri" pitchFamily="34" charset="-122"/>
                <a:cs typeface="Calibri" pitchFamily="34" charset="-120"/>
              </a:rPr>
              <a:t>CHANGE</a:t>
            </a:r>
            <a:endParaRPr lang="en-US" sz="1800"/>
          </a:p>
        </p:txBody>
      </p:sp>
      <p:sp>
        <p:nvSpPr>
          <p:cNvPr id="60" name="Text 57">
            <a:extLst>
              <a:ext uri="{FF2B5EF4-FFF2-40B4-BE49-F238E27FC236}">
                <a16:creationId xmlns:a16="http://schemas.microsoft.com/office/drawing/2014/main" id="{4594936A-D6A5-2242-0AA9-557BC3765E13}"/>
              </a:ext>
            </a:extLst>
          </p:cNvPr>
          <p:cNvSpPr/>
          <p:nvPr/>
        </p:nvSpPr>
        <p:spPr>
          <a:xfrm>
            <a:off x="12757990" y="530723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Workflow design toward global standards with clear end‑to‑end ownership</a:t>
            </a:r>
            <a:endParaRPr lang="en-US" sz="1800"/>
          </a:p>
        </p:txBody>
      </p:sp>
      <p:sp>
        <p:nvSpPr>
          <p:cNvPr id="61" name="Shape 58">
            <a:extLst>
              <a:ext uri="{FF2B5EF4-FFF2-40B4-BE49-F238E27FC236}">
                <a16:creationId xmlns:a16="http://schemas.microsoft.com/office/drawing/2014/main" id="{96AE288A-C46E-7792-416F-F407CFE47123}"/>
              </a:ext>
            </a:extLst>
          </p:cNvPr>
          <p:cNvSpPr/>
          <p:nvPr/>
        </p:nvSpPr>
        <p:spPr>
          <a:xfrm>
            <a:off x="12611686" y="611596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62" name="Text 59">
            <a:extLst>
              <a:ext uri="{FF2B5EF4-FFF2-40B4-BE49-F238E27FC236}">
                <a16:creationId xmlns:a16="http://schemas.microsoft.com/office/drawing/2014/main" id="{B0C529AE-B645-287C-57C8-0D2C4059EDD2}"/>
              </a:ext>
            </a:extLst>
          </p:cNvPr>
          <p:cNvSpPr/>
          <p:nvPr/>
        </p:nvSpPr>
        <p:spPr>
          <a:xfrm>
            <a:off x="12757990" y="611596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16A34A"/>
                </a:solidFill>
                <a:ea typeface="Calibri" pitchFamily="34" charset="-122"/>
                <a:cs typeface="Calibri" pitchFamily="34" charset="-120"/>
              </a:rPr>
              <a:t>ADD</a:t>
            </a:r>
            <a:endParaRPr lang="en-US" sz="1800"/>
          </a:p>
        </p:txBody>
      </p:sp>
      <p:sp>
        <p:nvSpPr>
          <p:cNvPr id="64" name="Text 60">
            <a:extLst>
              <a:ext uri="{FF2B5EF4-FFF2-40B4-BE49-F238E27FC236}">
                <a16:creationId xmlns:a16="http://schemas.microsoft.com/office/drawing/2014/main" id="{65628F12-B6CE-91BA-5E97-0606A04E214D}"/>
              </a:ext>
            </a:extLst>
          </p:cNvPr>
          <p:cNvSpPr/>
          <p:nvPr/>
        </p:nvSpPr>
        <p:spPr>
          <a:xfrm>
            <a:off x="12757990" y="644515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t>Resume‑not‑restart workflow logic and autonomous exception routing</a:t>
            </a:r>
          </a:p>
        </p:txBody>
      </p:sp>
      <p:sp>
        <p:nvSpPr>
          <p:cNvPr id="65" name="Shape 61">
            <a:extLst>
              <a:ext uri="{FF2B5EF4-FFF2-40B4-BE49-F238E27FC236}">
                <a16:creationId xmlns:a16="http://schemas.microsoft.com/office/drawing/2014/main" id="{AA559836-E3E1-3713-3CD3-17155B79FDC0}"/>
              </a:ext>
            </a:extLst>
          </p:cNvPr>
          <p:cNvSpPr/>
          <p:nvPr/>
        </p:nvSpPr>
        <p:spPr>
          <a:xfrm>
            <a:off x="18159046" y="2840385"/>
            <a:ext cx="5547360" cy="4474464"/>
          </a:xfrm>
          <a:prstGeom prst="rect">
            <a:avLst/>
          </a:prstGeom>
          <a:solidFill>
            <a:srgbClr val="FFFFFF"/>
          </a:solidFill>
          <a:ln w="12700">
            <a:solidFill>
              <a:schemeClr val="accent1"/>
            </a:solidFill>
            <a:prstDash val="solid"/>
          </a:ln>
        </p:spPr>
        <p:txBody>
          <a:bodyPr/>
          <a:lstStyle/>
          <a:p>
            <a:endParaRPr lang="en-US" sz="4400"/>
          </a:p>
        </p:txBody>
      </p:sp>
      <p:sp>
        <p:nvSpPr>
          <p:cNvPr id="69" name="Shape 65">
            <a:extLst>
              <a:ext uri="{FF2B5EF4-FFF2-40B4-BE49-F238E27FC236}">
                <a16:creationId xmlns:a16="http://schemas.microsoft.com/office/drawing/2014/main" id="{6925F863-C6F0-359A-EEEF-C1CBE2C846C6}"/>
              </a:ext>
            </a:extLst>
          </p:cNvPr>
          <p:cNvSpPr/>
          <p:nvPr/>
        </p:nvSpPr>
        <p:spPr>
          <a:xfrm>
            <a:off x="18463846" y="3352449"/>
            <a:ext cx="512064" cy="304800"/>
          </a:xfrm>
          <a:prstGeom prst="roundRect">
            <a:avLst>
              <a:gd name="adj" fmla="val 16000"/>
            </a:avLst>
          </a:prstGeom>
          <a:solidFill>
            <a:srgbClr val="FFE9C7"/>
          </a:solidFill>
          <a:ln w="12700">
            <a:solidFill>
              <a:srgbClr val="333333"/>
            </a:solidFill>
            <a:prstDash val="solid"/>
          </a:ln>
        </p:spPr>
        <p:txBody>
          <a:bodyPr/>
          <a:lstStyle/>
          <a:p>
            <a:endParaRPr lang="en-US" sz="4400"/>
          </a:p>
        </p:txBody>
      </p:sp>
      <p:sp>
        <p:nvSpPr>
          <p:cNvPr id="70" name="Text 66">
            <a:extLst>
              <a:ext uri="{FF2B5EF4-FFF2-40B4-BE49-F238E27FC236}">
                <a16:creationId xmlns:a16="http://schemas.microsoft.com/office/drawing/2014/main" id="{1670ED5C-D1FF-5B4F-FD47-B99CFA58C340}"/>
              </a:ext>
            </a:extLst>
          </p:cNvPr>
          <p:cNvSpPr/>
          <p:nvPr/>
        </p:nvSpPr>
        <p:spPr>
          <a:xfrm>
            <a:off x="18463846" y="335244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9A6700"/>
                </a:solidFill>
                <a:ea typeface="Calibri" pitchFamily="34" charset="-122"/>
                <a:cs typeface="Calibri" pitchFamily="34" charset="-120"/>
              </a:rPr>
              <a:t>P2</a:t>
            </a:r>
            <a:endParaRPr lang="en-US" sz="1600"/>
          </a:p>
        </p:txBody>
      </p:sp>
      <p:sp>
        <p:nvSpPr>
          <p:cNvPr id="71" name="Shape 67">
            <a:extLst>
              <a:ext uri="{FF2B5EF4-FFF2-40B4-BE49-F238E27FC236}">
                <a16:creationId xmlns:a16="http://schemas.microsoft.com/office/drawing/2014/main" id="{92E9A888-49F8-FF33-AF31-E86041A13A06}"/>
              </a:ext>
            </a:extLst>
          </p:cNvPr>
          <p:cNvSpPr/>
          <p:nvPr/>
        </p:nvSpPr>
        <p:spPr>
          <a:xfrm>
            <a:off x="18402886" y="384012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72" name="Text 68">
            <a:extLst>
              <a:ext uri="{FF2B5EF4-FFF2-40B4-BE49-F238E27FC236}">
                <a16:creationId xmlns:a16="http://schemas.microsoft.com/office/drawing/2014/main" id="{9712F075-ACEE-3997-2B43-CEE3B7C9B1CF}"/>
              </a:ext>
            </a:extLst>
          </p:cNvPr>
          <p:cNvSpPr/>
          <p:nvPr/>
        </p:nvSpPr>
        <p:spPr>
          <a:xfrm>
            <a:off x="18549190" y="384012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C4271E"/>
                </a:solidFill>
                <a:ea typeface="Calibri" pitchFamily="34" charset="-122"/>
                <a:cs typeface="Calibri" pitchFamily="34" charset="-120"/>
              </a:rPr>
              <a:t>STOP</a:t>
            </a:r>
            <a:endParaRPr lang="en-US" sz="1800"/>
          </a:p>
        </p:txBody>
      </p:sp>
      <p:sp>
        <p:nvSpPr>
          <p:cNvPr id="73" name="Text 69">
            <a:extLst>
              <a:ext uri="{FF2B5EF4-FFF2-40B4-BE49-F238E27FC236}">
                <a16:creationId xmlns:a16="http://schemas.microsoft.com/office/drawing/2014/main" id="{64889EEC-FFEE-EC3F-BBFA-8EAD878DAAC4}"/>
              </a:ext>
            </a:extLst>
          </p:cNvPr>
          <p:cNvSpPr/>
          <p:nvPr/>
        </p:nvSpPr>
        <p:spPr>
          <a:xfrm>
            <a:off x="18549190" y="416931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Manual re‑keying of invoices after approval</a:t>
            </a:r>
            <a:endParaRPr lang="en-US" sz="1800"/>
          </a:p>
        </p:txBody>
      </p:sp>
      <p:sp>
        <p:nvSpPr>
          <p:cNvPr id="74" name="Shape 70">
            <a:extLst>
              <a:ext uri="{FF2B5EF4-FFF2-40B4-BE49-F238E27FC236}">
                <a16:creationId xmlns:a16="http://schemas.microsoft.com/office/drawing/2014/main" id="{1346A7C9-FA8F-6B9A-2D9C-1CC1CB8FEB65}"/>
              </a:ext>
            </a:extLst>
          </p:cNvPr>
          <p:cNvSpPr/>
          <p:nvPr/>
        </p:nvSpPr>
        <p:spPr>
          <a:xfrm>
            <a:off x="18402886" y="497804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75" name="Text 71">
            <a:extLst>
              <a:ext uri="{FF2B5EF4-FFF2-40B4-BE49-F238E27FC236}">
                <a16:creationId xmlns:a16="http://schemas.microsoft.com/office/drawing/2014/main" id="{B720FA04-3014-0331-0FD7-639E04D60942}"/>
              </a:ext>
            </a:extLst>
          </p:cNvPr>
          <p:cNvSpPr/>
          <p:nvPr/>
        </p:nvSpPr>
        <p:spPr>
          <a:xfrm>
            <a:off x="18549190" y="497804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E07E1A"/>
                </a:solidFill>
                <a:ea typeface="Calibri" pitchFamily="34" charset="-122"/>
                <a:cs typeface="Calibri" pitchFamily="34" charset="-120"/>
              </a:rPr>
              <a:t>CHANGE</a:t>
            </a:r>
            <a:endParaRPr lang="en-US" sz="1800"/>
          </a:p>
        </p:txBody>
      </p:sp>
      <p:sp>
        <p:nvSpPr>
          <p:cNvPr id="76" name="Text 72">
            <a:extLst>
              <a:ext uri="{FF2B5EF4-FFF2-40B4-BE49-F238E27FC236}">
                <a16:creationId xmlns:a16="http://schemas.microsoft.com/office/drawing/2014/main" id="{982EA1CC-2AFF-7A8E-8EC7-930E949EA6C2}"/>
              </a:ext>
            </a:extLst>
          </p:cNvPr>
          <p:cNvSpPr/>
          <p:nvPr/>
        </p:nvSpPr>
        <p:spPr>
          <a:xfrm>
            <a:off x="18549190" y="530723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Non‑PO process design to align approvals with posting responsibility</a:t>
            </a:r>
            <a:endParaRPr lang="en-US" sz="1800"/>
          </a:p>
        </p:txBody>
      </p:sp>
      <p:sp>
        <p:nvSpPr>
          <p:cNvPr id="77" name="Shape 73">
            <a:extLst>
              <a:ext uri="{FF2B5EF4-FFF2-40B4-BE49-F238E27FC236}">
                <a16:creationId xmlns:a16="http://schemas.microsoft.com/office/drawing/2014/main" id="{050C15E8-4440-5530-8BF5-C14333DD812A}"/>
              </a:ext>
            </a:extLst>
          </p:cNvPr>
          <p:cNvSpPr/>
          <p:nvPr/>
        </p:nvSpPr>
        <p:spPr>
          <a:xfrm>
            <a:off x="18402886" y="611596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78" name="Text 74">
            <a:extLst>
              <a:ext uri="{FF2B5EF4-FFF2-40B4-BE49-F238E27FC236}">
                <a16:creationId xmlns:a16="http://schemas.microsoft.com/office/drawing/2014/main" id="{66074423-9420-5DB9-8F0E-D58794C6613A}"/>
              </a:ext>
            </a:extLst>
          </p:cNvPr>
          <p:cNvSpPr/>
          <p:nvPr/>
        </p:nvSpPr>
        <p:spPr>
          <a:xfrm>
            <a:off x="18549190" y="611596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16A34A"/>
                </a:solidFill>
                <a:ea typeface="Calibri" pitchFamily="34" charset="-122"/>
                <a:cs typeface="Calibri" pitchFamily="34" charset="-120"/>
              </a:rPr>
              <a:t>ADD</a:t>
            </a:r>
            <a:endParaRPr lang="en-US" sz="1800"/>
          </a:p>
        </p:txBody>
      </p:sp>
      <p:sp>
        <p:nvSpPr>
          <p:cNvPr id="79" name="Text 75">
            <a:extLst>
              <a:ext uri="{FF2B5EF4-FFF2-40B4-BE49-F238E27FC236}">
                <a16:creationId xmlns:a16="http://schemas.microsoft.com/office/drawing/2014/main" id="{86EE4A9F-E961-AA4B-6015-2AB38479AA1A}"/>
              </a:ext>
            </a:extLst>
          </p:cNvPr>
          <p:cNvSpPr/>
          <p:nvPr/>
        </p:nvSpPr>
        <p:spPr>
          <a:xfrm>
            <a:off x="18549190" y="644515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Straight‑through integration enabling approve‑once / post‑once processing</a:t>
            </a:r>
            <a:endParaRPr lang="en-US" sz="1800"/>
          </a:p>
        </p:txBody>
      </p:sp>
      <p:sp>
        <p:nvSpPr>
          <p:cNvPr id="80" name="Shape 76">
            <a:extLst>
              <a:ext uri="{FF2B5EF4-FFF2-40B4-BE49-F238E27FC236}">
                <a16:creationId xmlns:a16="http://schemas.microsoft.com/office/drawing/2014/main" id="{CFA109F4-444A-D14F-5602-BD805332FEA0}"/>
              </a:ext>
            </a:extLst>
          </p:cNvPr>
          <p:cNvSpPr/>
          <p:nvPr/>
        </p:nvSpPr>
        <p:spPr>
          <a:xfrm>
            <a:off x="785446" y="7458105"/>
            <a:ext cx="5547360" cy="4474464"/>
          </a:xfrm>
          <a:prstGeom prst="rect">
            <a:avLst/>
          </a:prstGeom>
          <a:solidFill>
            <a:srgbClr val="FFFFFF"/>
          </a:solidFill>
          <a:ln w="12700">
            <a:solidFill>
              <a:schemeClr val="accent1"/>
            </a:solidFill>
            <a:prstDash val="solid"/>
          </a:ln>
        </p:spPr>
        <p:txBody>
          <a:bodyPr/>
          <a:lstStyle/>
          <a:p>
            <a:endParaRPr lang="en-US" sz="4400"/>
          </a:p>
        </p:txBody>
      </p:sp>
      <p:sp>
        <p:nvSpPr>
          <p:cNvPr id="84" name="Shape 80">
            <a:extLst>
              <a:ext uri="{FF2B5EF4-FFF2-40B4-BE49-F238E27FC236}">
                <a16:creationId xmlns:a16="http://schemas.microsoft.com/office/drawing/2014/main" id="{19C7469F-988F-8FF3-B461-A731866ED4F8}"/>
              </a:ext>
            </a:extLst>
          </p:cNvPr>
          <p:cNvSpPr/>
          <p:nvPr/>
        </p:nvSpPr>
        <p:spPr>
          <a:xfrm>
            <a:off x="1090246" y="7970169"/>
            <a:ext cx="512064" cy="304800"/>
          </a:xfrm>
          <a:prstGeom prst="roundRect">
            <a:avLst>
              <a:gd name="adj" fmla="val 16000"/>
            </a:avLst>
          </a:prstGeom>
          <a:solidFill>
            <a:srgbClr val="DCFCE7"/>
          </a:solidFill>
          <a:ln w="12700">
            <a:solidFill>
              <a:srgbClr val="333333"/>
            </a:solidFill>
            <a:prstDash val="solid"/>
          </a:ln>
        </p:spPr>
        <p:txBody>
          <a:bodyPr/>
          <a:lstStyle/>
          <a:p>
            <a:endParaRPr lang="en-US" sz="4400"/>
          </a:p>
        </p:txBody>
      </p:sp>
      <p:sp>
        <p:nvSpPr>
          <p:cNvPr id="85" name="Text 81">
            <a:extLst>
              <a:ext uri="{FF2B5EF4-FFF2-40B4-BE49-F238E27FC236}">
                <a16:creationId xmlns:a16="http://schemas.microsoft.com/office/drawing/2014/main" id="{0A78147A-2675-F03C-C2D4-543E40B3CB9A}"/>
              </a:ext>
            </a:extLst>
          </p:cNvPr>
          <p:cNvSpPr/>
          <p:nvPr/>
        </p:nvSpPr>
        <p:spPr>
          <a:xfrm>
            <a:off x="1090246" y="797016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166534"/>
                </a:solidFill>
                <a:ea typeface="Calibri" pitchFamily="34" charset="-122"/>
                <a:cs typeface="Calibri" pitchFamily="34" charset="-120"/>
              </a:rPr>
              <a:t>P4</a:t>
            </a:r>
            <a:endParaRPr lang="en-US" sz="1600"/>
          </a:p>
        </p:txBody>
      </p:sp>
      <p:sp>
        <p:nvSpPr>
          <p:cNvPr id="86" name="Shape 82">
            <a:extLst>
              <a:ext uri="{FF2B5EF4-FFF2-40B4-BE49-F238E27FC236}">
                <a16:creationId xmlns:a16="http://schemas.microsoft.com/office/drawing/2014/main" id="{8FD29FFD-8115-07F4-40A5-CF8C2A082C90}"/>
              </a:ext>
            </a:extLst>
          </p:cNvPr>
          <p:cNvSpPr/>
          <p:nvPr/>
        </p:nvSpPr>
        <p:spPr>
          <a:xfrm>
            <a:off x="1029286" y="845784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87" name="Text 83">
            <a:extLst>
              <a:ext uri="{FF2B5EF4-FFF2-40B4-BE49-F238E27FC236}">
                <a16:creationId xmlns:a16="http://schemas.microsoft.com/office/drawing/2014/main" id="{23C34FCE-BFAF-7599-E51E-7A730BFF31EE}"/>
              </a:ext>
            </a:extLst>
          </p:cNvPr>
          <p:cNvSpPr/>
          <p:nvPr/>
        </p:nvSpPr>
        <p:spPr>
          <a:xfrm>
            <a:off x="1175590" y="845784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C4271E"/>
                </a:solidFill>
                <a:ea typeface="Calibri" pitchFamily="34" charset="-122"/>
                <a:cs typeface="Calibri" pitchFamily="34" charset="-120"/>
              </a:rPr>
              <a:t>STOP</a:t>
            </a:r>
            <a:endParaRPr lang="en-US" sz="1800"/>
          </a:p>
        </p:txBody>
      </p:sp>
      <p:sp>
        <p:nvSpPr>
          <p:cNvPr id="88" name="Text 84">
            <a:extLst>
              <a:ext uri="{FF2B5EF4-FFF2-40B4-BE49-F238E27FC236}">
                <a16:creationId xmlns:a16="http://schemas.microsoft.com/office/drawing/2014/main" id="{430DC2BE-9DF7-69DF-3589-AB073EC99157}"/>
              </a:ext>
            </a:extLst>
          </p:cNvPr>
          <p:cNvSpPr/>
          <p:nvPr/>
        </p:nvSpPr>
        <p:spPr>
          <a:xfrm>
            <a:off x="1175590" y="878703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Universal manual verification and over‑engineered extraction rules</a:t>
            </a:r>
            <a:endParaRPr lang="en-US" sz="1800"/>
          </a:p>
        </p:txBody>
      </p:sp>
      <p:sp>
        <p:nvSpPr>
          <p:cNvPr id="89" name="Shape 85">
            <a:extLst>
              <a:ext uri="{FF2B5EF4-FFF2-40B4-BE49-F238E27FC236}">
                <a16:creationId xmlns:a16="http://schemas.microsoft.com/office/drawing/2014/main" id="{72C03AD4-5D2C-DED8-84C7-78C728EC7C3C}"/>
              </a:ext>
            </a:extLst>
          </p:cNvPr>
          <p:cNvSpPr/>
          <p:nvPr/>
        </p:nvSpPr>
        <p:spPr>
          <a:xfrm>
            <a:off x="1029286" y="959576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90" name="Text 86">
            <a:extLst>
              <a:ext uri="{FF2B5EF4-FFF2-40B4-BE49-F238E27FC236}">
                <a16:creationId xmlns:a16="http://schemas.microsoft.com/office/drawing/2014/main" id="{4468D1D2-F83D-95A0-A59E-A35A1E181F46}"/>
              </a:ext>
            </a:extLst>
          </p:cNvPr>
          <p:cNvSpPr/>
          <p:nvPr/>
        </p:nvSpPr>
        <p:spPr>
          <a:xfrm>
            <a:off x="1175590" y="959576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E07E1A"/>
                </a:solidFill>
                <a:ea typeface="Calibri" pitchFamily="34" charset="-122"/>
                <a:cs typeface="Calibri" pitchFamily="34" charset="-120"/>
              </a:rPr>
              <a:t>CHANGE</a:t>
            </a:r>
            <a:endParaRPr lang="en-US" sz="1800"/>
          </a:p>
        </p:txBody>
      </p:sp>
      <p:sp>
        <p:nvSpPr>
          <p:cNvPr id="91" name="Text 87">
            <a:extLst>
              <a:ext uri="{FF2B5EF4-FFF2-40B4-BE49-F238E27FC236}">
                <a16:creationId xmlns:a16="http://schemas.microsoft.com/office/drawing/2014/main" id="{9CE881EF-8867-9028-D669-01D6BAF891C0}"/>
              </a:ext>
            </a:extLst>
          </p:cNvPr>
          <p:cNvSpPr/>
          <p:nvPr/>
        </p:nvSpPr>
        <p:spPr>
          <a:xfrm>
            <a:off x="1175590" y="992495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t>OCR trust and coverage model from conservative to confidence‑based</a:t>
            </a:r>
          </a:p>
        </p:txBody>
      </p:sp>
      <p:sp>
        <p:nvSpPr>
          <p:cNvPr id="92" name="Shape 88">
            <a:extLst>
              <a:ext uri="{FF2B5EF4-FFF2-40B4-BE49-F238E27FC236}">
                <a16:creationId xmlns:a16="http://schemas.microsoft.com/office/drawing/2014/main" id="{3EB2E737-4B39-028C-4F0E-AE53343A97F3}"/>
              </a:ext>
            </a:extLst>
          </p:cNvPr>
          <p:cNvSpPr/>
          <p:nvPr/>
        </p:nvSpPr>
        <p:spPr>
          <a:xfrm>
            <a:off x="1029286" y="1073368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93" name="Text 89">
            <a:extLst>
              <a:ext uri="{FF2B5EF4-FFF2-40B4-BE49-F238E27FC236}">
                <a16:creationId xmlns:a16="http://schemas.microsoft.com/office/drawing/2014/main" id="{6B40BBB5-2AFE-1CE4-160B-C836F2C1B295}"/>
              </a:ext>
            </a:extLst>
          </p:cNvPr>
          <p:cNvSpPr/>
          <p:nvPr/>
        </p:nvSpPr>
        <p:spPr>
          <a:xfrm>
            <a:off x="1175590" y="1073368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16A34A"/>
                </a:solidFill>
                <a:ea typeface="Calibri" pitchFamily="34" charset="-122"/>
                <a:cs typeface="Calibri" pitchFamily="34" charset="-120"/>
              </a:rPr>
              <a:t>ADD</a:t>
            </a:r>
            <a:endParaRPr lang="en-US" sz="1800"/>
          </a:p>
        </p:txBody>
      </p:sp>
      <p:sp>
        <p:nvSpPr>
          <p:cNvPr id="94" name="Text 90">
            <a:extLst>
              <a:ext uri="{FF2B5EF4-FFF2-40B4-BE49-F238E27FC236}">
                <a16:creationId xmlns:a16="http://schemas.microsoft.com/office/drawing/2014/main" id="{B768A6C6-EF90-8473-DA46-C9511233E9CA}"/>
              </a:ext>
            </a:extLst>
          </p:cNvPr>
          <p:cNvSpPr/>
          <p:nvPr/>
        </p:nvSpPr>
        <p:spPr>
          <a:xfrm>
            <a:off x="1175590" y="1106287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t>Simplified, scalable OCR with confidence‑driven routing and feedback loops</a:t>
            </a:r>
          </a:p>
        </p:txBody>
      </p:sp>
      <p:sp>
        <p:nvSpPr>
          <p:cNvPr id="95" name="Shape 91">
            <a:extLst>
              <a:ext uri="{FF2B5EF4-FFF2-40B4-BE49-F238E27FC236}">
                <a16:creationId xmlns:a16="http://schemas.microsoft.com/office/drawing/2014/main" id="{39FE99A9-EBE0-569E-09F3-3DC7B026298D}"/>
              </a:ext>
            </a:extLst>
          </p:cNvPr>
          <p:cNvSpPr/>
          <p:nvPr/>
        </p:nvSpPr>
        <p:spPr>
          <a:xfrm>
            <a:off x="6576646" y="7458105"/>
            <a:ext cx="5547360" cy="4474464"/>
          </a:xfrm>
          <a:prstGeom prst="rect">
            <a:avLst/>
          </a:prstGeom>
          <a:solidFill>
            <a:srgbClr val="FFFFFF"/>
          </a:solidFill>
          <a:ln w="12700">
            <a:solidFill>
              <a:schemeClr val="accent1"/>
            </a:solidFill>
            <a:prstDash val="solid"/>
          </a:ln>
        </p:spPr>
        <p:txBody>
          <a:bodyPr/>
          <a:lstStyle/>
          <a:p>
            <a:endParaRPr lang="en-US" sz="4400"/>
          </a:p>
        </p:txBody>
      </p:sp>
      <p:sp>
        <p:nvSpPr>
          <p:cNvPr id="99" name="Shape 95">
            <a:extLst>
              <a:ext uri="{FF2B5EF4-FFF2-40B4-BE49-F238E27FC236}">
                <a16:creationId xmlns:a16="http://schemas.microsoft.com/office/drawing/2014/main" id="{D35C2A4D-8515-C435-58F7-30A3F96CDEBD}"/>
              </a:ext>
            </a:extLst>
          </p:cNvPr>
          <p:cNvSpPr/>
          <p:nvPr/>
        </p:nvSpPr>
        <p:spPr>
          <a:xfrm>
            <a:off x="6881446" y="7970169"/>
            <a:ext cx="512064" cy="304800"/>
          </a:xfrm>
          <a:prstGeom prst="roundRect">
            <a:avLst>
              <a:gd name="adj" fmla="val 16000"/>
            </a:avLst>
          </a:prstGeom>
          <a:solidFill>
            <a:srgbClr val="FFF4C4"/>
          </a:solidFill>
          <a:ln w="12700">
            <a:solidFill>
              <a:srgbClr val="333333"/>
            </a:solidFill>
            <a:prstDash val="solid"/>
          </a:ln>
        </p:spPr>
        <p:txBody>
          <a:bodyPr/>
          <a:lstStyle/>
          <a:p>
            <a:endParaRPr lang="en-US" sz="4400"/>
          </a:p>
        </p:txBody>
      </p:sp>
      <p:sp>
        <p:nvSpPr>
          <p:cNvPr id="100" name="Text 96">
            <a:extLst>
              <a:ext uri="{FF2B5EF4-FFF2-40B4-BE49-F238E27FC236}">
                <a16:creationId xmlns:a16="http://schemas.microsoft.com/office/drawing/2014/main" id="{93E9EF4C-D47C-E334-76A7-197D53CDAFAC}"/>
              </a:ext>
            </a:extLst>
          </p:cNvPr>
          <p:cNvSpPr/>
          <p:nvPr/>
        </p:nvSpPr>
        <p:spPr>
          <a:xfrm>
            <a:off x="6881446" y="797016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8C7700"/>
                </a:solidFill>
                <a:ea typeface="Calibri" pitchFamily="34" charset="-122"/>
                <a:cs typeface="Calibri" pitchFamily="34" charset="-120"/>
              </a:rPr>
              <a:t>P3</a:t>
            </a:r>
            <a:endParaRPr lang="en-US" sz="1600"/>
          </a:p>
        </p:txBody>
      </p:sp>
      <p:sp>
        <p:nvSpPr>
          <p:cNvPr id="101" name="Shape 97">
            <a:extLst>
              <a:ext uri="{FF2B5EF4-FFF2-40B4-BE49-F238E27FC236}">
                <a16:creationId xmlns:a16="http://schemas.microsoft.com/office/drawing/2014/main" id="{C2F891F5-8741-8508-CEF0-39EB7F82507B}"/>
              </a:ext>
            </a:extLst>
          </p:cNvPr>
          <p:cNvSpPr/>
          <p:nvPr/>
        </p:nvSpPr>
        <p:spPr>
          <a:xfrm>
            <a:off x="7491046" y="7970169"/>
            <a:ext cx="512064" cy="304800"/>
          </a:xfrm>
          <a:prstGeom prst="roundRect">
            <a:avLst>
              <a:gd name="adj" fmla="val 16000"/>
            </a:avLst>
          </a:prstGeom>
          <a:solidFill>
            <a:srgbClr val="DCFCE7"/>
          </a:solidFill>
          <a:ln w="12700">
            <a:solidFill>
              <a:srgbClr val="333333"/>
            </a:solidFill>
            <a:prstDash val="solid"/>
          </a:ln>
        </p:spPr>
        <p:txBody>
          <a:bodyPr/>
          <a:lstStyle/>
          <a:p>
            <a:endParaRPr lang="en-US" sz="4400"/>
          </a:p>
        </p:txBody>
      </p:sp>
      <p:sp>
        <p:nvSpPr>
          <p:cNvPr id="102" name="Text 98">
            <a:extLst>
              <a:ext uri="{FF2B5EF4-FFF2-40B4-BE49-F238E27FC236}">
                <a16:creationId xmlns:a16="http://schemas.microsoft.com/office/drawing/2014/main" id="{02A4E79B-5892-AB83-84F9-EF89A105944E}"/>
              </a:ext>
            </a:extLst>
          </p:cNvPr>
          <p:cNvSpPr/>
          <p:nvPr/>
        </p:nvSpPr>
        <p:spPr>
          <a:xfrm>
            <a:off x="7491046" y="797016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166534"/>
                </a:solidFill>
                <a:ea typeface="Calibri" pitchFamily="34" charset="-122"/>
                <a:cs typeface="Calibri" pitchFamily="34" charset="-120"/>
              </a:rPr>
              <a:t>P4</a:t>
            </a:r>
            <a:endParaRPr lang="en-US" sz="1600"/>
          </a:p>
        </p:txBody>
      </p:sp>
      <p:sp>
        <p:nvSpPr>
          <p:cNvPr id="103" name="Shape 99">
            <a:extLst>
              <a:ext uri="{FF2B5EF4-FFF2-40B4-BE49-F238E27FC236}">
                <a16:creationId xmlns:a16="http://schemas.microsoft.com/office/drawing/2014/main" id="{7D860C8C-207E-4C72-7F36-F112E1C569BE}"/>
              </a:ext>
            </a:extLst>
          </p:cNvPr>
          <p:cNvSpPr/>
          <p:nvPr/>
        </p:nvSpPr>
        <p:spPr>
          <a:xfrm>
            <a:off x="6820486" y="845784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04" name="Text 100">
            <a:extLst>
              <a:ext uri="{FF2B5EF4-FFF2-40B4-BE49-F238E27FC236}">
                <a16:creationId xmlns:a16="http://schemas.microsoft.com/office/drawing/2014/main" id="{E64A4445-A3BA-6427-40C3-57F791AE5F3A}"/>
              </a:ext>
            </a:extLst>
          </p:cNvPr>
          <p:cNvSpPr/>
          <p:nvPr/>
        </p:nvSpPr>
        <p:spPr>
          <a:xfrm>
            <a:off x="6966790" y="845784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C4271E"/>
                </a:solidFill>
                <a:ea typeface="Calibri" pitchFamily="34" charset="-122"/>
                <a:cs typeface="Calibri" pitchFamily="34" charset="-120"/>
              </a:rPr>
              <a:t>STOP</a:t>
            </a:r>
            <a:endParaRPr lang="en-US" sz="1800"/>
          </a:p>
        </p:txBody>
      </p:sp>
      <p:sp>
        <p:nvSpPr>
          <p:cNvPr id="105" name="Text 101">
            <a:extLst>
              <a:ext uri="{FF2B5EF4-FFF2-40B4-BE49-F238E27FC236}">
                <a16:creationId xmlns:a16="http://schemas.microsoft.com/office/drawing/2014/main" id="{37E678E5-3CAF-C6B8-C215-0EFA97BE21F0}"/>
              </a:ext>
            </a:extLst>
          </p:cNvPr>
          <p:cNvSpPr/>
          <p:nvPr/>
        </p:nvSpPr>
        <p:spPr>
          <a:xfrm>
            <a:off x="6966790" y="878703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cs typeface="Calibri" pitchFamily="34" charset="-120"/>
              </a:rPr>
              <a:t>Relying on individuals (buyers, “Tax Champions”) as tax controls</a:t>
            </a:r>
            <a:endParaRPr lang="en-US" sz="1800"/>
          </a:p>
        </p:txBody>
      </p:sp>
      <p:sp>
        <p:nvSpPr>
          <p:cNvPr id="106" name="Shape 102">
            <a:extLst>
              <a:ext uri="{FF2B5EF4-FFF2-40B4-BE49-F238E27FC236}">
                <a16:creationId xmlns:a16="http://schemas.microsoft.com/office/drawing/2014/main" id="{B69501F4-AEE9-8E8F-5801-22F137C83B5B}"/>
              </a:ext>
            </a:extLst>
          </p:cNvPr>
          <p:cNvSpPr/>
          <p:nvPr/>
        </p:nvSpPr>
        <p:spPr>
          <a:xfrm>
            <a:off x="6820486" y="959576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07" name="Text 103">
            <a:extLst>
              <a:ext uri="{FF2B5EF4-FFF2-40B4-BE49-F238E27FC236}">
                <a16:creationId xmlns:a16="http://schemas.microsoft.com/office/drawing/2014/main" id="{AA0E63D7-8A00-8F7E-B9EF-6D12C5417FF7}"/>
              </a:ext>
            </a:extLst>
          </p:cNvPr>
          <p:cNvSpPr/>
          <p:nvPr/>
        </p:nvSpPr>
        <p:spPr>
          <a:xfrm>
            <a:off x="6966790" y="959576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E07E1A"/>
                </a:solidFill>
                <a:ea typeface="Calibri" pitchFamily="34" charset="-122"/>
                <a:cs typeface="Calibri" pitchFamily="34" charset="-120"/>
              </a:rPr>
              <a:t>CHANGE</a:t>
            </a:r>
            <a:endParaRPr lang="en-US" sz="1800"/>
          </a:p>
        </p:txBody>
      </p:sp>
      <p:sp>
        <p:nvSpPr>
          <p:cNvPr id="108" name="Text 104">
            <a:extLst>
              <a:ext uri="{FF2B5EF4-FFF2-40B4-BE49-F238E27FC236}">
                <a16:creationId xmlns:a16="http://schemas.microsoft.com/office/drawing/2014/main" id="{33590152-1533-E42C-D16C-A6C973D2FC7A}"/>
              </a:ext>
            </a:extLst>
          </p:cNvPr>
          <p:cNvSpPr/>
          <p:nvPr/>
        </p:nvSpPr>
        <p:spPr>
          <a:xfrm>
            <a:off x="6966790" y="992495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Tax determination ownership and eliminate market‑specific workarounds</a:t>
            </a:r>
            <a:endParaRPr lang="en-US" sz="1800"/>
          </a:p>
        </p:txBody>
      </p:sp>
      <p:sp>
        <p:nvSpPr>
          <p:cNvPr id="109" name="Shape 105">
            <a:extLst>
              <a:ext uri="{FF2B5EF4-FFF2-40B4-BE49-F238E27FC236}">
                <a16:creationId xmlns:a16="http://schemas.microsoft.com/office/drawing/2014/main" id="{35DE3D02-9CD0-A3E2-45EA-E1751ECAB70F}"/>
              </a:ext>
            </a:extLst>
          </p:cNvPr>
          <p:cNvSpPr/>
          <p:nvPr/>
        </p:nvSpPr>
        <p:spPr>
          <a:xfrm>
            <a:off x="6820486" y="1073368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10" name="Text 106">
            <a:extLst>
              <a:ext uri="{FF2B5EF4-FFF2-40B4-BE49-F238E27FC236}">
                <a16:creationId xmlns:a16="http://schemas.microsoft.com/office/drawing/2014/main" id="{9792E41A-78BD-1F03-00CD-392E2CA21840}"/>
              </a:ext>
            </a:extLst>
          </p:cNvPr>
          <p:cNvSpPr/>
          <p:nvPr/>
        </p:nvSpPr>
        <p:spPr>
          <a:xfrm>
            <a:off x="6966790" y="1073368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16A34A"/>
                </a:solidFill>
                <a:ea typeface="Calibri" pitchFamily="34" charset="-122"/>
                <a:cs typeface="Calibri" pitchFamily="34" charset="-120"/>
              </a:rPr>
              <a:t>ADD</a:t>
            </a:r>
            <a:endParaRPr lang="en-US" sz="1800"/>
          </a:p>
        </p:txBody>
      </p:sp>
      <p:sp>
        <p:nvSpPr>
          <p:cNvPr id="111" name="Text 107">
            <a:extLst>
              <a:ext uri="{FF2B5EF4-FFF2-40B4-BE49-F238E27FC236}">
                <a16:creationId xmlns:a16="http://schemas.microsoft.com/office/drawing/2014/main" id="{7DFA83A0-860D-90F5-8856-F49047701582}"/>
              </a:ext>
            </a:extLst>
          </p:cNvPr>
          <p:cNvSpPr/>
          <p:nvPr/>
        </p:nvSpPr>
        <p:spPr>
          <a:xfrm>
            <a:off x="6966790" y="1106287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t>Centralized, system‑driven tax determination and validation logic</a:t>
            </a:r>
          </a:p>
        </p:txBody>
      </p:sp>
      <p:sp>
        <p:nvSpPr>
          <p:cNvPr id="112" name="Shape 108">
            <a:extLst>
              <a:ext uri="{FF2B5EF4-FFF2-40B4-BE49-F238E27FC236}">
                <a16:creationId xmlns:a16="http://schemas.microsoft.com/office/drawing/2014/main" id="{CCCDC790-DE67-D9F2-1A3B-1AC2C4446D6C}"/>
              </a:ext>
            </a:extLst>
          </p:cNvPr>
          <p:cNvSpPr/>
          <p:nvPr/>
        </p:nvSpPr>
        <p:spPr>
          <a:xfrm>
            <a:off x="12367846" y="7458105"/>
            <a:ext cx="5547360" cy="4474464"/>
          </a:xfrm>
          <a:prstGeom prst="rect">
            <a:avLst/>
          </a:prstGeom>
          <a:solidFill>
            <a:srgbClr val="FFFFFF"/>
          </a:solidFill>
          <a:ln w="12700">
            <a:solidFill>
              <a:schemeClr val="accent1"/>
            </a:solidFill>
            <a:prstDash val="solid"/>
          </a:ln>
        </p:spPr>
        <p:txBody>
          <a:bodyPr/>
          <a:lstStyle/>
          <a:p>
            <a:endParaRPr lang="en-US" sz="4400"/>
          </a:p>
        </p:txBody>
      </p:sp>
      <p:sp>
        <p:nvSpPr>
          <p:cNvPr id="116" name="Shape 112">
            <a:extLst>
              <a:ext uri="{FF2B5EF4-FFF2-40B4-BE49-F238E27FC236}">
                <a16:creationId xmlns:a16="http://schemas.microsoft.com/office/drawing/2014/main" id="{9445B63D-B9B3-5827-B077-5A9083E68DFE}"/>
              </a:ext>
            </a:extLst>
          </p:cNvPr>
          <p:cNvSpPr/>
          <p:nvPr/>
        </p:nvSpPr>
        <p:spPr>
          <a:xfrm>
            <a:off x="12672646" y="7970169"/>
            <a:ext cx="512064" cy="304800"/>
          </a:xfrm>
          <a:prstGeom prst="roundRect">
            <a:avLst>
              <a:gd name="adj" fmla="val 16000"/>
            </a:avLst>
          </a:prstGeom>
          <a:solidFill>
            <a:srgbClr val="FFF4C4"/>
          </a:solidFill>
          <a:ln w="12700">
            <a:solidFill>
              <a:srgbClr val="333333"/>
            </a:solidFill>
            <a:prstDash val="solid"/>
          </a:ln>
        </p:spPr>
        <p:txBody>
          <a:bodyPr/>
          <a:lstStyle/>
          <a:p>
            <a:endParaRPr lang="en-US" sz="4400"/>
          </a:p>
        </p:txBody>
      </p:sp>
      <p:sp>
        <p:nvSpPr>
          <p:cNvPr id="117" name="Text 113">
            <a:extLst>
              <a:ext uri="{FF2B5EF4-FFF2-40B4-BE49-F238E27FC236}">
                <a16:creationId xmlns:a16="http://schemas.microsoft.com/office/drawing/2014/main" id="{238B3723-EBF3-05F6-6BAE-212934A13E72}"/>
              </a:ext>
            </a:extLst>
          </p:cNvPr>
          <p:cNvSpPr/>
          <p:nvPr/>
        </p:nvSpPr>
        <p:spPr>
          <a:xfrm>
            <a:off x="12672646" y="797016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8C7700"/>
                </a:solidFill>
                <a:ea typeface="Calibri" pitchFamily="34" charset="-122"/>
                <a:cs typeface="Calibri" pitchFamily="34" charset="-120"/>
              </a:rPr>
              <a:t>P3</a:t>
            </a:r>
            <a:endParaRPr lang="en-US" sz="1600"/>
          </a:p>
        </p:txBody>
      </p:sp>
      <p:sp>
        <p:nvSpPr>
          <p:cNvPr id="118" name="Shape 114">
            <a:extLst>
              <a:ext uri="{FF2B5EF4-FFF2-40B4-BE49-F238E27FC236}">
                <a16:creationId xmlns:a16="http://schemas.microsoft.com/office/drawing/2014/main" id="{423BEF0F-51A3-2206-FA8F-0010F4C04D6B}"/>
              </a:ext>
            </a:extLst>
          </p:cNvPr>
          <p:cNvSpPr/>
          <p:nvPr/>
        </p:nvSpPr>
        <p:spPr>
          <a:xfrm>
            <a:off x="13282246" y="7970169"/>
            <a:ext cx="512064" cy="304800"/>
          </a:xfrm>
          <a:prstGeom prst="roundRect">
            <a:avLst>
              <a:gd name="adj" fmla="val 16000"/>
            </a:avLst>
          </a:prstGeom>
          <a:solidFill>
            <a:srgbClr val="DCFCE7"/>
          </a:solidFill>
          <a:ln w="12700">
            <a:solidFill>
              <a:srgbClr val="333333"/>
            </a:solidFill>
            <a:prstDash val="solid"/>
          </a:ln>
        </p:spPr>
        <p:txBody>
          <a:bodyPr/>
          <a:lstStyle/>
          <a:p>
            <a:endParaRPr lang="en-US" sz="4400"/>
          </a:p>
        </p:txBody>
      </p:sp>
      <p:sp>
        <p:nvSpPr>
          <p:cNvPr id="119" name="Text 115">
            <a:extLst>
              <a:ext uri="{FF2B5EF4-FFF2-40B4-BE49-F238E27FC236}">
                <a16:creationId xmlns:a16="http://schemas.microsoft.com/office/drawing/2014/main" id="{520D849F-B1D6-E3D0-081F-70E06BEA8AF3}"/>
              </a:ext>
            </a:extLst>
          </p:cNvPr>
          <p:cNvSpPr/>
          <p:nvPr/>
        </p:nvSpPr>
        <p:spPr>
          <a:xfrm>
            <a:off x="13282246" y="7970169"/>
            <a:ext cx="512064" cy="304800"/>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ctr">
              <a:buNone/>
            </a:pPr>
            <a:r>
              <a:rPr lang="en-US" sz="1600" b="1">
                <a:solidFill>
                  <a:srgbClr val="166534"/>
                </a:solidFill>
                <a:ea typeface="Calibri" pitchFamily="34" charset="-122"/>
                <a:cs typeface="Calibri" pitchFamily="34" charset="-120"/>
              </a:rPr>
              <a:t>P4</a:t>
            </a:r>
            <a:endParaRPr lang="en-US" sz="1600"/>
          </a:p>
        </p:txBody>
      </p:sp>
      <p:sp>
        <p:nvSpPr>
          <p:cNvPr id="120" name="Shape 116">
            <a:extLst>
              <a:ext uri="{FF2B5EF4-FFF2-40B4-BE49-F238E27FC236}">
                <a16:creationId xmlns:a16="http://schemas.microsoft.com/office/drawing/2014/main" id="{0B71D1F4-F2BA-820A-452A-E65CB86B5740}"/>
              </a:ext>
            </a:extLst>
          </p:cNvPr>
          <p:cNvSpPr/>
          <p:nvPr/>
        </p:nvSpPr>
        <p:spPr>
          <a:xfrm>
            <a:off x="12611686" y="845784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21" name="Text 117">
            <a:extLst>
              <a:ext uri="{FF2B5EF4-FFF2-40B4-BE49-F238E27FC236}">
                <a16:creationId xmlns:a16="http://schemas.microsoft.com/office/drawing/2014/main" id="{FCEED763-F1E6-1306-4A3C-22E20258AA0C}"/>
              </a:ext>
            </a:extLst>
          </p:cNvPr>
          <p:cNvSpPr/>
          <p:nvPr/>
        </p:nvSpPr>
        <p:spPr>
          <a:xfrm>
            <a:off x="12757990" y="845784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C4271E"/>
                </a:solidFill>
                <a:ea typeface="Calibri" pitchFamily="34" charset="-122"/>
                <a:cs typeface="Calibri" pitchFamily="34" charset="-120"/>
              </a:rPr>
              <a:t>STOP</a:t>
            </a:r>
            <a:endParaRPr lang="en-US" sz="1800"/>
          </a:p>
        </p:txBody>
      </p:sp>
      <p:sp>
        <p:nvSpPr>
          <p:cNvPr id="122" name="Text 118">
            <a:extLst>
              <a:ext uri="{FF2B5EF4-FFF2-40B4-BE49-F238E27FC236}">
                <a16:creationId xmlns:a16="http://schemas.microsoft.com/office/drawing/2014/main" id="{8C91926F-E0E7-8B31-3DB6-C7E6776D51A7}"/>
              </a:ext>
            </a:extLst>
          </p:cNvPr>
          <p:cNvSpPr/>
          <p:nvPr/>
        </p:nvSpPr>
        <p:spPr>
          <a:xfrm>
            <a:off x="12757990" y="878703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100% manual reconciliation regardless of vendor value or risk</a:t>
            </a:r>
            <a:endParaRPr lang="en-US" sz="1800"/>
          </a:p>
        </p:txBody>
      </p:sp>
      <p:sp>
        <p:nvSpPr>
          <p:cNvPr id="123" name="Shape 119">
            <a:extLst>
              <a:ext uri="{FF2B5EF4-FFF2-40B4-BE49-F238E27FC236}">
                <a16:creationId xmlns:a16="http://schemas.microsoft.com/office/drawing/2014/main" id="{4B7A1FDE-B10E-E09C-9D2C-616321BCC201}"/>
              </a:ext>
            </a:extLst>
          </p:cNvPr>
          <p:cNvSpPr/>
          <p:nvPr/>
        </p:nvSpPr>
        <p:spPr>
          <a:xfrm>
            <a:off x="12611686" y="959576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24" name="Text 120">
            <a:extLst>
              <a:ext uri="{FF2B5EF4-FFF2-40B4-BE49-F238E27FC236}">
                <a16:creationId xmlns:a16="http://schemas.microsoft.com/office/drawing/2014/main" id="{9CE5B7E0-2968-2B82-34E2-7CE720F9741D}"/>
              </a:ext>
            </a:extLst>
          </p:cNvPr>
          <p:cNvSpPr/>
          <p:nvPr/>
        </p:nvSpPr>
        <p:spPr>
          <a:xfrm>
            <a:off x="12757990" y="959576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E07E1A"/>
                </a:solidFill>
                <a:ea typeface="Calibri" pitchFamily="34" charset="-122"/>
                <a:cs typeface="Calibri" pitchFamily="34" charset="-120"/>
              </a:rPr>
              <a:t>CHANGE</a:t>
            </a:r>
            <a:endParaRPr lang="en-US" sz="1800"/>
          </a:p>
        </p:txBody>
      </p:sp>
      <p:sp>
        <p:nvSpPr>
          <p:cNvPr id="125" name="Text 121">
            <a:extLst>
              <a:ext uri="{FF2B5EF4-FFF2-40B4-BE49-F238E27FC236}">
                <a16:creationId xmlns:a16="http://schemas.microsoft.com/office/drawing/2014/main" id="{C00070EB-1152-7775-FC2A-07D55F3B9697}"/>
              </a:ext>
            </a:extLst>
          </p:cNvPr>
          <p:cNvSpPr/>
          <p:nvPr/>
        </p:nvSpPr>
        <p:spPr>
          <a:xfrm>
            <a:off x="12757990" y="992495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1F2937"/>
                </a:solidFill>
                <a:ea typeface="Calibri" pitchFamily="34" charset="-122"/>
                <a:cs typeface="Calibri" pitchFamily="34" charset="-120"/>
              </a:rPr>
              <a:t>Reconciliation approach to be segmented and risk‑based</a:t>
            </a:r>
            <a:endParaRPr lang="en-US" sz="1800"/>
          </a:p>
        </p:txBody>
      </p:sp>
      <p:sp>
        <p:nvSpPr>
          <p:cNvPr id="126" name="Shape 122">
            <a:extLst>
              <a:ext uri="{FF2B5EF4-FFF2-40B4-BE49-F238E27FC236}">
                <a16:creationId xmlns:a16="http://schemas.microsoft.com/office/drawing/2014/main" id="{D9F2AAD7-9AD7-261D-F682-947BF8A879CD}"/>
              </a:ext>
            </a:extLst>
          </p:cNvPr>
          <p:cNvSpPr/>
          <p:nvPr/>
        </p:nvSpPr>
        <p:spPr>
          <a:xfrm>
            <a:off x="12611686" y="10733689"/>
            <a:ext cx="73152" cy="955040"/>
          </a:xfrm>
          <a:prstGeom prst="rect">
            <a:avLst/>
          </a:prstGeom>
          <a:solidFill>
            <a:schemeClr val="accent1"/>
          </a:solidFill>
          <a:ln w="12700">
            <a:solidFill>
              <a:schemeClr val="accent1"/>
            </a:solidFill>
            <a:prstDash val="solid"/>
          </a:ln>
        </p:spPr>
        <p:txBody>
          <a:bodyPr/>
          <a:lstStyle/>
          <a:p>
            <a:endParaRPr lang="en-US" sz="4800"/>
          </a:p>
        </p:txBody>
      </p:sp>
      <p:sp>
        <p:nvSpPr>
          <p:cNvPr id="127" name="Text 123">
            <a:extLst>
              <a:ext uri="{FF2B5EF4-FFF2-40B4-BE49-F238E27FC236}">
                <a16:creationId xmlns:a16="http://schemas.microsoft.com/office/drawing/2014/main" id="{504596AC-1805-6F16-1B1F-651FF22161F3}"/>
              </a:ext>
            </a:extLst>
          </p:cNvPr>
          <p:cNvSpPr/>
          <p:nvPr/>
        </p:nvSpPr>
        <p:spPr>
          <a:xfrm>
            <a:off x="12757990" y="10733689"/>
            <a:ext cx="1341120" cy="30480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b="1" kern="0" spc="267">
                <a:solidFill>
                  <a:srgbClr val="16A34A"/>
                </a:solidFill>
                <a:ea typeface="Calibri" pitchFamily="34" charset="-122"/>
                <a:cs typeface="Calibri" pitchFamily="34" charset="-120"/>
              </a:rPr>
              <a:t>ADD</a:t>
            </a:r>
            <a:endParaRPr lang="en-US" sz="1800"/>
          </a:p>
        </p:txBody>
      </p:sp>
      <p:sp>
        <p:nvSpPr>
          <p:cNvPr id="128" name="Text 124">
            <a:extLst>
              <a:ext uri="{FF2B5EF4-FFF2-40B4-BE49-F238E27FC236}">
                <a16:creationId xmlns:a16="http://schemas.microsoft.com/office/drawing/2014/main" id="{8B6416C8-9628-181D-261C-11223777348C}"/>
              </a:ext>
            </a:extLst>
          </p:cNvPr>
          <p:cNvSpPr/>
          <p:nvPr/>
        </p:nvSpPr>
        <p:spPr>
          <a:xfrm>
            <a:off x="12757990" y="11062873"/>
            <a:ext cx="4876800" cy="650240"/>
          </a:xfrm>
          <a:prstGeom prst="rect">
            <a:avLst/>
          </a:prstGeom>
          <a:noFill/>
          <a:ln/>
        </p:spPr>
        <p:txBody>
          <a:bodyPr wrap="square"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r>
              <a:rPr lang="en-US" sz="1800">
                <a:solidFill>
                  <a:srgbClr val="1F2937"/>
                </a:solidFill>
                <a:ea typeface="Calibri" pitchFamily="34" charset="-122"/>
                <a:cs typeface="Calibri" pitchFamily="34" charset="-120"/>
              </a:rPr>
              <a:t>Reliable data alignment and selective reconciliation automation</a:t>
            </a:r>
            <a:endParaRPr lang="en-US" sz="1800"/>
          </a:p>
        </p:txBody>
      </p:sp>
      <p:sp>
        <p:nvSpPr>
          <p:cNvPr id="129" name="Shape 125">
            <a:extLst>
              <a:ext uri="{FF2B5EF4-FFF2-40B4-BE49-F238E27FC236}">
                <a16:creationId xmlns:a16="http://schemas.microsoft.com/office/drawing/2014/main" id="{C3CB6639-8648-9249-AE42-956DD42F9552}"/>
              </a:ext>
            </a:extLst>
          </p:cNvPr>
          <p:cNvSpPr/>
          <p:nvPr/>
        </p:nvSpPr>
        <p:spPr>
          <a:xfrm>
            <a:off x="18159046" y="7441849"/>
            <a:ext cx="5547360" cy="4490720"/>
          </a:xfrm>
          <a:prstGeom prst="rect">
            <a:avLst/>
          </a:prstGeom>
          <a:solidFill>
            <a:srgbClr val="0F62FE"/>
          </a:solidFill>
          <a:ln w="12700">
            <a:solidFill>
              <a:srgbClr val="333333"/>
            </a:solidFill>
            <a:prstDash val="solid"/>
          </a:ln>
        </p:spPr>
        <p:txBody>
          <a:bodyPr/>
          <a:lstStyle/>
          <a:p>
            <a:endParaRPr lang="en-US" sz="4400"/>
          </a:p>
        </p:txBody>
      </p:sp>
      <p:sp>
        <p:nvSpPr>
          <p:cNvPr id="130" name="Text 126">
            <a:extLst>
              <a:ext uri="{FF2B5EF4-FFF2-40B4-BE49-F238E27FC236}">
                <a16:creationId xmlns:a16="http://schemas.microsoft.com/office/drawing/2014/main" id="{E7BC287B-E11A-8EF3-1A7F-67653904F15F}"/>
              </a:ext>
            </a:extLst>
          </p:cNvPr>
          <p:cNvSpPr/>
          <p:nvPr/>
        </p:nvSpPr>
        <p:spPr>
          <a:xfrm>
            <a:off x="18463846" y="7807609"/>
            <a:ext cx="4937760" cy="487680"/>
          </a:xfrm>
          <a:prstGeom prst="rect">
            <a:avLst/>
          </a:prstGeom>
          <a:noFill/>
          <a:ln/>
        </p:spPr>
        <p:txBody>
          <a:bodyPr wrap="square"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2000" b="1" kern="0" spc="400">
                <a:solidFill>
                  <a:srgbClr val="FFFFFF"/>
                </a:solidFill>
                <a:ea typeface="Calibri" pitchFamily="34" charset="-122"/>
                <a:cs typeface="Calibri" pitchFamily="34" charset="-120"/>
              </a:rPr>
              <a:t>PAIN POINTS SUMMARY</a:t>
            </a:r>
            <a:endParaRPr lang="en-US" sz="2000"/>
          </a:p>
        </p:txBody>
      </p:sp>
      <p:sp>
        <p:nvSpPr>
          <p:cNvPr id="131" name="Text 127">
            <a:extLst>
              <a:ext uri="{FF2B5EF4-FFF2-40B4-BE49-F238E27FC236}">
                <a16:creationId xmlns:a16="http://schemas.microsoft.com/office/drawing/2014/main" id="{B6762FEC-FDE0-7E78-50C2-DC2D3A78369C}"/>
              </a:ext>
            </a:extLst>
          </p:cNvPr>
          <p:cNvSpPr/>
          <p:nvPr/>
        </p:nvSpPr>
        <p:spPr>
          <a:xfrm>
            <a:off x="18463846" y="8234329"/>
            <a:ext cx="4937760" cy="1950720"/>
          </a:xfrm>
          <a:prstGeom prst="rect">
            <a:avLst/>
          </a:prstGeom>
          <a:noFill/>
          <a:ln/>
        </p:spPr>
        <p:txBody>
          <a:bodyPr wrap="square" lIns="0" tIns="0" rIns="0" bIns="0" rtlCol="0" anchor="t"/>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0700" b="1">
                <a:solidFill>
                  <a:srgbClr val="FFFFFF"/>
                </a:solidFill>
                <a:ea typeface="Calibri" pitchFamily="34" charset="-122"/>
                <a:cs typeface="Calibri" pitchFamily="34" charset="-120"/>
              </a:rPr>
              <a:t>28</a:t>
            </a:r>
            <a:endParaRPr lang="en-US" sz="10700"/>
          </a:p>
        </p:txBody>
      </p:sp>
      <p:sp>
        <p:nvSpPr>
          <p:cNvPr id="133" name="Text 129">
            <a:extLst>
              <a:ext uri="{FF2B5EF4-FFF2-40B4-BE49-F238E27FC236}">
                <a16:creationId xmlns:a16="http://schemas.microsoft.com/office/drawing/2014/main" id="{9A2C0A2D-0CFA-8A16-0DDD-5A5ABC2D10FA}"/>
              </a:ext>
            </a:extLst>
          </p:cNvPr>
          <p:cNvSpPr/>
          <p:nvPr/>
        </p:nvSpPr>
        <p:spPr>
          <a:xfrm>
            <a:off x="18463846" y="10433969"/>
            <a:ext cx="432816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FFFFFF"/>
                </a:solidFill>
                <a:ea typeface="Calibri" pitchFamily="34" charset="-122"/>
                <a:cs typeface="Calibri" pitchFamily="34" charset="-120"/>
              </a:rPr>
              <a:t>P1 — Critical</a:t>
            </a:r>
            <a:endParaRPr lang="en-US" sz="1800"/>
          </a:p>
        </p:txBody>
      </p:sp>
      <p:sp>
        <p:nvSpPr>
          <p:cNvPr id="134" name="Text 130">
            <a:extLst>
              <a:ext uri="{FF2B5EF4-FFF2-40B4-BE49-F238E27FC236}">
                <a16:creationId xmlns:a16="http://schemas.microsoft.com/office/drawing/2014/main" id="{9F84CD3A-11C1-CD4E-F153-10AC9C2E5946}"/>
              </a:ext>
            </a:extLst>
          </p:cNvPr>
          <p:cNvSpPr/>
          <p:nvPr/>
        </p:nvSpPr>
        <p:spPr>
          <a:xfrm>
            <a:off x="22792006" y="10433969"/>
            <a:ext cx="60960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ea typeface="Calibri" pitchFamily="34" charset="-122"/>
                <a:cs typeface="Calibri" pitchFamily="34" charset="-120"/>
              </a:rPr>
              <a:t>7</a:t>
            </a:r>
            <a:endParaRPr lang="en-US" sz="2000"/>
          </a:p>
        </p:txBody>
      </p:sp>
      <p:sp>
        <p:nvSpPr>
          <p:cNvPr id="135" name="Text 131">
            <a:extLst>
              <a:ext uri="{FF2B5EF4-FFF2-40B4-BE49-F238E27FC236}">
                <a16:creationId xmlns:a16="http://schemas.microsoft.com/office/drawing/2014/main" id="{D932BA08-14D3-3D58-A643-7A9CDF7ED7EC}"/>
              </a:ext>
            </a:extLst>
          </p:cNvPr>
          <p:cNvSpPr/>
          <p:nvPr/>
        </p:nvSpPr>
        <p:spPr>
          <a:xfrm>
            <a:off x="18463846" y="10726577"/>
            <a:ext cx="432816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FFFFFF"/>
                </a:solidFill>
                <a:ea typeface="Calibri" pitchFamily="34" charset="-122"/>
                <a:cs typeface="Calibri" pitchFamily="34" charset="-120"/>
              </a:rPr>
              <a:t>P2 — High</a:t>
            </a:r>
            <a:endParaRPr lang="en-US" sz="1800"/>
          </a:p>
        </p:txBody>
      </p:sp>
      <p:sp>
        <p:nvSpPr>
          <p:cNvPr id="136" name="Text 132">
            <a:extLst>
              <a:ext uri="{FF2B5EF4-FFF2-40B4-BE49-F238E27FC236}">
                <a16:creationId xmlns:a16="http://schemas.microsoft.com/office/drawing/2014/main" id="{91A318AC-BA8D-275B-D4A8-EB560F93193F}"/>
              </a:ext>
            </a:extLst>
          </p:cNvPr>
          <p:cNvSpPr/>
          <p:nvPr/>
        </p:nvSpPr>
        <p:spPr>
          <a:xfrm>
            <a:off x="22792006" y="10726577"/>
            <a:ext cx="60960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ea typeface="Calibri" pitchFamily="34" charset="-122"/>
                <a:cs typeface="Calibri" pitchFamily="34" charset="-120"/>
              </a:rPr>
              <a:t>7</a:t>
            </a:r>
            <a:endParaRPr lang="en-US" sz="2000"/>
          </a:p>
        </p:txBody>
      </p:sp>
      <p:sp>
        <p:nvSpPr>
          <p:cNvPr id="137" name="Text 133">
            <a:extLst>
              <a:ext uri="{FF2B5EF4-FFF2-40B4-BE49-F238E27FC236}">
                <a16:creationId xmlns:a16="http://schemas.microsoft.com/office/drawing/2014/main" id="{405EF273-D6CE-B125-2987-6F869D430201}"/>
              </a:ext>
            </a:extLst>
          </p:cNvPr>
          <p:cNvSpPr/>
          <p:nvPr/>
        </p:nvSpPr>
        <p:spPr>
          <a:xfrm>
            <a:off x="18463846" y="11019185"/>
            <a:ext cx="432816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FFFFFF"/>
                </a:solidFill>
                <a:ea typeface="Calibri" pitchFamily="34" charset="-122"/>
                <a:cs typeface="Calibri" pitchFamily="34" charset="-120"/>
              </a:rPr>
              <a:t>P3 — Medium</a:t>
            </a:r>
            <a:endParaRPr lang="en-US" sz="1800"/>
          </a:p>
        </p:txBody>
      </p:sp>
      <p:sp>
        <p:nvSpPr>
          <p:cNvPr id="138" name="Text 134">
            <a:extLst>
              <a:ext uri="{FF2B5EF4-FFF2-40B4-BE49-F238E27FC236}">
                <a16:creationId xmlns:a16="http://schemas.microsoft.com/office/drawing/2014/main" id="{C69BC98E-3CFB-1D0C-1755-D43868691A4E}"/>
              </a:ext>
            </a:extLst>
          </p:cNvPr>
          <p:cNvSpPr/>
          <p:nvPr/>
        </p:nvSpPr>
        <p:spPr>
          <a:xfrm>
            <a:off x="22792006" y="11019185"/>
            <a:ext cx="60960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cs typeface="Calibri" pitchFamily="34" charset="-120"/>
              </a:rPr>
              <a:t>8</a:t>
            </a:r>
            <a:endParaRPr lang="en-US" sz="2000"/>
          </a:p>
        </p:txBody>
      </p:sp>
      <p:sp>
        <p:nvSpPr>
          <p:cNvPr id="139" name="Text 135">
            <a:extLst>
              <a:ext uri="{FF2B5EF4-FFF2-40B4-BE49-F238E27FC236}">
                <a16:creationId xmlns:a16="http://schemas.microsoft.com/office/drawing/2014/main" id="{A3E1B201-4046-E07E-8357-FE66A4D1A7C7}"/>
              </a:ext>
            </a:extLst>
          </p:cNvPr>
          <p:cNvSpPr/>
          <p:nvPr/>
        </p:nvSpPr>
        <p:spPr>
          <a:xfrm>
            <a:off x="18463846" y="11311793"/>
            <a:ext cx="432816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buNone/>
            </a:pPr>
            <a:r>
              <a:rPr lang="en-US" sz="1800">
                <a:solidFill>
                  <a:srgbClr val="FFFFFF"/>
                </a:solidFill>
                <a:ea typeface="Calibri" pitchFamily="34" charset="-122"/>
                <a:cs typeface="Calibri" pitchFamily="34" charset="-120"/>
              </a:rPr>
              <a:t>P4 — Lower</a:t>
            </a:r>
            <a:endParaRPr lang="en-US" sz="1800"/>
          </a:p>
        </p:txBody>
      </p:sp>
      <p:sp>
        <p:nvSpPr>
          <p:cNvPr id="140" name="Text 136">
            <a:extLst>
              <a:ext uri="{FF2B5EF4-FFF2-40B4-BE49-F238E27FC236}">
                <a16:creationId xmlns:a16="http://schemas.microsoft.com/office/drawing/2014/main" id="{12A1C8EF-2164-9049-8AD6-CB65B0845DCB}"/>
              </a:ext>
            </a:extLst>
          </p:cNvPr>
          <p:cNvSpPr/>
          <p:nvPr/>
        </p:nvSpPr>
        <p:spPr>
          <a:xfrm>
            <a:off x="22792006" y="11311793"/>
            <a:ext cx="609600" cy="268224"/>
          </a:xfrm>
          <a:prstGeom prst="rect">
            <a:avLst/>
          </a:prstGeom>
          <a:noFill/>
          <a:ln/>
        </p:spPr>
        <p:txBody>
          <a:bodyPr wrap="square" lIns="0" tIns="0" rIns="0" bIns="0" rtlCol="0" anchor="ct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marL="0" indent="0" algn="r">
              <a:buNone/>
            </a:pPr>
            <a:r>
              <a:rPr lang="en-US" sz="2000" b="1">
                <a:solidFill>
                  <a:srgbClr val="FFFFFF"/>
                </a:solidFill>
                <a:ea typeface="Calibri" pitchFamily="34" charset="-122"/>
                <a:cs typeface="Calibri" pitchFamily="34" charset="-120"/>
              </a:rPr>
              <a:t>6</a:t>
            </a:r>
            <a:endParaRPr lang="en-US" sz="2000"/>
          </a:p>
        </p:txBody>
      </p:sp>
      <p:sp>
        <p:nvSpPr>
          <p:cNvPr id="141" name="Shape 5">
            <a:extLst>
              <a:ext uri="{FF2B5EF4-FFF2-40B4-BE49-F238E27FC236}">
                <a16:creationId xmlns:a16="http://schemas.microsoft.com/office/drawing/2014/main" id="{6EB01DF7-2BBB-8A09-76CD-0FAEA6295FEB}"/>
              </a:ext>
            </a:extLst>
          </p:cNvPr>
          <p:cNvSpPr/>
          <p:nvPr/>
        </p:nvSpPr>
        <p:spPr>
          <a:xfrm>
            <a:off x="6576646" y="2840385"/>
            <a:ext cx="5547360" cy="451104"/>
          </a:xfrm>
          <a:prstGeom prst="rect">
            <a:avLst/>
          </a:prstGeom>
          <a:solidFill>
            <a:srgbClr val="E5F7FF"/>
          </a:solidFill>
          <a:ln w="12700">
            <a:solidFill>
              <a:schemeClr val="accent1"/>
            </a:solidFill>
            <a:prstDash val="solid"/>
          </a:ln>
        </p:spPr>
        <p:txBody>
          <a:bodyPr/>
          <a:lstStyle/>
          <a:p>
            <a:pPr algn="ctr"/>
            <a:r>
              <a:rPr lang="en-US" sz="2400" b="1" kern="0" spc="267">
                <a:solidFill>
                  <a:schemeClr val="accent1"/>
                </a:solidFill>
                <a:ea typeface="Calibri" pitchFamily="34" charset="-122"/>
                <a:cs typeface="Calibri" pitchFamily="34" charset="-120"/>
              </a:rPr>
              <a:t>INVOICE MATCHING</a:t>
            </a:r>
            <a:endParaRPr lang="en-US" sz="2400">
              <a:solidFill>
                <a:schemeClr val="accent1"/>
              </a:solidFill>
            </a:endParaRPr>
          </a:p>
          <a:p>
            <a:endParaRPr lang="en-US" sz="4400">
              <a:solidFill>
                <a:schemeClr val="accent1"/>
              </a:solidFill>
            </a:endParaRPr>
          </a:p>
        </p:txBody>
      </p:sp>
      <p:sp>
        <p:nvSpPr>
          <p:cNvPr id="142" name="Shape 5">
            <a:extLst>
              <a:ext uri="{FF2B5EF4-FFF2-40B4-BE49-F238E27FC236}">
                <a16:creationId xmlns:a16="http://schemas.microsoft.com/office/drawing/2014/main" id="{57B55C33-2104-78FD-2F83-023DF29BF78A}"/>
              </a:ext>
            </a:extLst>
          </p:cNvPr>
          <p:cNvSpPr/>
          <p:nvPr/>
        </p:nvSpPr>
        <p:spPr>
          <a:xfrm>
            <a:off x="12367846" y="2840385"/>
            <a:ext cx="5547360" cy="451104"/>
          </a:xfrm>
          <a:prstGeom prst="rect">
            <a:avLst/>
          </a:prstGeom>
          <a:solidFill>
            <a:srgbClr val="E5F7FF"/>
          </a:solidFill>
          <a:ln w="12700">
            <a:solidFill>
              <a:schemeClr val="accent1"/>
            </a:solidFill>
            <a:prstDash val="solid"/>
          </a:ln>
        </p:spPr>
        <p:txBody>
          <a:bodyPr/>
          <a:lstStyle/>
          <a:p>
            <a:pPr algn="ctr"/>
            <a:r>
              <a:rPr lang="en-US" sz="2400" b="1" kern="0" spc="267">
                <a:solidFill>
                  <a:schemeClr val="accent1"/>
                </a:solidFill>
                <a:ea typeface="Calibri" pitchFamily="34" charset="-122"/>
                <a:cs typeface="Calibri" pitchFamily="34" charset="-120"/>
              </a:rPr>
              <a:t>MULTIPLE TOUCH</a:t>
            </a:r>
            <a:endParaRPr lang="en-US" sz="2400">
              <a:solidFill>
                <a:schemeClr val="accent1"/>
              </a:solidFill>
            </a:endParaRPr>
          </a:p>
          <a:p>
            <a:endParaRPr lang="en-US" sz="4400">
              <a:solidFill>
                <a:schemeClr val="accent1"/>
              </a:solidFill>
            </a:endParaRPr>
          </a:p>
        </p:txBody>
      </p:sp>
      <p:sp>
        <p:nvSpPr>
          <p:cNvPr id="143" name="Shape 5">
            <a:extLst>
              <a:ext uri="{FF2B5EF4-FFF2-40B4-BE49-F238E27FC236}">
                <a16:creationId xmlns:a16="http://schemas.microsoft.com/office/drawing/2014/main" id="{A9D7A620-0D20-6C15-8367-1E5051A685A1}"/>
              </a:ext>
            </a:extLst>
          </p:cNvPr>
          <p:cNvSpPr/>
          <p:nvPr/>
        </p:nvSpPr>
        <p:spPr>
          <a:xfrm>
            <a:off x="18159046" y="2840385"/>
            <a:ext cx="5547360" cy="451104"/>
          </a:xfrm>
          <a:prstGeom prst="rect">
            <a:avLst/>
          </a:prstGeom>
          <a:solidFill>
            <a:srgbClr val="E5F7FF"/>
          </a:solidFill>
          <a:ln w="12700">
            <a:solidFill>
              <a:schemeClr val="accent1"/>
            </a:solidFill>
            <a:prstDash val="solid"/>
          </a:ln>
        </p:spPr>
        <p:txBody>
          <a:bodyPr/>
          <a:lstStyle/>
          <a:p>
            <a:pPr algn="ctr"/>
            <a:r>
              <a:rPr lang="en-US" sz="2400" b="1" kern="0" spc="267">
                <a:solidFill>
                  <a:schemeClr val="accent1"/>
                </a:solidFill>
                <a:ea typeface="Calibri" pitchFamily="34" charset="-122"/>
                <a:cs typeface="Calibri" pitchFamily="34" charset="-120"/>
              </a:rPr>
              <a:t>NON-PO</a:t>
            </a:r>
            <a:endParaRPr lang="en-US" sz="2400">
              <a:solidFill>
                <a:schemeClr val="accent1"/>
              </a:solidFill>
            </a:endParaRPr>
          </a:p>
          <a:p>
            <a:endParaRPr lang="en-US" sz="4400">
              <a:solidFill>
                <a:schemeClr val="accent1"/>
              </a:solidFill>
            </a:endParaRPr>
          </a:p>
        </p:txBody>
      </p:sp>
      <p:sp>
        <p:nvSpPr>
          <p:cNvPr id="144" name="Shape 5">
            <a:extLst>
              <a:ext uri="{FF2B5EF4-FFF2-40B4-BE49-F238E27FC236}">
                <a16:creationId xmlns:a16="http://schemas.microsoft.com/office/drawing/2014/main" id="{14AA222B-047B-50EA-CEB3-14030E7D09D3}"/>
              </a:ext>
            </a:extLst>
          </p:cNvPr>
          <p:cNvSpPr/>
          <p:nvPr/>
        </p:nvSpPr>
        <p:spPr>
          <a:xfrm>
            <a:off x="785446" y="7442514"/>
            <a:ext cx="5547360" cy="451104"/>
          </a:xfrm>
          <a:prstGeom prst="rect">
            <a:avLst/>
          </a:prstGeom>
          <a:solidFill>
            <a:srgbClr val="E5F7FF"/>
          </a:solidFill>
          <a:ln w="12700">
            <a:solidFill>
              <a:schemeClr val="accent1"/>
            </a:solidFill>
            <a:prstDash val="solid"/>
          </a:ln>
        </p:spPr>
        <p:txBody>
          <a:bodyPr/>
          <a:lstStyle/>
          <a:p>
            <a:pPr algn="ctr"/>
            <a:r>
              <a:rPr lang="en-US" sz="2400" b="1" kern="0" spc="267">
                <a:solidFill>
                  <a:schemeClr val="accent1"/>
                </a:solidFill>
                <a:ea typeface="Calibri" pitchFamily="34" charset="-122"/>
                <a:cs typeface="Calibri" pitchFamily="34" charset="-120"/>
              </a:rPr>
              <a:t>OCR</a:t>
            </a:r>
            <a:endParaRPr lang="en-US" sz="2400">
              <a:solidFill>
                <a:schemeClr val="accent1"/>
              </a:solidFill>
            </a:endParaRPr>
          </a:p>
          <a:p>
            <a:endParaRPr lang="en-US" sz="4400">
              <a:solidFill>
                <a:schemeClr val="accent1"/>
              </a:solidFill>
            </a:endParaRPr>
          </a:p>
        </p:txBody>
      </p:sp>
      <p:sp>
        <p:nvSpPr>
          <p:cNvPr id="145" name="Shape 5">
            <a:extLst>
              <a:ext uri="{FF2B5EF4-FFF2-40B4-BE49-F238E27FC236}">
                <a16:creationId xmlns:a16="http://schemas.microsoft.com/office/drawing/2014/main" id="{926C3B32-5B89-F39B-01CC-F72016EC6118}"/>
              </a:ext>
            </a:extLst>
          </p:cNvPr>
          <p:cNvSpPr/>
          <p:nvPr/>
        </p:nvSpPr>
        <p:spPr>
          <a:xfrm>
            <a:off x="6576646" y="7442514"/>
            <a:ext cx="5547360" cy="451104"/>
          </a:xfrm>
          <a:prstGeom prst="rect">
            <a:avLst/>
          </a:prstGeom>
          <a:solidFill>
            <a:srgbClr val="E5F7FF"/>
          </a:solidFill>
          <a:ln w="12700">
            <a:solidFill>
              <a:schemeClr val="accent1"/>
            </a:solidFill>
            <a:prstDash val="solid"/>
          </a:ln>
        </p:spPr>
        <p:txBody>
          <a:bodyPr/>
          <a:lstStyle/>
          <a:p>
            <a:pPr algn="ctr"/>
            <a:r>
              <a:rPr lang="en-US" sz="2400" b="1" kern="0" spc="267">
                <a:solidFill>
                  <a:schemeClr val="accent1"/>
                </a:solidFill>
                <a:ea typeface="Calibri" pitchFamily="34" charset="-122"/>
                <a:cs typeface="Calibri" pitchFamily="34" charset="-120"/>
              </a:rPr>
              <a:t>TAX CODING</a:t>
            </a:r>
            <a:endParaRPr lang="en-US" sz="2400">
              <a:solidFill>
                <a:schemeClr val="accent1"/>
              </a:solidFill>
            </a:endParaRPr>
          </a:p>
          <a:p>
            <a:endParaRPr lang="en-US" sz="4400">
              <a:solidFill>
                <a:schemeClr val="accent1"/>
              </a:solidFill>
            </a:endParaRPr>
          </a:p>
        </p:txBody>
      </p:sp>
      <p:sp>
        <p:nvSpPr>
          <p:cNvPr id="146" name="Shape 5">
            <a:extLst>
              <a:ext uri="{FF2B5EF4-FFF2-40B4-BE49-F238E27FC236}">
                <a16:creationId xmlns:a16="http://schemas.microsoft.com/office/drawing/2014/main" id="{50983D8C-FAA9-6C6B-1FDB-90E4CF2876D9}"/>
              </a:ext>
            </a:extLst>
          </p:cNvPr>
          <p:cNvSpPr/>
          <p:nvPr/>
        </p:nvSpPr>
        <p:spPr>
          <a:xfrm>
            <a:off x="12367846" y="7442514"/>
            <a:ext cx="5547360" cy="451104"/>
          </a:xfrm>
          <a:prstGeom prst="rect">
            <a:avLst/>
          </a:prstGeom>
          <a:solidFill>
            <a:srgbClr val="E5F7FF"/>
          </a:solidFill>
          <a:ln w="12700">
            <a:solidFill>
              <a:schemeClr val="accent1"/>
            </a:solidFill>
            <a:prstDash val="solid"/>
          </a:ln>
        </p:spPr>
        <p:txBody>
          <a:bodyPr/>
          <a:lstStyle/>
          <a:p>
            <a:pPr algn="ctr"/>
            <a:r>
              <a:rPr lang="en-US" sz="2400" b="1" kern="0" spc="267">
                <a:solidFill>
                  <a:schemeClr val="accent1"/>
                </a:solidFill>
                <a:ea typeface="Calibri" pitchFamily="34" charset="-122"/>
                <a:cs typeface="Calibri" pitchFamily="34" charset="-120"/>
              </a:rPr>
              <a:t>VENDOR RECONCILIATION</a:t>
            </a:r>
            <a:endParaRPr lang="en-US" sz="2400">
              <a:solidFill>
                <a:schemeClr val="accent1"/>
              </a:solidFill>
            </a:endParaRPr>
          </a:p>
          <a:p>
            <a:endParaRPr lang="en-US" sz="4400">
              <a:solidFill>
                <a:schemeClr val="accent1"/>
              </a:solidFill>
            </a:endParaRPr>
          </a:p>
        </p:txBody>
      </p:sp>
    </p:spTree>
    <p:extLst>
      <p:ext uri="{BB962C8B-B14F-4D97-AF65-F5344CB8AC3E}">
        <p14:creationId xmlns:p14="http://schemas.microsoft.com/office/powerpoint/2010/main" val="229585612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10" id="{77BB7BD5-37AD-8641-8F74-3B41867F830C}" vid="{0C5B2560-3122-7E4A-AF38-1A92AE98AE1F}"/>
    </a:ext>
  </a:extLst>
</a:theme>
</file>

<file path=ppt/theme/theme2.xml><?xml version="1.0" encoding="utf-8"?>
<a:theme xmlns:a="http://schemas.openxmlformats.org/drawingml/2006/main" name="1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10" id="{77BB7BD5-37AD-8641-8F74-3B41867F830C}" vid="{0C5B2560-3122-7E4A-AF38-1A92AE98AE1F}"/>
    </a:ext>
  </a:extLst>
</a:theme>
</file>

<file path=ppt/theme/theme3.xml><?xml version="1.0" encoding="utf-8"?>
<a:theme xmlns:a="http://schemas.openxmlformats.org/drawingml/2006/main" name="2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4.xml><?xml version="1.0" encoding="utf-8"?>
<a:theme xmlns:a="http://schemas.openxmlformats.org/drawingml/2006/main" name="4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10" id="{77BB7BD5-37AD-8641-8F74-3B41867F830C}" vid="{0C5B2560-3122-7E4A-AF38-1A92AE98AE1F}"/>
    </a:ext>
  </a:extLst>
</a:theme>
</file>

<file path=ppt/theme/theme5.xml><?xml version="1.0" encoding="utf-8"?>
<a:theme xmlns:a="http://schemas.openxmlformats.org/drawingml/2006/main" name="5_IBM presentation template">
  <a:themeElements>
    <a:clrScheme name="Nestle">
      <a:dk1>
        <a:srgbClr val="FFFFFF"/>
      </a:dk1>
      <a:lt1>
        <a:srgbClr val="000000"/>
      </a:lt1>
      <a:dk2>
        <a:srgbClr val="FFFFFF"/>
      </a:dk2>
      <a:lt2>
        <a:srgbClr val="000000"/>
      </a:lt2>
      <a:accent1>
        <a:srgbClr val="0F62FE"/>
      </a:accent1>
      <a:accent2>
        <a:srgbClr val="232525"/>
      </a:accent2>
      <a:accent3>
        <a:srgbClr val="5C295D"/>
      </a:accent3>
      <a:accent4>
        <a:srgbClr val="D16248"/>
      </a:accent4>
      <a:accent5>
        <a:srgbClr val="92D181"/>
      </a:accent5>
      <a:accent6>
        <a:srgbClr val="5FC2EE"/>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6.xml><?xml version="1.0" encoding="utf-8"?>
<a:theme xmlns:a="http://schemas.openxmlformats.org/drawingml/2006/main" name="7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7.xml><?xml version="1.0" encoding="utf-8"?>
<a:theme xmlns:a="http://schemas.openxmlformats.org/drawingml/2006/main" name="Covers, ©, end slides ">
  <a:themeElements>
    <a:clrScheme name="Custom IBV 2022 V2">
      <a:dk1>
        <a:srgbClr val="FFFFFF"/>
      </a:dk1>
      <a:lt1>
        <a:srgbClr val="000000"/>
      </a:lt1>
      <a:dk2>
        <a:srgbClr val="E5F6FF"/>
      </a:dk2>
      <a:lt2>
        <a:srgbClr val="F4F4F4"/>
      </a:lt2>
      <a:accent1>
        <a:srgbClr val="0961FD"/>
      </a:accent1>
      <a:accent2>
        <a:srgbClr val="A56EFE"/>
      </a:accent2>
      <a:accent3>
        <a:srgbClr val="001D6C"/>
      </a:accent3>
      <a:accent4>
        <a:srgbClr val="009D99"/>
      </a:accent4>
      <a:accent5>
        <a:srgbClr val="32B0FF"/>
      </a:accent5>
      <a:accent6>
        <a:srgbClr val="8D8C8C"/>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1192E8"/>
        </a:solidFill>
        <a:ln w="19050">
          <a:no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0" tIns="0" rIns="0" bIns="0" rtlCol="0">
        <a:spAutoFit/>
      </a:bodyPr>
      <a:lstStyle>
        <a:defPPr algn="l">
          <a:lnSpc>
            <a:spcPct val="110000"/>
          </a:lnSpc>
          <a:spcBef>
            <a:spcPts val="1800"/>
          </a:spcBef>
          <a:defRPr sz="1800" dirty="0" smtClean="0">
            <a:solidFill>
              <a:schemeClr val="tx1"/>
            </a:solidFill>
            <a:latin typeface="+mn-lt"/>
            <a:ea typeface="IBM Plex Sans" charset="0"/>
            <a:cs typeface="IBM Plex Sans" charset="0"/>
          </a:defRPr>
        </a:defPPr>
      </a:lstStyle>
    </a:txDef>
  </a:objectDefaults>
  <a:extraClrSchemeLst/>
  <a:custClrLst>
    <a:custClr name="Grey100">
      <a:srgbClr val="161616"/>
    </a:custClr>
    <a:custClr name="Grey90">
      <a:srgbClr val="262626"/>
    </a:custClr>
    <a:custClr name="Grey80">
      <a:srgbClr val="393939"/>
    </a:custClr>
    <a:custClr name="Grey70">
      <a:srgbClr val="525252"/>
    </a:custClr>
    <a:custClr name="Grey60">
      <a:srgbClr val="6F6F6F"/>
    </a:custClr>
    <a:custClr name="Grey50">
      <a:srgbClr val="8D8D8D"/>
    </a:custClr>
    <a:custClr name="Grey40">
      <a:srgbClr val="A8A8A8"/>
    </a:custClr>
    <a:custClr name="Grey30">
      <a:srgbClr val="C6C6C6"/>
    </a:custClr>
    <a:custClr name="Grey20">
      <a:srgbClr val="E0E0E0"/>
    </a:custClr>
    <a:custClr name="Grey10">
      <a:srgbClr val="F4F4F4"/>
    </a:custClr>
    <a:custClr name="Blue100">
      <a:srgbClr val="001141"/>
    </a:custClr>
    <a:custClr name="Blue90">
      <a:srgbClr val="001D6C"/>
    </a:custClr>
    <a:custClr name="Blue80">
      <a:srgbClr val="002D9C"/>
    </a:custClr>
    <a:custClr name="Blue70">
      <a:srgbClr val="0043CE"/>
    </a:custClr>
    <a:custClr name="Blue60">
      <a:srgbClr val="0F62FE"/>
    </a:custClr>
    <a:custClr name="Cyan50">
      <a:srgbClr val="1192E8"/>
    </a:custClr>
    <a:custClr name="Cyan40">
      <a:srgbClr val="33B1FF"/>
    </a:custClr>
    <a:custClr name="Cyan30">
      <a:srgbClr val="82CFFF"/>
    </a:custClr>
    <a:custClr name="Cyan20">
      <a:srgbClr val="BAE6FF"/>
    </a:custClr>
    <a:custClr name="Cyan10">
      <a:srgbClr val="E5F6FF"/>
    </a:custClr>
    <a:custClr name="Red60">
      <a:srgbClr val="DA1E28"/>
    </a:custClr>
    <a:custClr name="Red50">
      <a:srgbClr val="FA4D56"/>
    </a:custClr>
    <a:custClr name="Red30">
      <a:srgbClr val="FFB3B8"/>
    </a:custClr>
    <a:custClr name="Red20">
      <a:srgbClr val="FFD7D9"/>
    </a:custClr>
    <a:custClr name="Red10">
      <a:srgbClr val="FFF1F1"/>
    </a:custClr>
    <a:custClr name="Magenta60">
      <a:srgbClr val="D02670"/>
    </a:custClr>
    <a:custClr name="Magenta50">
      <a:srgbClr val="EE5396"/>
    </a:custClr>
    <a:custClr name="Magenta30">
      <a:srgbClr val="FFAFD2"/>
    </a:custClr>
    <a:custClr name="Magenta20">
      <a:srgbClr val="FFD6E8"/>
    </a:custClr>
    <a:custClr name="Magenta10">
      <a:srgbClr val="FFF0F7"/>
    </a:custClr>
    <a:custClr name="Purple60">
      <a:srgbClr val="8A3FFC"/>
    </a:custClr>
    <a:custClr name="Purple50">
      <a:srgbClr val="A56EFF"/>
    </a:custClr>
    <a:custClr name="Purple30">
      <a:srgbClr val="D4BBFF"/>
    </a:custClr>
    <a:custClr name="Purple20">
      <a:srgbClr val="E8DAFF"/>
    </a:custClr>
    <a:custClr name="Purple10">
      <a:srgbClr val="F6F2FF"/>
    </a:custClr>
    <a:custClr name="Teal60">
      <a:srgbClr val="007D79"/>
    </a:custClr>
    <a:custClr name="Teal50">
      <a:srgbClr val="009D9A"/>
    </a:custClr>
    <a:custClr name="Teal30">
      <a:srgbClr val="3DDBD9"/>
    </a:custClr>
    <a:custClr name="Teal20">
      <a:srgbClr val="9EF0F0"/>
    </a:custClr>
    <a:custClr name="Teal10">
      <a:srgbClr val="D9FBFB"/>
    </a:custClr>
    <a:custClr name="Green60">
      <a:srgbClr val="198038"/>
    </a:custClr>
    <a:custClr name="Green50">
      <a:srgbClr val="24A148"/>
    </a:custClr>
    <a:custClr name="Green30">
      <a:srgbClr val="6FDC8C"/>
    </a:custClr>
    <a:custClr name="Green20">
      <a:srgbClr val="A7F0BA"/>
    </a:custClr>
    <a:custClr name="Green10">
      <a:srgbClr val="DEFBE6"/>
    </a:custClr>
    <a:custClr name="Yellow30">
      <a:srgbClr val="F1C21B"/>
    </a:custClr>
    <a:custClr name="Yellow20">
      <a:srgbClr val="FDDC69"/>
    </a:custClr>
    <a:custClr name="Yellow10">
      <a:srgbClr val="FCF4D6"/>
    </a:custClr>
    <a:custClr name="Blue20">
      <a:srgbClr val="D0E2FF"/>
    </a:custClr>
    <a:custClr name="Blue10">
      <a:srgbClr val="EDF5FF"/>
    </a:custClr>
  </a:custClrLst>
  <a:extLst>
    <a:ext uri="{05A4C25C-085E-4340-85A3-A5531E510DB2}">
      <thm15:themeFamily xmlns:thm15="http://schemas.microsoft.com/office/thememl/2012/main" name="IBV quick-start master_2023" id="{BB2D0C5A-0E6C-9242-ADC0-BF675CDE970A}" vid="{B3DB483F-9AA0-1145-B849-4FFF9A17BF7F}"/>
    </a:ext>
  </a:extLst>
</a:theme>
</file>

<file path=ppt/theme/theme8.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1192E8"/>
        </a:solidFill>
        <a:ln w="19050">
          <a:no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0" tIns="0" rIns="0" bIns="0" rtlCol="0">
        <a:spAutoFit/>
      </a:bodyPr>
      <a:lstStyle>
        <a:defPPr algn="l">
          <a:lnSpc>
            <a:spcPct val="110000"/>
          </a:lnSpc>
          <a:spcBef>
            <a:spcPts val="1800"/>
          </a:spcBef>
          <a:defRPr sz="1800" dirty="0" smtClean="0">
            <a:solidFill>
              <a:schemeClr val="tx1"/>
            </a:solidFill>
            <a:latin typeface="+mn-lt"/>
            <a:ea typeface="IBM Plex Sans" charset="0"/>
            <a:cs typeface="IBM Plex Sans"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Presentation_Template_2022_V01_Plex" id="{4C35AED2-0956-0D40-B36D-C06D62725AA8}" vid="{C4BA05BF-74B1-4B4C-B175-992815DE89C6}"/>
    </a:ext>
  </a:extLst>
</a:theme>
</file>

<file path=ppt/theme/theme9.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10.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Metadata/LabelInfo.xml><?xml version="1.0" encoding="utf-8"?>
<clbl:labelList xmlns:clbl="http://schemas.microsoft.com/office/2020/mipLabelMetadata">
  <clbl:label id="{1ada0a2f-b917-4d51-b0d0-d418a10c8b23}" enabled="1" method="Standard" siteId="{12a3af23-a769-4654-847f-958f3d479f4a}" contentBits="0" removed="0"/>
</clbl:labelList>
</file>

<file path=docProps/app.xml><?xml version="1.0" encoding="utf-8"?>
<Properties xmlns="http://schemas.openxmlformats.org/officeDocument/2006/extended-properties" xmlns:vt="http://schemas.openxmlformats.org/officeDocument/2006/docPropsVTypes">
  <Template>IBM presentation template</Template>
  <Application>Microsoft Office PowerPoint</Application>
  <PresentationFormat>Custom</PresentationFormat>
  <Slides>19</Slides>
  <Notes>18</Notes>
  <HiddenSlides>0</HiddenSlides>
  <ScaleCrop>false</ScaleCrop>
  <HeadingPairs>
    <vt:vector size="4" baseType="variant">
      <vt:variant>
        <vt:lpstr>Theme</vt:lpstr>
      </vt:variant>
      <vt:variant>
        <vt:i4>8</vt:i4>
      </vt:variant>
      <vt:variant>
        <vt:lpstr>Slide Titles</vt:lpstr>
      </vt:variant>
      <vt:variant>
        <vt:i4>19</vt:i4>
      </vt:variant>
    </vt:vector>
  </HeadingPairs>
  <TitlesOfParts>
    <vt:vector size="27" baseType="lpstr">
      <vt:lpstr>IBM presentation template</vt:lpstr>
      <vt:lpstr>1_IBM presentation template</vt:lpstr>
      <vt:lpstr>2_IBM presentation template</vt:lpstr>
      <vt:lpstr>4_IBM presentation template</vt:lpstr>
      <vt:lpstr>5_IBM presentation template</vt:lpstr>
      <vt:lpstr>7_IBM presentation template</vt:lpstr>
      <vt:lpstr>Covers, ©, end slides </vt:lpstr>
      <vt:lpstr>IBM Brand Template 2022</vt:lpstr>
      <vt:lpstr>Nestlé’s Accounts Payable  Diagnostic Findings &amp; Transformation Roadmap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Andres Amado</dc:creator>
  <cp:keywords/>
  <dc:description/>
  <cp:revision>1</cp:revision>
  <cp:lastPrinted>2026-05-08T02:12:04Z</cp:lastPrinted>
  <dcterms:created xsi:type="dcterms:W3CDTF">2025-09-19T09:49:14Z</dcterms:created>
  <dcterms:modified xsi:type="dcterms:W3CDTF">2026-05-08T18:28:17Z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70bcdf-e424-40e3-9ceb-40cf94994388_Enabled">
    <vt:lpwstr>True</vt:lpwstr>
  </property>
  <property fmtid="{D5CDD505-2E9C-101B-9397-08002B2CF9AE}" pid="3" name="MSIP_Label_4470bcdf-e424-40e3-9ceb-40cf94994388_SiteId">
    <vt:lpwstr>fcf67057-50c9-4ad4-98f3-ffca64add9e9</vt:lpwstr>
  </property>
  <property fmtid="{D5CDD505-2E9C-101B-9397-08002B2CF9AE}" pid="4" name="MSIP_Label_4470bcdf-e424-40e3-9ceb-40cf94994388_SetDate">
    <vt:lpwstr>2025-09-23T15:56:53Z</vt:lpwstr>
  </property>
  <property fmtid="{D5CDD505-2E9C-101B-9397-08002B2CF9AE}" pid="5" name="MSIP_Label_4470bcdf-e424-40e3-9ceb-40cf94994388_Name">
    <vt:lpwstr>IBM Confidential</vt:lpwstr>
  </property>
  <property fmtid="{D5CDD505-2E9C-101B-9397-08002B2CF9AE}" pid="6" name="MSIP_Label_4470bcdf-e424-40e3-9ceb-40cf94994388_ActionId">
    <vt:lpwstr>b8cbef93-781a-4467-bae6-dcff3ecbca18</vt:lpwstr>
  </property>
  <property fmtid="{D5CDD505-2E9C-101B-9397-08002B2CF9AE}" pid="7" name="MSIP_Label_4470bcdf-e424-40e3-9ceb-40cf94994388_Removed">
    <vt:lpwstr>False</vt:lpwstr>
  </property>
  <property fmtid="{D5CDD505-2E9C-101B-9397-08002B2CF9AE}" pid="8" name="MSIP_Label_4470bcdf-e424-40e3-9ceb-40cf94994388_Extended_MSFT_Method">
    <vt:lpwstr>Standard</vt:lpwstr>
  </property>
  <property fmtid="{D5CDD505-2E9C-101B-9397-08002B2CF9AE}" pid="9" name="Sensitivity">
    <vt:lpwstr>IBM Confidential</vt:lpwstr>
  </property>
</Properties>
</file>